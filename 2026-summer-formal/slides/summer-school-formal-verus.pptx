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3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4" r:id="rId1"/>
    <p:sldMasterId id="2147483733" r:id="rId2"/>
    <p:sldMasterId id="2147483745" r:id="rId3"/>
    <p:sldMasterId id="2147483757" r:id="rId4"/>
  </p:sldMasterIdLst>
  <p:notesMasterIdLst>
    <p:notesMasterId r:id="rId105"/>
  </p:notesMasterIdLst>
  <p:sldIdLst>
    <p:sldId id="257" r:id="rId5"/>
    <p:sldId id="2147480069" r:id="rId6"/>
    <p:sldId id="335" r:id="rId7"/>
    <p:sldId id="336" r:id="rId8"/>
    <p:sldId id="332" r:id="rId9"/>
    <p:sldId id="333" r:id="rId10"/>
    <p:sldId id="2147480070" r:id="rId11"/>
    <p:sldId id="2147480146" r:id="rId12"/>
    <p:sldId id="2147375597" r:id="rId13"/>
    <p:sldId id="2147480145" r:id="rId14"/>
    <p:sldId id="2147480144" r:id="rId15"/>
    <p:sldId id="300" r:id="rId16"/>
    <p:sldId id="2147480071" r:id="rId17"/>
    <p:sldId id="2147480073" r:id="rId18"/>
    <p:sldId id="2147480074" r:id="rId19"/>
    <p:sldId id="2147480075" r:id="rId20"/>
    <p:sldId id="2147480141" r:id="rId21"/>
    <p:sldId id="260" r:id="rId22"/>
    <p:sldId id="301" r:id="rId23"/>
    <p:sldId id="302" r:id="rId24"/>
    <p:sldId id="303" r:id="rId25"/>
    <p:sldId id="312" r:id="rId26"/>
    <p:sldId id="313" r:id="rId27"/>
    <p:sldId id="311" r:id="rId28"/>
    <p:sldId id="310" r:id="rId29"/>
    <p:sldId id="2147480161" r:id="rId30"/>
    <p:sldId id="315" r:id="rId31"/>
    <p:sldId id="2147480149" r:id="rId32"/>
    <p:sldId id="2147480151" r:id="rId33"/>
    <p:sldId id="2147480152" r:id="rId34"/>
    <p:sldId id="2147480153" r:id="rId35"/>
    <p:sldId id="2147480155" r:id="rId36"/>
    <p:sldId id="2147480156" r:id="rId37"/>
    <p:sldId id="2147480157" r:id="rId38"/>
    <p:sldId id="2147480159" r:id="rId39"/>
    <p:sldId id="2147480160" r:id="rId40"/>
    <p:sldId id="2147480143" r:id="rId41"/>
    <p:sldId id="2147480077" r:id="rId42"/>
    <p:sldId id="2147480076" r:id="rId43"/>
    <p:sldId id="2147480079" r:id="rId44"/>
    <p:sldId id="308" r:id="rId45"/>
    <p:sldId id="2147480078" r:id="rId46"/>
    <p:sldId id="2147480081" r:id="rId47"/>
    <p:sldId id="309" r:id="rId48"/>
    <p:sldId id="2147480083" r:id="rId49"/>
    <p:sldId id="2147480082" r:id="rId50"/>
    <p:sldId id="2147480142" r:id="rId51"/>
    <p:sldId id="2147480086" r:id="rId52"/>
    <p:sldId id="2147480084" r:id="rId53"/>
    <p:sldId id="2147480085" r:id="rId54"/>
    <p:sldId id="2147480139" r:id="rId55"/>
    <p:sldId id="2147480092" r:id="rId56"/>
    <p:sldId id="2147480088" r:id="rId57"/>
    <p:sldId id="2147480089" r:id="rId58"/>
    <p:sldId id="2147480090" r:id="rId59"/>
    <p:sldId id="2147480091" r:id="rId60"/>
    <p:sldId id="2147480094" r:id="rId61"/>
    <p:sldId id="2147480095" r:id="rId62"/>
    <p:sldId id="2147480098" r:id="rId63"/>
    <p:sldId id="2147480100" r:id="rId64"/>
    <p:sldId id="2147480099" r:id="rId65"/>
    <p:sldId id="2147480101" r:id="rId66"/>
    <p:sldId id="2147480104" r:id="rId67"/>
    <p:sldId id="2147480103" r:id="rId68"/>
    <p:sldId id="2147480105" r:id="rId69"/>
    <p:sldId id="2147480106" r:id="rId70"/>
    <p:sldId id="2147480102" r:id="rId71"/>
    <p:sldId id="2147480137" r:id="rId72"/>
    <p:sldId id="2147480096" r:id="rId73"/>
    <p:sldId id="2147480111" r:id="rId74"/>
    <p:sldId id="2147480113" r:id="rId75"/>
    <p:sldId id="2147480112" r:id="rId76"/>
    <p:sldId id="327" r:id="rId77"/>
    <p:sldId id="2147480068" r:id="rId78"/>
    <p:sldId id="2147480114" r:id="rId79"/>
    <p:sldId id="2147480115" r:id="rId80"/>
    <p:sldId id="2147480138" r:id="rId81"/>
    <p:sldId id="2147480116" r:id="rId82"/>
    <p:sldId id="328" r:id="rId83"/>
    <p:sldId id="329" r:id="rId84"/>
    <p:sldId id="330" r:id="rId85"/>
    <p:sldId id="2147480117" r:id="rId86"/>
    <p:sldId id="2147480118" r:id="rId87"/>
    <p:sldId id="2147480120" r:id="rId88"/>
    <p:sldId id="2147480135" r:id="rId89"/>
    <p:sldId id="2147480121" r:id="rId90"/>
    <p:sldId id="2147480132" r:id="rId91"/>
    <p:sldId id="2147480133" r:id="rId92"/>
    <p:sldId id="2147480125" r:id="rId93"/>
    <p:sldId id="2147480127" r:id="rId94"/>
    <p:sldId id="2147480128" r:id="rId95"/>
    <p:sldId id="2147480129" r:id="rId96"/>
    <p:sldId id="2147480134" r:id="rId97"/>
    <p:sldId id="2147480130" r:id="rId98"/>
    <p:sldId id="2147480131" r:id="rId99"/>
    <p:sldId id="2147480136" r:id="rId100"/>
    <p:sldId id="331" r:id="rId101"/>
    <p:sldId id="2147480123" r:id="rId102"/>
    <p:sldId id="2147480124" r:id="rId103"/>
    <p:sldId id="2147480140" r:id="rId10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405"/>
  </p:normalViewPr>
  <p:slideViewPr>
    <p:cSldViewPr snapToGrid="0">
      <p:cViewPr>
        <p:scale>
          <a:sx n="73" d="100"/>
          <a:sy n="73" d="100"/>
        </p:scale>
        <p:origin x="60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slide" Target="slides/slide85.xml"/><Relationship Id="rId16" Type="http://schemas.openxmlformats.org/officeDocument/2006/relationships/slide" Target="slides/slide12.xml"/><Relationship Id="rId107" Type="http://schemas.openxmlformats.org/officeDocument/2006/relationships/viewProps" Target="viewProps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5" Type="http://schemas.openxmlformats.org/officeDocument/2006/relationships/slide" Target="slides/slide1.xml"/><Relationship Id="rId90" Type="http://schemas.openxmlformats.org/officeDocument/2006/relationships/slide" Target="slides/slide86.xml"/><Relationship Id="rId95" Type="http://schemas.openxmlformats.org/officeDocument/2006/relationships/slide" Target="slides/slide9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08" Type="http://schemas.openxmlformats.org/officeDocument/2006/relationships/theme" Target="theme/theme1.xml"/><Relationship Id="rId54" Type="http://schemas.openxmlformats.org/officeDocument/2006/relationships/slide" Target="slides/slide50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91" Type="http://schemas.openxmlformats.org/officeDocument/2006/relationships/slide" Target="slides/slide87.xml"/><Relationship Id="rId96" Type="http://schemas.openxmlformats.org/officeDocument/2006/relationships/slide" Target="slides/slide9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6" Type="http://schemas.openxmlformats.org/officeDocument/2006/relationships/presProps" Target="pres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tableStyles" Target="tableStyles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slide" Target="slides/slide100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microsoft.com/office/2016/11/relationships/changesInfo" Target="changesInfos/changesInfo1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3" Type="http://schemas.openxmlformats.org/officeDocument/2006/relationships/slideMaster" Target="slideMasters/slideMaster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slide" Target="slides/slide8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 Hawblitzel" userId="a8c48eef2a52f1db" providerId="LiveId" clId="{3B76E6B8-BC45-4E45-91C6-F0F33EC631A4}"/>
    <pc:docChg chg="undo redo custSel addSld delSld modSld sldOrd modMainMaster">
      <pc:chgData name="Chris Hawblitzel" userId="a8c48eef2a52f1db" providerId="LiveId" clId="{3B76E6B8-BC45-4E45-91C6-F0F33EC631A4}" dt="2026-05-20T21:30:55.080" v="18925"/>
      <pc:docMkLst>
        <pc:docMk/>
      </pc:docMkLst>
      <pc:sldChg chg="addSp delSp modSp mod modClrScheme modAnim chgLayout">
        <pc:chgData name="Chris Hawblitzel" userId="a8c48eef2a52f1db" providerId="LiveId" clId="{3B76E6B8-BC45-4E45-91C6-F0F33EC631A4}" dt="2026-05-12T15:18:36.595" v="18255"/>
        <pc:sldMkLst>
          <pc:docMk/>
          <pc:sldMk cId="36427644" sldId="257"/>
        </pc:sldMkLst>
        <pc:spChg chg="mod ord">
          <ac:chgData name="Chris Hawblitzel" userId="a8c48eef2a52f1db" providerId="LiveId" clId="{3B76E6B8-BC45-4E45-91C6-F0F33EC631A4}" dt="2026-05-10T01:36:08.088" v="2131" actId="14100"/>
          <ac:spMkLst>
            <pc:docMk/>
            <pc:sldMk cId="36427644" sldId="257"/>
            <ac:spMk id="2" creationId="{2D837FAB-52CF-4E00-1987-3C45864E0B98}"/>
          </ac:spMkLst>
        </pc:spChg>
        <pc:spChg chg="mod ord">
          <ac:chgData name="Chris Hawblitzel" userId="a8c48eef2a52f1db" providerId="LiveId" clId="{3B76E6B8-BC45-4E45-91C6-F0F33EC631A4}" dt="2026-05-10T01:36:11.813" v="2132" actId="1076"/>
          <ac:spMkLst>
            <pc:docMk/>
            <pc:sldMk cId="36427644" sldId="257"/>
            <ac:spMk id="3" creationId="{10E87210-B2FE-C40F-1BEC-5250D48BCFA6}"/>
          </ac:spMkLst>
        </pc:spChg>
        <pc:spChg chg="mod">
          <ac:chgData name="Chris Hawblitzel" userId="a8c48eef2a52f1db" providerId="LiveId" clId="{3B76E6B8-BC45-4E45-91C6-F0F33EC631A4}" dt="2026-05-09T19:27:29.781" v="490" actId="403"/>
          <ac:spMkLst>
            <pc:docMk/>
            <pc:sldMk cId="36427644" sldId="257"/>
            <ac:spMk id="6" creationId="{98CC68F4-F0CD-1B4C-1803-813EBE1EEF8B}"/>
          </ac:spMkLst>
        </pc:spChg>
        <pc:picChg chg="add mod">
          <ac:chgData name="Chris Hawblitzel" userId="a8c48eef2a52f1db" providerId="LiveId" clId="{3B76E6B8-BC45-4E45-91C6-F0F33EC631A4}" dt="2026-05-09T19:36:34.055" v="514" actId="1076"/>
          <ac:picMkLst>
            <pc:docMk/>
            <pc:sldMk cId="36427644" sldId="257"/>
            <ac:picMk id="11" creationId="{10D914D2-7854-CB53-B1EA-A8FE1C386EDD}"/>
          </ac:picMkLst>
        </pc:picChg>
      </pc:sldChg>
      <pc:sldChg chg="delSp modSp mod modClrScheme chgLayout">
        <pc:chgData name="Chris Hawblitzel" userId="a8c48eef2a52f1db" providerId="LiveId" clId="{3B76E6B8-BC45-4E45-91C6-F0F33EC631A4}" dt="2026-05-09T22:35:03.718" v="1612" actId="478"/>
        <pc:sldMkLst>
          <pc:docMk/>
          <pc:sldMk cId="2352792657" sldId="260"/>
        </pc:sldMkLst>
        <pc:spChg chg="mod ord">
          <ac:chgData name="Chris Hawblitzel" userId="a8c48eef2a52f1db" providerId="LiveId" clId="{3B76E6B8-BC45-4E45-91C6-F0F33EC631A4}" dt="2026-05-09T22:32:33.971" v="1595" actId="700"/>
          <ac:spMkLst>
            <pc:docMk/>
            <pc:sldMk cId="2352792657" sldId="260"/>
            <ac:spMk id="2" creationId="{00000000-0000-0000-0000-000000000000}"/>
          </ac:spMkLst>
        </pc:spChg>
      </pc:sldChg>
      <pc:sldChg chg="delSp mod">
        <pc:chgData name="Chris Hawblitzel" userId="a8c48eef2a52f1db" providerId="LiveId" clId="{3B76E6B8-BC45-4E45-91C6-F0F33EC631A4}" dt="2026-05-09T22:34:07.842" v="1602" actId="478"/>
        <pc:sldMkLst>
          <pc:docMk/>
          <pc:sldMk cId="3864248483" sldId="288"/>
        </pc:sldMkLst>
      </pc:sldChg>
      <pc:sldChg chg="delSp mod">
        <pc:chgData name="Chris Hawblitzel" userId="a8c48eef2a52f1db" providerId="LiveId" clId="{3B76E6B8-BC45-4E45-91C6-F0F33EC631A4}" dt="2026-05-09T22:34:11.198" v="1603" actId="478"/>
        <pc:sldMkLst>
          <pc:docMk/>
          <pc:sldMk cId="3500564191" sldId="294"/>
        </pc:sldMkLst>
      </pc:sldChg>
      <pc:sldChg chg="delSp mod">
        <pc:chgData name="Chris Hawblitzel" userId="a8c48eef2a52f1db" providerId="LiveId" clId="{3B76E6B8-BC45-4E45-91C6-F0F33EC631A4}" dt="2026-05-09T22:35:32.265" v="1620" actId="478"/>
        <pc:sldMkLst>
          <pc:docMk/>
          <pc:sldMk cId="519796337" sldId="295"/>
        </pc:sldMkLst>
      </pc:sldChg>
      <pc:sldChg chg="delSp mod">
        <pc:chgData name="Chris Hawblitzel" userId="a8c48eef2a52f1db" providerId="LiveId" clId="{3B76E6B8-BC45-4E45-91C6-F0F33EC631A4}" dt="2026-05-09T22:35:34.926" v="1621" actId="478"/>
        <pc:sldMkLst>
          <pc:docMk/>
          <pc:sldMk cId="3435721003" sldId="296"/>
        </pc:sldMkLst>
      </pc:sldChg>
      <pc:sldChg chg="delSp mod">
        <pc:chgData name="Chris Hawblitzel" userId="a8c48eef2a52f1db" providerId="LiveId" clId="{3B76E6B8-BC45-4E45-91C6-F0F33EC631A4}" dt="2026-05-09T22:35:38.114" v="1622" actId="478"/>
        <pc:sldMkLst>
          <pc:docMk/>
          <pc:sldMk cId="1386696710" sldId="297"/>
        </pc:sldMkLst>
      </pc:sldChg>
      <pc:sldChg chg="delSp mod">
        <pc:chgData name="Chris Hawblitzel" userId="a8c48eef2a52f1db" providerId="LiveId" clId="{3B76E6B8-BC45-4E45-91C6-F0F33EC631A4}" dt="2026-05-09T22:35:43.987" v="1624" actId="478"/>
        <pc:sldMkLst>
          <pc:docMk/>
          <pc:sldMk cId="1338474992" sldId="298"/>
        </pc:sldMkLst>
      </pc:sldChg>
      <pc:sldChg chg="delSp mod">
        <pc:chgData name="Chris Hawblitzel" userId="a8c48eef2a52f1db" providerId="LiveId" clId="{3B76E6B8-BC45-4E45-91C6-F0F33EC631A4}" dt="2026-05-09T22:35:46.252" v="1625" actId="478"/>
        <pc:sldMkLst>
          <pc:docMk/>
          <pc:sldMk cId="2856878915" sldId="299"/>
        </pc:sldMkLst>
      </pc:sldChg>
      <pc:sldChg chg="delSp modSp mod modClrScheme chgLayout">
        <pc:chgData name="Chris Hawblitzel" userId="a8c48eef2a52f1db" providerId="LiveId" clId="{3B76E6B8-BC45-4E45-91C6-F0F33EC631A4}" dt="2026-05-10T01:37:38.054" v="2138" actId="700"/>
        <pc:sldMkLst>
          <pc:docMk/>
          <pc:sldMk cId="205277776" sldId="300"/>
        </pc:sldMkLst>
        <pc:spChg chg="mod ord">
          <ac:chgData name="Chris Hawblitzel" userId="a8c48eef2a52f1db" providerId="LiveId" clId="{3B76E6B8-BC45-4E45-91C6-F0F33EC631A4}" dt="2026-05-10T01:37:38.054" v="2138" actId="700"/>
          <ac:spMkLst>
            <pc:docMk/>
            <pc:sldMk cId="205277776" sldId="300"/>
            <ac:spMk id="2" creationId="{8AEA386F-E5E1-D60E-E001-25115FA93A7B}"/>
          </ac:spMkLst>
        </pc:spChg>
        <pc:spChg chg="mod">
          <ac:chgData name="Chris Hawblitzel" userId="a8c48eef2a52f1db" providerId="LiveId" clId="{3B76E6B8-BC45-4E45-91C6-F0F33EC631A4}" dt="2026-05-10T00:17:48.610" v="1931" actId="403"/>
          <ac:spMkLst>
            <pc:docMk/>
            <pc:sldMk cId="205277776" sldId="300"/>
            <ac:spMk id="4" creationId="{ADF9D6D8-95ED-B38B-992D-BB78386C6AA1}"/>
          </ac:spMkLst>
        </pc:spChg>
        <pc:spChg chg="mod">
          <ac:chgData name="Chris Hawblitzel" userId="a8c48eef2a52f1db" providerId="LiveId" clId="{3B76E6B8-BC45-4E45-91C6-F0F33EC631A4}" dt="2026-05-10T00:18:03.984" v="1935" actId="1076"/>
          <ac:spMkLst>
            <pc:docMk/>
            <pc:sldMk cId="205277776" sldId="300"/>
            <ac:spMk id="5" creationId="{3D70F4AA-6FEC-B77D-76BC-20322F95B3C4}"/>
          </ac:spMkLst>
        </pc:spChg>
        <pc:spChg chg="mod">
          <ac:chgData name="Chris Hawblitzel" userId="a8c48eef2a52f1db" providerId="LiveId" clId="{3B76E6B8-BC45-4E45-91C6-F0F33EC631A4}" dt="2026-05-09T21:16:28.698" v="845" actId="20577"/>
          <ac:spMkLst>
            <pc:docMk/>
            <pc:sldMk cId="205277776" sldId="300"/>
            <ac:spMk id="15" creationId="{05F4BC41-225F-E96C-6F2D-A320E1E75D53}"/>
          </ac:spMkLst>
        </pc:spChg>
        <pc:cxnChg chg="mod">
          <ac:chgData name="Chris Hawblitzel" userId="a8c48eef2a52f1db" providerId="LiveId" clId="{3B76E6B8-BC45-4E45-91C6-F0F33EC631A4}" dt="2026-05-10T00:17:55.541" v="1933" actId="14100"/>
          <ac:cxnSpMkLst>
            <pc:docMk/>
            <pc:sldMk cId="205277776" sldId="300"/>
            <ac:cxnSpMk id="22" creationId="{84D0AC0C-089F-59F1-74C0-739D37384EAD}"/>
          </ac:cxnSpMkLst>
        </pc:cxnChg>
        <pc:cxnChg chg="mod">
          <ac:chgData name="Chris Hawblitzel" userId="a8c48eef2a52f1db" providerId="LiveId" clId="{3B76E6B8-BC45-4E45-91C6-F0F33EC631A4}" dt="2026-05-10T00:18:06.560" v="1936" actId="14100"/>
          <ac:cxnSpMkLst>
            <pc:docMk/>
            <pc:sldMk cId="205277776" sldId="300"/>
            <ac:cxnSpMk id="25" creationId="{16273976-1E90-53DB-1D38-0717F3DFC037}"/>
          </ac:cxnSpMkLst>
        </pc:cxnChg>
        <pc:cxnChg chg="mod">
          <ac:chgData name="Chris Hawblitzel" userId="a8c48eef2a52f1db" providerId="LiveId" clId="{3B76E6B8-BC45-4E45-91C6-F0F33EC631A4}" dt="2026-05-10T00:18:09.633" v="1937" actId="14100"/>
          <ac:cxnSpMkLst>
            <pc:docMk/>
            <pc:sldMk cId="205277776" sldId="300"/>
            <ac:cxnSpMk id="29" creationId="{88532A2C-5402-046E-A1A5-C509C18E6BFD}"/>
          </ac:cxnSpMkLst>
        </pc:cxnChg>
      </pc:sldChg>
      <pc:sldChg chg="delSp modSp mod modClrScheme chgLayout">
        <pc:chgData name="Chris Hawblitzel" userId="a8c48eef2a52f1db" providerId="LiveId" clId="{3B76E6B8-BC45-4E45-91C6-F0F33EC631A4}" dt="2026-05-09T22:35:06.678" v="1613" actId="478"/>
        <pc:sldMkLst>
          <pc:docMk/>
          <pc:sldMk cId="2196998623" sldId="301"/>
        </pc:sldMkLst>
        <pc:spChg chg="mod ord">
          <ac:chgData name="Chris Hawblitzel" userId="a8c48eef2a52f1db" providerId="LiveId" clId="{3B76E6B8-BC45-4E45-91C6-F0F33EC631A4}" dt="2026-05-09T22:32:10.425" v="1593" actId="700"/>
          <ac:spMkLst>
            <pc:docMk/>
            <pc:sldMk cId="2196998623" sldId="301"/>
            <ac:spMk id="2" creationId="{EB52A4B4-64E0-5465-A0CE-26B987F26D3B}"/>
          </ac:spMkLst>
        </pc:spChg>
      </pc:sldChg>
      <pc:sldChg chg="delSp modSp mod modClrScheme chgLayout">
        <pc:chgData name="Chris Hawblitzel" userId="a8c48eef2a52f1db" providerId="LiveId" clId="{3B76E6B8-BC45-4E45-91C6-F0F33EC631A4}" dt="2026-05-09T22:35:09.229" v="1614" actId="478"/>
        <pc:sldMkLst>
          <pc:docMk/>
          <pc:sldMk cId="197431462" sldId="302"/>
        </pc:sldMkLst>
        <pc:spChg chg="mod ord">
          <ac:chgData name="Chris Hawblitzel" userId="a8c48eef2a52f1db" providerId="LiveId" clId="{3B76E6B8-BC45-4E45-91C6-F0F33EC631A4}" dt="2026-05-09T22:31:41.249" v="1591" actId="700"/>
          <ac:spMkLst>
            <pc:docMk/>
            <pc:sldMk cId="197431462" sldId="302"/>
            <ac:spMk id="2" creationId="{EB52A4B4-64E0-5465-A0CE-26B987F26D3B}"/>
          </ac:spMkLst>
        </pc:spChg>
      </pc:sldChg>
      <pc:sldChg chg="delSp mod">
        <pc:chgData name="Chris Hawblitzel" userId="a8c48eef2a52f1db" providerId="LiveId" clId="{3B76E6B8-BC45-4E45-91C6-F0F33EC631A4}" dt="2026-05-09T22:35:14.795" v="1616" actId="478"/>
        <pc:sldMkLst>
          <pc:docMk/>
          <pc:sldMk cId="1330201366" sldId="303"/>
        </pc:sldMkLst>
      </pc:sldChg>
      <pc:sldChg chg="delSp mod">
        <pc:chgData name="Chris Hawblitzel" userId="a8c48eef2a52f1db" providerId="LiveId" clId="{3B76E6B8-BC45-4E45-91C6-F0F33EC631A4}" dt="2026-05-09T22:34:15.164" v="1604" actId="478"/>
        <pc:sldMkLst>
          <pc:docMk/>
          <pc:sldMk cId="3877036378" sldId="304"/>
        </pc:sldMkLst>
      </pc:sldChg>
      <pc:sldChg chg="delSp mod">
        <pc:chgData name="Chris Hawblitzel" userId="a8c48eef2a52f1db" providerId="LiveId" clId="{3B76E6B8-BC45-4E45-91C6-F0F33EC631A4}" dt="2026-05-09T22:35:27.648" v="1619" actId="478"/>
        <pc:sldMkLst>
          <pc:docMk/>
          <pc:sldMk cId="2119737118" sldId="305"/>
        </pc:sldMkLst>
      </pc:sldChg>
      <pc:sldChg chg="addSp delSp modSp mod modClrScheme chgLayout">
        <pc:chgData name="Chris Hawblitzel" userId="a8c48eef2a52f1db" providerId="LiveId" clId="{3B76E6B8-BC45-4E45-91C6-F0F33EC631A4}" dt="2026-05-10T17:29:11.820" v="5149" actId="20577"/>
        <pc:sldMkLst>
          <pc:docMk/>
          <pc:sldMk cId="3541455191" sldId="308"/>
        </pc:sldMkLst>
        <pc:spChg chg="mod ord">
          <ac:chgData name="Chris Hawblitzel" userId="a8c48eef2a52f1db" providerId="LiveId" clId="{3B76E6B8-BC45-4E45-91C6-F0F33EC631A4}" dt="2026-05-10T17:29:11.820" v="5149" actId="20577"/>
          <ac:spMkLst>
            <pc:docMk/>
            <pc:sldMk cId="3541455191" sldId="308"/>
            <ac:spMk id="2" creationId="{2C390AED-EC94-A7C3-76F9-C5B20220F0F3}"/>
          </ac:spMkLst>
        </pc:spChg>
        <pc:spChg chg="add mod">
          <ac:chgData name="Chris Hawblitzel" userId="a8c48eef2a52f1db" providerId="LiveId" clId="{3B76E6B8-BC45-4E45-91C6-F0F33EC631A4}" dt="2026-05-10T11:35:22.852" v="3251" actId="6549"/>
          <ac:spMkLst>
            <pc:docMk/>
            <pc:sldMk cId="3541455191" sldId="308"/>
            <ac:spMk id="5" creationId="{C050D26F-E355-2B46-583E-00B1DF3DAE9C}"/>
          </ac:spMkLst>
        </pc:spChg>
        <pc:spChg chg="add mod">
          <ac:chgData name="Chris Hawblitzel" userId="a8c48eef2a52f1db" providerId="LiveId" clId="{3B76E6B8-BC45-4E45-91C6-F0F33EC631A4}" dt="2026-05-10T11:28:22.295" v="3172"/>
          <ac:spMkLst>
            <pc:docMk/>
            <pc:sldMk cId="3541455191" sldId="308"/>
            <ac:spMk id="6" creationId="{9ADB469E-DE49-CCED-C6DF-FD905E4D1E38}"/>
          </ac:spMkLst>
        </pc:spChg>
        <pc:cxnChg chg="add mod">
          <ac:chgData name="Chris Hawblitzel" userId="a8c48eef2a52f1db" providerId="LiveId" clId="{3B76E6B8-BC45-4E45-91C6-F0F33EC631A4}" dt="2026-05-10T11:26:36.960" v="3112" actId="14100"/>
          <ac:cxnSpMkLst>
            <pc:docMk/>
            <pc:sldMk cId="3541455191" sldId="308"/>
            <ac:cxnSpMk id="8" creationId="{138986AF-3E65-AB0A-34D8-BB52B08402A9}"/>
          </ac:cxnSpMkLst>
        </pc:cxnChg>
        <pc:cxnChg chg="add mod">
          <ac:chgData name="Chris Hawblitzel" userId="a8c48eef2a52f1db" providerId="LiveId" clId="{3B76E6B8-BC45-4E45-91C6-F0F33EC631A4}" dt="2026-05-10T11:27:02.984" v="3123" actId="14100"/>
          <ac:cxnSpMkLst>
            <pc:docMk/>
            <pc:sldMk cId="3541455191" sldId="308"/>
            <ac:cxnSpMk id="12" creationId="{26B75CA0-5517-F237-3733-7502C7B36C0C}"/>
          </ac:cxnSpMkLst>
        </pc:cxnChg>
      </pc:sldChg>
      <pc:sldChg chg="delSp modSp mod delAnim">
        <pc:chgData name="Chris Hawblitzel" userId="a8c48eef2a52f1db" providerId="LiveId" clId="{3B76E6B8-BC45-4E45-91C6-F0F33EC631A4}" dt="2026-05-10T16:33:33.654" v="4911" actId="20577"/>
        <pc:sldMkLst>
          <pc:docMk/>
          <pc:sldMk cId="4217269912" sldId="309"/>
        </pc:sldMkLst>
        <pc:spChg chg="mod">
          <ac:chgData name="Chris Hawblitzel" userId="a8c48eef2a52f1db" providerId="LiveId" clId="{3B76E6B8-BC45-4E45-91C6-F0F33EC631A4}" dt="2026-05-10T00:46:46.401" v="1996" actId="20577"/>
          <ac:spMkLst>
            <pc:docMk/>
            <pc:sldMk cId="4217269912" sldId="309"/>
            <ac:spMk id="2" creationId="{203356A4-3BD5-FF44-00B3-7C1D30EDB7A0}"/>
          </ac:spMkLst>
        </pc:spChg>
        <pc:spChg chg="mod">
          <ac:chgData name="Chris Hawblitzel" userId="a8c48eef2a52f1db" providerId="LiveId" clId="{3B76E6B8-BC45-4E45-91C6-F0F33EC631A4}" dt="2026-05-10T16:33:33.654" v="4911" actId="20577"/>
          <ac:spMkLst>
            <pc:docMk/>
            <pc:sldMk cId="4217269912" sldId="309"/>
            <ac:spMk id="4" creationId="{703DEB53-5977-F91E-E627-08203116C8CE}"/>
          </ac:spMkLst>
        </pc:spChg>
      </pc:sldChg>
      <pc:sldChg chg="delSp mod ord">
        <pc:chgData name="Chris Hawblitzel" userId="a8c48eef2a52f1db" providerId="LiveId" clId="{3B76E6B8-BC45-4E45-91C6-F0F33EC631A4}" dt="2026-05-10T01:21:51.181" v="2023"/>
        <pc:sldMkLst>
          <pc:docMk/>
          <pc:sldMk cId="2473316877" sldId="310"/>
        </pc:sldMkLst>
      </pc:sldChg>
      <pc:sldChg chg="delSp mod ord">
        <pc:chgData name="Chris Hawblitzel" userId="a8c48eef2a52f1db" providerId="LiveId" clId="{3B76E6B8-BC45-4E45-91C6-F0F33EC631A4}" dt="2026-05-10T01:21:51.181" v="2023"/>
        <pc:sldMkLst>
          <pc:docMk/>
          <pc:sldMk cId="1277829258" sldId="311"/>
        </pc:sldMkLst>
      </pc:sldChg>
      <pc:sldChg chg="delSp mod ord">
        <pc:chgData name="Chris Hawblitzel" userId="a8c48eef2a52f1db" providerId="LiveId" clId="{3B76E6B8-BC45-4E45-91C6-F0F33EC631A4}" dt="2026-05-10T01:21:51.181" v="2023"/>
        <pc:sldMkLst>
          <pc:docMk/>
          <pc:sldMk cId="3086762143" sldId="312"/>
        </pc:sldMkLst>
      </pc:sldChg>
      <pc:sldChg chg="delSp mod ord">
        <pc:chgData name="Chris Hawblitzel" userId="a8c48eef2a52f1db" providerId="LiveId" clId="{3B76E6B8-BC45-4E45-91C6-F0F33EC631A4}" dt="2026-05-10T01:21:51.181" v="2023"/>
        <pc:sldMkLst>
          <pc:docMk/>
          <pc:sldMk cId="851077950" sldId="313"/>
        </pc:sldMkLst>
      </pc:sldChg>
      <pc:sldChg chg="delSp mod">
        <pc:chgData name="Chris Hawblitzel" userId="a8c48eef2a52f1db" providerId="LiveId" clId="{3B76E6B8-BC45-4E45-91C6-F0F33EC631A4}" dt="2026-05-09T22:35:41.511" v="1623" actId="478"/>
        <pc:sldMkLst>
          <pc:docMk/>
          <pc:sldMk cId="4155479347" sldId="314"/>
        </pc:sldMkLst>
      </pc:sldChg>
      <pc:sldChg chg="delSp mod">
        <pc:chgData name="Chris Hawblitzel" userId="a8c48eef2a52f1db" providerId="LiveId" clId="{3B76E6B8-BC45-4E45-91C6-F0F33EC631A4}" dt="2026-05-09T22:35:20.993" v="1618" actId="478"/>
        <pc:sldMkLst>
          <pc:docMk/>
          <pc:sldMk cId="1425598914" sldId="315"/>
        </pc:sldMkLst>
      </pc:sldChg>
      <pc:sldChg chg="delSp modSp add del mod ord">
        <pc:chgData name="Chris Hawblitzel" userId="a8c48eef2a52f1db" providerId="LiveId" clId="{3B76E6B8-BC45-4E45-91C6-F0F33EC631A4}" dt="2026-05-12T15:23:13.873" v="18265"/>
        <pc:sldMkLst>
          <pc:docMk/>
          <pc:sldMk cId="2874102004" sldId="327"/>
        </pc:sldMkLst>
        <pc:spChg chg="mod">
          <ac:chgData name="Chris Hawblitzel" userId="a8c48eef2a52f1db" providerId="LiveId" clId="{3B76E6B8-BC45-4E45-91C6-F0F33EC631A4}" dt="2026-05-12T13:34:04.160" v="15831" actId="20577"/>
          <ac:spMkLst>
            <pc:docMk/>
            <pc:sldMk cId="2874102004" sldId="327"/>
            <ac:spMk id="2" creationId="{5359DD96-63B9-43F0-BC9D-133888EF0AE0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5" creationId="{9F734FEA-30B5-42B6-B27B-4E9160840E80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6" creationId="{170F933E-D8A2-405D-8E2C-097F72C9D717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9" creationId="{FECADED4-FD58-4998-9FFA-7507CC112B2D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17" creationId="{29DAA85B-DAC6-44CF-ACFC-395F4334D28E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19" creationId="{F300B9B1-6FCA-40D3-A98C-3ACB37F8AB54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21" creationId="{1EFC3C65-3B70-4216-AE00-678A1A77AC83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23" creationId="{57F3996C-D95E-4D0D-9ADE-3294F5611396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24" creationId="{83350814-10D3-4CC1-B8D0-3BD8084E00A3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25" creationId="{66EC14FE-52EE-4BFA-BF4D-FBF17DE9A238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26" creationId="{0A53C260-F4FD-4FA7-8196-118AEC092827}"/>
          </ac:spMkLst>
        </pc:spChg>
      </pc:sldChg>
      <pc:sldChg chg="addSp delSp modSp add del mod ord">
        <pc:chgData name="Chris Hawblitzel" userId="a8c48eef2a52f1db" providerId="LiveId" clId="{3B76E6B8-BC45-4E45-91C6-F0F33EC631A4}" dt="2026-05-12T13:02:33.547" v="15515" actId="1076"/>
        <pc:sldMkLst>
          <pc:docMk/>
          <pc:sldMk cId="2074742567" sldId="328"/>
        </pc:sldMkLst>
        <pc:spChg chg="mod">
          <ac:chgData name="Chris Hawblitzel" userId="a8c48eef2a52f1db" providerId="LiveId" clId="{3B76E6B8-BC45-4E45-91C6-F0F33EC631A4}" dt="2026-05-12T12:59:20.998" v="15248" actId="20577"/>
          <ac:spMkLst>
            <pc:docMk/>
            <pc:sldMk cId="2074742567" sldId="328"/>
            <ac:spMk id="2" creationId="{1E2CB787-02C0-455F-C7DB-1EABBDDB5B0D}"/>
          </ac:spMkLst>
        </pc:spChg>
        <pc:spChg chg="add mod">
          <ac:chgData name="Chris Hawblitzel" userId="a8c48eef2a52f1db" providerId="LiveId" clId="{3B76E6B8-BC45-4E45-91C6-F0F33EC631A4}" dt="2026-05-12T13:02:33.547" v="15515" actId="1076"/>
          <ac:spMkLst>
            <pc:docMk/>
            <pc:sldMk cId="2074742567" sldId="328"/>
            <ac:spMk id="4" creationId="{DF4F83C5-24AC-86D6-36C8-F5D6AF5098CF}"/>
          </ac:spMkLst>
        </pc:spChg>
      </pc:sldChg>
      <pc:sldChg chg="delSp modSp add del mod">
        <pc:chgData name="Chris Hawblitzel" userId="a8c48eef2a52f1db" providerId="LiveId" clId="{3B76E6B8-BC45-4E45-91C6-F0F33EC631A4}" dt="2026-05-12T13:05:29.456" v="15637" actId="478"/>
        <pc:sldMkLst>
          <pc:docMk/>
          <pc:sldMk cId="1833658897" sldId="329"/>
        </pc:sldMkLst>
        <pc:spChg chg="mod">
          <ac:chgData name="Chris Hawblitzel" userId="a8c48eef2a52f1db" providerId="LiveId" clId="{3B76E6B8-BC45-4E45-91C6-F0F33EC631A4}" dt="2026-05-12T13:04:25.736" v="15546" actId="20577"/>
          <ac:spMkLst>
            <pc:docMk/>
            <pc:sldMk cId="1833658897" sldId="329"/>
            <ac:spMk id="2" creationId="{1E2CB787-02C0-455F-C7DB-1EABBDDB5B0D}"/>
          </ac:spMkLst>
        </pc:spChg>
        <pc:spChg chg="mod">
          <ac:chgData name="Chris Hawblitzel" userId="a8c48eef2a52f1db" providerId="LiveId" clId="{3B76E6B8-BC45-4E45-91C6-F0F33EC631A4}" dt="2026-05-12T13:05:00.022" v="15616" actId="20577"/>
          <ac:spMkLst>
            <pc:docMk/>
            <pc:sldMk cId="1833658897" sldId="329"/>
            <ac:spMk id="8" creationId="{AC407AE8-0A2F-29AE-93EF-E76511196167}"/>
          </ac:spMkLst>
        </pc:spChg>
        <pc:spChg chg="mod">
          <ac:chgData name="Chris Hawblitzel" userId="a8c48eef2a52f1db" providerId="LiveId" clId="{3B76E6B8-BC45-4E45-91C6-F0F33EC631A4}" dt="2026-05-12T13:05:20.623" v="15636" actId="20577"/>
          <ac:spMkLst>
            <pc:docMk/>
            <pc:sldMk cId="1833658897" sldId="329"/>
            <ac:spMk id="9" creationId="{205D050D-3BCE-AA4E-4AC9-58E10CB5B606}"/>
          </ac:spMkLst>
        </pc:spChg>
      </pc:sldChg>
      <pc:sldChg chg="add del">
        <pc:chgData name="Chris Hawblitzel" userId="a8c48eef2a52f1db" providerId="LiveId" clId="{3B76E6B8-BC45-4E45-91C6-F0F33EC631A4}" dt="2026-05-08T21:49:38.297" v="2"/>
        <pc:sldMkLst>
          <pc:docMk/>
          <pc:sldMk cId="3404129814" sldId="330"/>
        </pc:sldMkLst>
      </pc:sldChg>
      <pc:sldChg chg="addSp delSp modSp add del mod ord">
        <pc:chgData name="Chris Hawblitzel" userId="a8c48eef2a52f1db" providerId="LiveId" clId="{3B76E6B8-BC45-4E45-91C6-F0F33EC631A4}" dt="2026-05-12T14:13:03.977" v="17111"/>
        <pc:sldMkLst>
          <pc:docMk/>
          <pc:sldMk cId="1756500760" sldId="331"/>
        </pc:sldMkLst>
        <pc:spChg chg="mod">
          <ac:chgData name="Chris Hawblitzel" userId="a8c48eef2a52f1db" providerId="LiveId" clId="{3B76E6B8-BC45-4E45-91C6-F0F33EC631A4}" dt="2026-05-12T13:22:40.845" v="15734" actId="20577"/>
          <ac:spMkLst>
            <pc:docMk/>
            <pc:sldMk cId="1756500760" sldId="331"/>
            <ac:spMk id="3" creationId="{C9D37D53-4CD6-D362-66B3-AAE86E633757}"/>
          </ac:spMkLst>
        </pc:spChg>
        <pc:spChg chg="add mod">
          <ac:chgData name="Chris Hawblitzel" userId="a8c48eef2a52f1db" providerId="LiveId" clId="{3B76E6B8-BC45-4E45-91C6-F0F33EC631A4}" dt="2026-05-12T13:23:24.560" v="15783" actId="20577"/>
          <ac:spMkLst>
            <pc:docMk/>
            <pc:sldMk cId="1756500760" sldId="331"/>
            <ac:spMk id="11" creationId="{89EEE8C0-2810-6470-53EB-17F3EE162B7C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16" creationId="{0610CDD5-BF71-75B6-A0A2-037D9D5DD1E6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17" creationId="{1BA85272-2E7E-22A9-8C8D-2C5A9F232139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18" creationId="{16F0DE3F-89FF-F585-9473-6A146CB4DD63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19" creationId="{9B64F5BB-C767-FBF6-5B9B-1FC26BF1A025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20" creationId="{BB229F49-ED02-7CEE-7452-7C69793AD0CA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21" creationId="{D59024F3-9CA8-44FE-327E-7215A7E0F976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29" creationId="{BD7E30DB-7C01-061C-2107-3F8E8F3C2728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31" creationId="{0ECA299C-E50C-551D-A885-E6947574DE6D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32" creationId="{775E0D2F-B659-1AA8-5376-7D13BD2CBFF8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33" creationId="{4AE981A6-B7D1-D9D5-C212-63EA557D5253}"/>
          </ac:spMkLst>
        </pc:spChg>
      </pc:sldChg>
      <pc:sldChg chg="modSp add del mod ord">
        <pc:chgData name="Chris Hawblitzel" userId="a8c48eef2a52f1db" providerId="LiveId" clId="{3B76E6B8-BC45-4E45-91C6-F0F33EC631A4}" dt="2026-05-10T12:42:35.696" v="4555" actId="14100"/>
        <pc:sldMkLst>
          <pc:docMk/>
          <pc:sldMk cId="3694894834" sldId="332"/>
        </pc:sldMkLst>
        <pc:spChg chg="mod">
          <ac:chgData name="Chris Hawblitzel" userId="a8c48eef2a52f1db" providerId="LiveId" clId="{3B76E6B8-BC45-4E45-91C6-F0F33EC631A4}" dt="2026-05-10T12:42:35.696" v="4555" actId="14100"/>
          <ac:spMkLst>
            <pc:docMk/>
            <pc:sldMk cId="3694894834" sldId="332"/>
            <ac:spMk id="22" creationId="{D6DA60C0-5267-47F6-AF7C-7DF60D7F26E4}"/>
          </ac:spMkLst>
        </pc:spChg>
        <pc:cxnChg chg="mod">
          <ac:chgData name="Chris Hawblitzel" userId="a8c48eef2a52f1db" providerId="LiveId" clId="{3B76E6B8-BC45-4E45-91C6-F0F33EC631A4}" dt="2026-05-10T12:42:35.696" v="4555" actId="14100"/>
          <ac:cxnSpMkLst>
            <pc:docMk/>
            <pc:sldMk cId="3694894834" sldId="332"/>
            <ac:cxnSpMk id="24" creationId="{F03FA2CD-CD2B-45A7-B793-A2180C5BFB8C}"/>
          </ac:cxnSpMkLst>
        </pc:cxnChg>
      </pc:sldChg>
      <pc:sldChg chg="modSp add del mod ord modClrScheme chgLayout">
        <pc:chgData name="Chris Hawblitzel" userId="a8c48eef2a52f1db" providerId="LiveId" clId="{3B76E6B8-BC45-4E45-91C6-F0F33EC631A4}" dt="2026-05-10T01:37:16.528" v="2136" actId="700"/>
        <pc:sldMkLst>
          <pc:docMk/>
          <pc:sldMk cId="1140677978" sldId="333"/>
        </pc:sldMkLst>
        <pc:spChg chg="mod ord">
          <ac:chgData name="Chris Hawblitzel" userId="a8c48eef2a52f1db" providerId="LiveId" clId="{3B76E6B8-BC45-4E45-91C6-F0F33EC631A4}" dt="2026-05-10T01:37:16.528" v="2136" actId="700"/>
          <ac:spMkLst>
            <pc:docMk/>
            <pc:sldMk cId="1140677978" sldId="333"/>
            <ac:spMk id="2" creationId="{6FFA9354-5BD5-FB7E-6C15-16BEDAB248A7}"/>
          </ac:spMkLst>
        </pc:spChg>
        <pc:spChg chg="mod">
          <ac:chgData name="Chris Hawblitzel" userId="a8c48eef2a52f1db" providerId="LiveId" clId="{3B76E6B8-BC45-4E45-91C6-F0F33EC631A4}" dt="2026-05-09T21:20:18.051" v="873" actId="20577"/>
          <ac:spMkLst>
            <pc:docMk/>
            <pc:sldMk cId="1140677978" sldId="333"/>
            <ac:spMk id="3" creationId="{C1DD35A3-02D2-9806-6E13-317417F2F0CB}"/>
          </ac:spMkLst>
        </pc:spChg>
      </pc:sldChg>
      <pc:sldChg chg="delSp modSp add del mod ord">
        <pc:chgData name="Chris Hawblitzel" userId="a8c48eef2a52f1db" providerId="LiveId" clId="{3B76E6B8-BC45-4E45-91C6-F0F33EC631A4}" dt="2026-05-09T22:34:30.947" v="1606" actId="478"/>
        <pc:sldMkLst>
          <pc:docMk/>
          <pc:sldMk cId="1159451321" sldId="335"/>
        </pc:sldMkLst>
        <pc:spChg chg="mod">
          <ac:chgData name="Chris Hawblitzel" userId="a8c48eef2a52f1db" providerId="LiveId" clId="{3B76E6B8-BC45-4E45-91C6-F0F33EC631A4}" dt="2026-05-09T21:34:04.244" v="902" actId="2711"/>
          <ac:spMkLst>
            <pc:docMk/>
            <pc:sldMk cId="1159451321" sldId="335"/>
            <ac:spMk id="5" creationId="{38A9105B-F06B-8045-C32B-149CB5334E22}"/>
          </ac:spMkLst>
        </pc:spChg>
      </pc:sldChg>
      <pc:sldChg chg="delSp modSp add del mod ord">
        <pc:chgData name="Chris Hawblitzel" userId="a8c48eef2a52f1db" providerId="LiveId" clId="{3B76E6B8-BC45-4E45-91C6-F0F33EC631A4}" dt="2026-05-09T22:34:40.269" v="1607" actId="478"/>
        <pc:sldMkLst>
          <pc:docMk/>
          <pc:sldMk cId="452022518" sldId="336"/>
        </pc:sldMkLst>
        <pc:spChg chg="mod">
          <ac:chgData name="Chris Hawblitzel" userId="a8c48eef2a52f1db" providerId="LiveId" clId="{3B76E6B8-BC45-4E45-91C6-F0F33EC631A4}" dt="2026-05-09T21:34:23.029" v="903" actId="2711"/>
          <ac:spMkLst>
            <pc:docMk/>
            <pc:sldMk cId="452022518" sldId="336"/>
            <ac:spMk id="5" creationId="{38A9105B-F06B-8045-C32B-149CB5334E22}"/>
          </ac:spMkLst>
        </pc:spChg>
      </pc:sldChg>
      <pc:sldChg chg="addSp delSp modSp add del mod ord delAnim modAnim">
        <pc:chgData name="Chris Hawblitzel" userId="a8c48eef2a52f1db" providerId="LiveId" clId="{3B76E6B8-BC45-4E45-91C6-F0F33EC631A4}" dt="2026-05-12T03:12:35.892" v="14491" actId="20577"/>
        <pc:sldMkLst>
          <pc:docMk/>
          <pc:sldMk cId="2340759115" sldId="2147480068"/>
        </pc:sldMkLst>
        <pc:spChg chg="add mod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3" creationId="{7B2CC69E-4E53-C58B-9881-8A9BF902D84A}"/>
          </ac:spMkLst>
        </pc:spChg>
        <pc:spChg chg="mod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5" creationId="{49FE6413-FD12-4D07-C2F8-D2AEE5696793}"/>
          </ac:spMkLst>
        </pc:spChg>
        <pc:spChg chg="mod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11" creationId="{0F75D05C-E10A-BA52-393B-FB056DD6E666}"/>
          </ac:spMkLst>
        </pc:spChg>
        <pc:spChg chg="mod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12" creationId="{7C370380-F7EE-4FD3-69C8-20E2BB8004D7}"/>
          </ac:spMkLst>
        </pc:spChg>
        <pc:spChg chg="add mod">
          <ac:chgData name="Chris Hawblitzel" userId="a8c48eef2a52f1db" providerId="LiveId" clId="{3B76E6B8-BC45-4E45-91C6-F0F33EC631A4}" dt="2026-05-12T03:10:18.764" v="14313" actId="571"/>
          <ac:spMkLst>
            <pc:docMk/>
            <pc:sldMk cId="2340759115" sldId="2147480068"/>
            <ac:spMk id="23" creationId="{4FE2B7C8-470B-C231-A03D-31D7D4DFBBEB}"/>
          </ac:spMkLst>
        </pc:spChg>
        <pc:spChg chg="mod topLvl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25" creationId="{4B97F7BE-839C-46DE-57CB-366DB7857B48}"/>
          </ac:spMkLst>
        </pc:spChg>
        <pc:spChg chg="add mod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31" creationId="{6D663AE3-5E6C-62FC-9276-73874CC2034C}"/>
          </ac:spMkLst>
        </pc:spChg>
        <pc:spChg chg="add mod">
          <ac:chgData name="Chris Hawblitzel" userId="a8c48eef2a52f1db" providerId="LiveId" clId="{3B76E6B8-BC45-4E45-91C6-F0F33EC631A4}" dt="2026-05-12T03:12:00.055" v="14457" actId="1076"/>
          <ac:spMkLst>
            <pc:docMk/>
            <pc:sldMk cId="2340759115" sldId="2147480068"/>
            <ac:spMk id="32" creationId="{8AC76811-1F01-886A-8F99-A6271C2F7D3D}"/>
          </ac:spMkLst>
        </pc:spChg>
        <pc:spChg chg="add mod">
          <ac:chgData name="Chris Hawblitzel" userId="a8c48eef2a52f1db" providerId="LiveId" clId="{3B76E6B8-BC45-4E45-91C6-F0F33EC631A4}" dt="2026-05-12T03:12:35.892" v="14491" actId="20577"/>
          <ac:spMkLst>
            <pc:docMk/>
            <pc:sldMk cId="2340759115" sldId="2147480068"/>
            <ac:spMk id="35" creationId="{F9264E22-DE21-C508-C11B-29745D55A12F}"/>
          </ac:spMkLst>
        </pc:spChg>
        <pc:spChg chg="mod topLvl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43" creationId="{7E1ED618-B2C0-CEDA-CD65-43B720B72C38}"/>
          </ac:spMkLst>
        </pc:spChg>
        <pc:spChg chg="mod topLvl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44" creationId="{A9F12710-36D8-D031-FEA0-3BB28D8DD4C1}"/>
          </ac:spMkLst>
        </pc:spChg>
        <pc:spChg chg="mod topLvl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45" creationId="{2E1FD236-21A5-3BBC-E3EC-E6573D8FD62E}"/>
          </ac:spMkLst>
        </pc:spChg>
        <pc:cxnChg chg="mod topLvl">
          <ac:chgData name="Chris Hawblitzel" userId="a8c48eef2a52f1db" providerId="LiveId" clId="{3B76E6B8-BC45-4E45-91C6-F0F33EC631A4}" dt="2026-05-12T03:12:09.156" v="14458" actId="165"/>
          <ac:cxnSpMkLst>
            <pc:docMk/>
            <pc:sldMk cId="2340759115" sldId="2147480068"/>
            <ac:cxnSpMk id="22" creationId="{24FE478D-4BE7-A476-7981-9B34DA282991}"/>
          </ac:cxnSpMkLst>
        </pc:cxnChg>
        <pc:cxnChg chg="mod topLvl">
          <ac:chgData name="Chris Hawblitzel" userId="a8c48eef2a52f1db" providerId="LiveId" clId="{3B76E6B8-BC45-4E45-91C6-F0F33EC631A4}" dt="2026-05-12T03:12:09.156" v="14458" actId="165"/>
          <ac:cxnSpMkLst>
            <pc:docMk/>
            <pc:sldMk cId="2340759115" sldId="2147480068"/>
            <ac:cxnSpMk id="26" creationId="{CB8C85CC-DDAB-2C17-2B09-815EA1298CB7}"/>
          </ac:cxnSpMkLst>
        </pc:cxnChg>
        <pc:cxnChg chg="mod topLvl">
          <ac:chgData name="Chris Hawblitzel" userId="a8c48eef2a52f1db" providerId="LiveId" clId="{3B76E6B8-BC45-4E45-91C6-F0F33EC631A4}" dt="2026-05-12T03:12:09.156" v="14458" actId="165"/>
          <ac:cxnSpMkLst>
            <pc:docMk/>
            <pc:sldMk cId="2340759115" sldId="2147480068"/>
            <ac:cxnSpMk id="29" creationId="{3E61A562-30A9-72AD-7813-44932007103D}"/>
          </ac:cxnSpMkLst>
        </pc:cxnChg>
      </pc:sldChg>
      <pc:sldChg chg="delSp modSp new mod modClrScheme chgLayout">
        <pc:chgData name="Chris Hawblitzel" userId="a8c48eef2a52f1db" providerId="LiveId" clId="{3B76E6B8-BC45-4E45-91C6-F0F33EC631A4}" dt="2026-05-10T01:36:52.789" v="2135" actId="700"/>
        <pc:sldMkLst>
          <pc:docMk/>
          <pc:sldMk cId="719541263" sldId="2147480069"/>
        </pc:sldMkLst>
        <pc:spChg chg="mod ord">
          <ac:chgData name="Chris Hawblitzel" userId="a8c48eef2a52f1db" providerId="LiveId" clId="{3B76E6B8-BC45-4E45-91C6-F0F33EC631A4}" dt="2026-05-10T01:36:52.789" v="2135" actId="700"/>
          <ac:spMkLst>
            <pc:docMk/>
            <pc:sldMk cId="719541263" sldId="2147480069"/>
            <ac:spMk id="2" creationId="{136CB647-FE6D-6B5B-AC80-E72382F4AEC1}"/>
          </ac:spMkLst>
        </pc:spChg>
        <pc:spChg chg="mod ord">
          <ac:chgData name="Chris Hawblitzel" userId="a8c48eef2a52f1db" providerId="LiveId" clId="{3B76E6B8-BC45-4E45-91C6-F0F33EC631A4}" dt="2026-05-10T01:36:52.789" v="2135" actId="700"/>
          <ac:spMkLst>
            <pc:docMk/>
            <pc:sldMk cId="719541263" sldId="2147480069"/>
            <ac:spMk id="3" creationId="{D683C0D0-0112-1492-69DC-BBBD7C28ABA2}"/>
          </ac:spMkLst>
        </pc:spChg>
      </pc:sldChg>
      <pc:sldChg chg="addSp modSp new mod modAnim">
        <pc:chgData name="Chris Hawblitzel" userId="a8c48eef2a52f1db" providerId="LiveId" clId="{3B76E6B8-BC45-4E45-91C6-F0F33EC631A4}" dt="2026-05-12T15:40:07.093" v="18923"/>
        <pc:sldMkLst>
          <pc:docMk/>
          <pc:sldMk cId="3025241297" sldId="2147480070"/>
        </pc:sldMkLst>
        <pc:spChg chg="mod">
          <ac:chgData name="Chris Hawblitzel" userId="a8c48eef2a52f1db" providerId="LiveId" clId="{3B76E6B8-BC45-4E45-91C6-F0F33EC631A4}" dt="2026-05-09T19:40:02.515" v="603" actId="20577"/>
          <ac:spMkLst>
            <pc:docMk/>
            <pc:sldMk cId="3025241297" sldId="2147480070"/>
            <ac:spMk id="2" creationId="{0FF0CD39-5456-65D2-0E34-31CE4AB584E3}"/>
          </ac:spMkLst>
        </pc:spChg>
        <pc:spChg chg="mod">
          <ac:chgData name="Chris Hawblitzel" userId="a8c48eef2a52f1db" providerId="LiveId" clId="{3B76E6B8-BC45-4E45-91C6-F0F33EC631A4}" dt="2026-05-09T20:49:19.365" v="817" actId="20577"/>
          <ac:spMkLst>
            <pc:docMk/>
            <pc:sldMk cId="3025241297" sldId="2147480070"/>
            <ac:spMk id="3" creationId="{F1E32C0C-A7CA-2642-2687-AA72CC81E9B2}"/>
          </ac:spMkLst>
        </pc:spChg>
        <pc:spChg chg="add mod">
          <ac:chgData name="Chris Hawblitzel" userId="a8c48eef2a52f1db" providerId="LiveId" clId="{3B76E6B8-BC45-4E45-91C6-F0F33EC631A4}" dt="2026-05-09T21:33:15.673" v="901" actId="1076"/>
          <ac:spMkLst>
            <pc:docMk/>
            <pc:sldMk cId="3025241297" sldId="2147480070"/>
            <ac:spMk id="4" creationId="{FBA18FDB-D3AF-DA3E-355A-07EA70C25FB8}"/>
          </ac:spMkLst>
        </pc:spChg>
        <pc:spChg chg="add mod">
          <ac:chgData name="Chris Hawblitzel" userId="a8c48eef2a52f1db" providerId="LiveId" clId="{3B76E6B8-BC45-4E45-91C6-F0F33EC631A4}" dt="2026-05-09T21:32:45.473" v="897" actId="2711"/>
          <ac:spMkLst>
            <pc:docMk/>
            <pc:sldMk cId="3025241297" sldId="2147480070"/>
            <ac:spMk id="5" creationId="{90CCAA3C-EFFB-CC8F-AF4B-C5BC05049316}"/>
          </ac:spMkLst>
        </pc:spChg>
        <pc:spChg chg="add mod">
          <ac:chgData name="Chris Hawblitzel" userId="a8c48eef2a52f1db" providerId="LiveId" clId="{3B76E6B8-BC45-4E45-91C6-F0F33EC631A4}" dt="2026-05-09T20:54:55.814" v="839" actId="20577"/>
          <ac:spMkLst>
            <pc:docMk/>
            <pc:sldMk cId="3025241297" sldId="2147480070"/>
            <ac:spMk id="6" creationId="{23191AE4-08AE-4CE0-C26F-3331A4911DD7}"/>
          </ac:spMkLst>
        </pc:spChg>
        <pc:spChg chg="add mod">
          <ac:chgData name="Chris Hawblitzel" userId="a8c48eef2a52f1db" providerId="LiveId" clId="{3B76E6B8-BC45-4E45-91C6-F0F33EC631A4}" dt="2026-05-12T15:39:30.978" v="18919" actId="1076"/>
          <ac:spMkLst>
            <pc:docMk/>
            <pc:sldMk cId="3025241297" sldId="2147480070"/>
            <ac:spMk id="7" creationId="{B9C36442-77BB-BB8A-90E3-5C1D3E7A78EA}"/>
          </ac:spMkLst>
        </pc:spChg>
        <pc:cxnChg chg="add mod">
          <ac:chgData name="Chris Hawblitzel" userId="a8c48eef2a52f1db" providerId="LiveId" clId="{3B76E6B8-BC45-4E45-91C6-F0F33EC631A4}" dt="2026-05-09T20:49:01.472" v="813" actId="14100"/>
          <ac:cxnSpMkLst>
            <pc:docMk/>
            <pc:sldMk cId="3025241297" sldId="2147480070"/>
            <ac:cxnSpMk id="8" creationId="{7C9395B7-9A67-AAE8-A217-3D1141EDA18C}"/>
          </ac:cxnSpMkLst>
        </pc:cxnChg>
        <pc:cxnChg chg="add mod">
          <ac:chgData name="Chris Hawblitzel" userId="a8c48eef2a52f1db" providerId="LiveId" clId="{3B76E6B8-BC45-4E45-91C6-F0F33EC631A4}" dt="2026-05-09T20:49:06.140" v="814" actId="14100"/>
          <ac:cxnSpMkLst>
            <pc:docMk/>
            <pc:sldMk cId="3025241297" sldId="2147480070"/>
            <ac:cxnSpMk id="10" creationId="{A8A8EA0C-765F-71DE-8B7B-18412C6519E1}"/>
          </ac:cxnSpMkLst>
        </pc:cxnChg>
        <pc:cxnChg chg="add">
          <ac:chgData name="Chris Hawblitzel" userId="a8c48eef2a52f1db" providerId="LiveId" clId="{3B76E6B8-BC45-4E45-91C6-F0F33EC631A4}" dt="2026-05-12T15:39:51.929" v="18921" actId="11529"/>
          <ac:cxnSpMkLst>
            <pc:docMk/>
            <pc:sldMk cId="3025241297" sldId="2147480070"/>
            <ac:cxnSpMk id="11" creationId="{ADEC6CD6-D10C-5F66-CA80-3FEFAE287A4A}"/>
          </ac:cxnSpMkLst>
        </pc:cxnChg>
        <pc:cxnChg chg="add mod">
          <ac:chgData name="Chris Hawblitzel" userId="a8c48eef2a52f1db" providerId="LiveId" clId="{3B76E6B8-BC45-4E45-91C6-F0F33EC631A4}" dt="2026-05-09T20:48:47.727" v="811" actId="14100"/>
          <ac:cxnSpMkLst>
            <pc:docMk/>
            <pc:sldMk cId="3025241297" sldId="2147480070"/>
            <ac:cxnSpMk id="12" creationId="{14B50213-0769-8D5C-BDC8-9401DDE90F46}"/>
          </ac:cxnSpMkLst>
        </pc:cxnChg>
        <pc:cxnChg chg="add">
          <ac:chgData name="Chris Hawblitzel" userId="a8c48eef2a52f1db" providerId="LiveId" clId="{3B76E6B8-BC45-4E45-91C6-F0F33EC631A4}" dt="2026-05-12T15:39:59.299" v="18922" actId="11529"/>
          <ac:cxnSpMkLst>
            <pc:docMk/>
            <pc:sldMk cId="3025241297" sldId="2147480070"/>
            <ac:cxnSpMk id="14" creationId="{0D807A73-62ED-AF2F-B4D4-56A5D02D25AC}"/>
          </ac:cxnSpMkLst>
        </pc:cxnChg>
      </pc:sldChg>
      <pc:sldChg chg="addSp delSp modSp add mod modClrScheme delAnim modAnim chgLayout">
        <pc:chgData name="Chris Hawblitzel" userId="a8c48eef2a52f1db" providerId="LiveId" clId="{3B76E6B8-BC45-4E45-91C6-F0F33EC631A4}" dt="2026-05-10T17:27:01.662" v="5098" actId="20577"/>
        <pc:sldMkLst>
          <pc:docMk/>
          <pc:sldMk cId="184036217" sldId="2147480071"/>
        </pc:sldMkLst>
        <pc:spChg chg="mod ord">
          <ac:chgData name="Chris Hawblitzel" userId="a8c48eef2a52f1db" providerId="LiveId" clId="{3B76E6B8-BC45-4E45-91C6-F0F33EC631A4}" dt="2026-05-09T22:28:36.603" v="1586" actId="700"/>
          <ac:spMkLst>
            <pc:docMk/>
            <pc:sldMk cId="184036217" sldId="2147480071"/>
            <ac:spMk id="2" creationId="{413046AE-6E7B-57E9-3887-61E1C77ED121}"/>
          </ac:spMkLst>
        </pc:spChg>
        <pc:spChg chg="mod">
          <ac:chgData name="Chris Hawblitzel" userId="a8c48eef2a52f1db" providerId="LiveId" clId="{3B76E6B8-BC45-4E45-91C6-F0F33EC631A4}" dt="2026-05-10T00:12:21.722" v="1920" actId="1076"/>
          <ac:spMkLst>
            <pc:docMk/>
            <pc:sldMk cId="184036217" sldId="2147480071"/>
            <ac:spMk id="4" creationId="{C5A3AF93-CBC1-95EE-7315-596B5B365DEF}"/>
          </ac:spMkLst>
        </pc:spChg>
        <pc:spChg chg="mod">
          <ac:chgData name="Chris Hawblitzel" userId="a8c48eef2a52f1db" providerId="LiveId" clId="{3B76E6B8-BC45-4E45-91C6-F0F33EC631A4}" dt="2026-05-10T17:27:01.662" v="5098" actId="20577"/>
          <ac:spMkLst>
            <pc:docMk/>
            <pc:sldMk cId="184036217" sldId="2147480071"/>
            <ac:spMk id="5" creationId="{D8F3A560-8F26-C012-7123-8B9D9BCC41CC}"/>
          </ac:spMkLst>
        </pc:spChg>
        <pc:spChg chg="mod">
          <ac:chgData name="Chris Hawblitzel" userId="a8c48eef2a52f1db" providerId="LiveId" clId="{3B76E6B8-BC45-4E45-91C6-F0F33EC631A4}" dt="2026-05-10T00:12:17.771" v="1919" actId="1076"/>
          <ac:spMkLst>
            <pc:docMk/>
            <pc:sldMk cId="184036217" sldId="2147480071"/>
            <ac:spMk id="6" creationId="{5A1268C3-BED4-1557-84F6-00F5F96B5218}"/>
          </ac:spMkLst>
        </pc:spChg>
        <pc:spChg chg="mod">
          <ac:chgData name="Chris Hawblitzel" userId="a8c48eef2a52f1db" providerId="LiveId" clId="{3B76E6B8-BC45-4E45-91C6-F0F33EC631A4}" dt="2026-05-10T00:12:06.500" v="1917" actId="1076"/>
          <ac:spMkLst>
            <pc:docMk/>
            <pc:sldMk cId="184036217" sldId="2147480071"/>
            <ac:spMk id="7" creationId="{AC4E14F7-DFE0-1AB8-D439-585B70F242E6}"/>
          </ac:spMkLst>
        </pc:spChg>
        <pc:spChg chg="add mod">
          <ac:chgData name="Chris Hawblitzel" userId="a8c48eef2a52f1db" providerId="LiveId" clId="{3B76E6B8-BC45-4E45-91C6-F0F33EC631A4}" dt="2026-05-10T00:12:06.500" v="1917" actId="1076"/>
          <ac:spMkLst>
            <pc:docMk/>
            <pc:sldMk cId="184036217" sldId="2147480071"/>
            <ac:spMk id="8" creationId="{E24F3402-61D4-7505-AAC3-3674274EC3DF}"/>
          </ac:spMkLst>
        </pc:spChg>
        <pc:spChg chg="add mod">
          <ac:chgData name="Chris Hawblitzel" userId="a8c48eef2a52f1db" providerId="LiveId" clId="{3B76E6B8-BC45-4E45-91C6-F0F33EC631A4}" dt="2026-05-10T00:18:44.766" v="1950" actId="6549"/>
          <ac:spMkLst>
            <pc:docMk/>
            <pc:sldMk cId="184036217" sldId="2147480071"/>
            <ac:spMk id="16" creationId="{65A33E2E-574C-4CAC-CB60-CF6119CCBC1F}"/>
          </ac:spMkLst>
        </pc:spChg>
        <pc:spChg chg="add mod">
          <ac:chgData name="Chris Hawblitzel" userId="a8c48eef2a52f1db" providerId="LiveId" clId="{3B76E6B8-BC45-4E45-91C6-F0F33EC631A4}" dt="2026-05-10T00:20:40.390" v="1968"/>
          <ac:spMkLst>
            <pc:docMk/>
            <pc:sldMk cId="184036217" sldId="2147480071"/>
            <ac:spMk id="17" creationId="{8B0FEC41-0107-715F-8B36-7E927E8F9360}"/>
          </ac:spMkLst>
        </pc:spChg>
        <pc:spChg chg="add mod">
          <ac:chgData name="Chris Hawblitzel" userId="a8c48eef2a52f1db" providerId="LiveId" clId="{3B76E6B8-BC45-4E45-91C6-F0F33EC631A4}" dt="2026-05-10T00:20:40.390" v="1968"/>
          <ac:spMkLst>
            <pc:docMk/>
            <pc:sldMk cId="184036217" sldId="2147480071"/>
            <ac:spMk id="18" creationId="{53F5E99F-4DE6-9E4E-AF9B-5EF1455B4D8D}"/>
          </ac:spMkLst>
        </pc:spChg>
      </pc:sldChg>
      <pc:sldChg chg="addSp delSp modSp add mod modClrScheme addAnim delAnim modAnim chgLayout">
        <pc:chgData name="Chris Hawblitzel" userId="a8c48eef2a52f1db" providerId="LiveId" clId="{3B76E6B8-BC45-4E45-91C6-F0F33EC631A4}" dt="2026-05-10T17:24:00.481" v="5096" actId="1076"/>
        <pc:sldMkLst>
          <pc:docMk/>
          <pc:sldMk cId="1799037714" sldId="2147480073"/>
        </pc:sldMkLst>
        <pc:spChg chg="mod ord">
          <ac:chgData name="Chris Hawblitzel" userId="a8c48eef2a52f1db" providerId="LiveId" clId="{3B76E6B8-BC45-4E45-91C6-F0F33EC631A4}" dt="2026-05-09T22:28:52.746" v="1588" actId="700"/>
          <ac:spMkLst>
            <pc:docMk/>
            <pc:sldMk cId="1799037714" sldId="2147480073"/>
            <ac:spMk id="2" creationId="{81F1D827-5BBA-6224-50C1-2DA1A708987A}"/>
          </ac:spMkLst>
        </pc:spChg>
        <pc:spChg chg="mod">
          <ac:chgData name="Chris Hawblitzel" userId="a8c48eef2a52f1db" providerId="LiveId" clId="{3B76E6B8-BC45-4E45-91C6-F0F33EC631A4}" dt="2026-05-09T22:41:41.261" v="1652" actId="693"/>
          <ac:spMkLst>
            <pc:docMk/>
            <pc:sldMk cId="1799037714" sldId="2147480073"/>
            <ac:spMk id="4" creationId="{821C6992-32F9-0031-67B8-393E3A60DE8C}"/>
          </ac:spMkLst>
        </pc:spChg>
        <pc:spChg chg="mod">
          <ac:chgData name="Chris Hawblitzel" userId="a8c48eef2a52f1db" providerId="LiveId" clId="{3B76E6B8-BC45-4E45-91C6-F0F33EC631A4}" dt="2026-05-09T22:42:36.140" v="1655" actId="1076"/>
          <ac:spMkLst>
            <pc:docMk/>
            <pc:sldMk cId="1799037714" sldId="2147480073"/>
            <ac:spMk id="5" creationId="{173490F1-B791-0AEC-68B5-C047ABD89CBA}"/>
          </ac:spMkLst>
        </pc:spChg>
        <pc:spChg chg="mod">
          <ac:chgData name="Chris Hawblitzel" userId="a8c48eef2a52f1db" providerId="LiveId" clId="{3B76E6B8-BC45-4E45-91C6-F0F33EC631A4}" dt="2026-05-09T22:40:12.482" v="1641" actId="1076"/>
          <ac:spMkLst>
            <pc:docMk/>
            <pc:sldMk cId="1799037714" sldId="2147480073"/>
            <ac:spMk id="6" creationId="{F0903569-7532-51EE-D654-5FCC5E8B58D5}"/>
          </ac:spMkLst>
        </pc:spChg>
        <pc:spChg chg="add mod ord">
          <ac:chgData name="Chris Hawblitzel" userId="a8c48eef2a52f1db" providerId="LiveId" clId="{3B76E6B8-BC45-4E45-91C6-F0F33EC631A4}" dt="2026-05-09T22:42:39.635" v="1656" actId="1076"/>
          <ac:spMkLst>
            <pc:docMk/>
            <pc:sldMk cId="1799037714" sldId="2147480073"/>
            <ac:spMk id="7" creationId="{82AFCB70-95C5-2FB4-B5FB-6C0B1D7B672A}"/>
          </ac:spMkLst>
        </pc:spChg>
        <pc:spChg chg="add mod">
          <ac:chgData name="Chris Hawblitzel" userId="a8c48eef2a52f1db" providerId="LiveId" clId="{3B76E6B8-BC45-4E45-91C6-F0F33EC631A4}" dt="2026-05-09T22:46:47.338" v="1711" actId="1076"/>
          <ac:spMkLst>
            <pc:docMk/>
            <pc:sldMk cId="1799037714" sldId="2147480073"/>
            <ac:spMk id="8" creationId="{EB0054E6-F054-F78F-6C41-E403B1322215}"/>
          </ac:spMkLst>
        </pc:spChg>
        <pc:spChg chg="mod">
          <ac:chgData name="Chris Hawblitzel" userId="a8c48eef2a52f1db" providerId="LiveId" clId="{3B76E6B8-BC45-4E45-91C6-F0F33EC631A4}" dt="2026-05-09T22:46:55.257" v="1712" actId="1076"/>
          <ac:spMkLst>
            <pc:docMk/>
            <pc:sldMk cId="1799037714" sldId="2147480073"/>
            <ac:spMk id="9" creationId="{074D6C61-9465-0B90-9A1A-DAEE43D0E610}"/>
          </ac:spMkLst>
        </pc:spChg>
        <pc:spChg chg="mod">
          <ac:chgData name="Chris Hawblitzel" userId="a8c48eef2a52f1db" providerId="LiveId" clId="{3B76E6B8-BC45-4E45-91C6-F0F33EC631A4}" dt="2026-05-09T22:44:48.834" v="1688" actId="20577"/>
          <ac:spMkLst>
            <pc:docMk/>
            <pc:sldMk cId="1799037714" sldId="2147480073"/>
            <ac:spMk id="10" creationId="{7F5DCC25-F5CB-DD94-9186-EF5A59712957}"/>
          </ac:spMkLst>
        </pc:spChg>
        <pc:spChg chg="mod">
          <ac:chgData name="Chris Hawblitzel" userId="a8c48eef2a52f1db" providerId="LiveId" clId="{3B76E6B8-BC45-4E45-91C6-F0F33EC631A4}" dt="2026-05-09T22:46:47.338" v="1711" actId="1076"/>
          <ac:spMkLst>
            <pc:docMk/>
            <pc:sldMk cId="1799037714" sldId="2147480073"/>
            <ac:spMk id="11" creationId="{E2E95247-1D9B-AF0E-500D-EDC7AB5E89CC}"/>
          </ac:spMkLst>
        </pc:spChg>
        <pc:spChg chg="add mod">
          <ac:chgData name="Chris Hawblitzel" userId="a8c48eef2a52f1db" providerId="LiveId" clId="{3B76E6B8-BC45-4E45-91C6-F0F33EC631A4}" dt="2026-05-10T17:23:10.213" v="5093" actId="1076"/>
          <ac:spMkLst>
            <pc:docMk/>
            <pc:sldMk cId="1799037714" sldId="2147480073"/>
            <ac:spMk id="12" creationId="{C180E80E-C330-AD42-28AB-F8D319E1BFB6}"/>
          </ac:spMkLst>
        </pc:spChg>
        <pc:spChg chg="add">
          <ac:chgData name="Chris Hawblitzel" userId="a8c48eef2a52f1db" providerId="LiveId" clId="{3B76E6B8-BC45-4E45-91C6-F0F33EC631A4}" dt="2026-05-09T22:45:25.214" v="1691" actId="11529"/>
          <ac:spMkLst>
            <pc:docMk/>
            <pc:sldMk cId="1799037714" sldId="2147480073"/>
            <ac:spMk id="13" creationId="{AF1569C2-4D81-E791-1C9A-E03B00220E59}"/>
          </ac:spMkLst>
        </pc:spChg>
        <pc:spChg chg="add mod">
          <ac:chgData name="Chris Hawblitzel" userId="a8c48eef2a52f1db" providerId="LiveId" clId="{3B76E6B8-BC45-4E45-91C6-F0F33EC631A4}" dt="2026-05-09T22:45:39.249" v="1693" actId="197"/>
          <ac:spMkLst>
            <pc:docMk/>
            <pc:sldMk cId="1799037714" sldId="2147480073"/>
            <ac:spMk id="14" creationId="{2BBC1368-BB28-68FC-CBC5-51836E11FE56}"/>
          </ac:spMkLst>
        </pc:spChg>
        <pc:spChg chg="add mod">
          <ac:chgData name="Chris Hawblitzel" userId="a8c48eef2a52f1db" providerId="LiveId" clId="{3B76E6B8-BC45-4E45-91C6-F0F33EC631A4}" dt="2026-05-09T22:46:13.091" v="1705" actId="1076"/>
          <ac:spMkLst>
            <pc:docMk/>
            <pc:sldMk cId="1799037714" sldId="2147480073"/>
            <ac:spMk id="15" creationId="{40E59E4C-4645-5AE8-7962-C495714A0750}"/>
          </ac:spMkLst>
        </pc:spChg>
        <pc:spChg chg="add mod">
          <ac:chgData name="Chris Hawblitzel" userId="a8c48eef2a52f1db" providerId="LiveId" clId="{3B76E6B8-BC45-4E45-91C6-F0F33EC631A4}" dt="2026-05-09T22:46:30.341" v="1708" actId="571"/>
          <ac:spMkLst>
            <pc:docMk/>
            <pc:sldMk cId="1799037714" sldId="2147480073"/>
            <ac:spMk id="18" creationId="{3942BCF0-CF98-D9A8-58E0-34BB2B81806C}"/>
          </ac:spMkLst>
        </pc:spChg>
        <pc:spChg chg="add mod">
          <ac:chgData name="Chris Hawblitzel" userId="a8c48eef2a52f1db" providerId="LiveId" clId="{3B76E6B8-BC45-4E45-91C6-F0F33EC631A4}" dt="2026-05-10T17:24:00.481" v="5096" actId="1076"/>
          <ac:spMkLst>
            <pc:docMk/>
            <pc:sldMk cId="1799037714" sldId="2147480073"/>
            <ac:spMk id="19" creationId="{A612FCA5-BED4-D8D9-AF10-9CE2BD0F9C59}"/>
          </ac:spMkLst>
        </pc:spChg>
        <pc:spChg chg="add mod">
          <ac:chgData name="Chris Hawblitzel" userId="a8c48eef2a52f1db" providerId="LiveId" clId="{3B76E6B8-BC45-4E45-91C6-F0F33EC631A4}" dt="2026-05-10T17:23:58.014" v="5095" actId="1076"/>
          <ac:spMkLst>
            <pc:docMk/>
            <pc:sldMk cId="1799037714" sldId="2147480073"/>
            <ac:spMk id="20" creationId="{12B651D8-9E2F-46BC-C823-7F520D645177}"/>
          </ac:spMkLst>
        </pc:spChg>
      </pc:sldChg>
      <pc:sldChg chg="delSp modSp add mod delAnim modAnim">
        <pc:chgData name="Chris Hawblitzel" userId="a8c48eef2a52f1db" providerId="LiveId" clId="{3B76E6B8-BC45-4E45-91C6-F0F33EC631A4}" dt="2026-05-10T17:15:34.365" v="5075"/>
        <pc:sldMkLst>
          <pc:docMk/>
          <pc:sldMk cId="2054281957" sldId="2147480074"/>
        </pc:sldMkLst>
        <pc:spChg chg="mod">
          <ac:chgData name="Chris Hawblitzel" userId="a8c48eef2a52f1db" providerId="LiveId" clId="{3B76E6B8-BC45-4E45-91C6-F0F33EC631A4}" dt="2026-05-09T22:49:51.791" v="1776" actId="20577"/>
          <ac:spMkLst>
            <pc:docMk/>
            <pc:sldMk cId="2054281957" sldId="2147480074"/>
            <ac:spMk id="2" creationId="{D31E187F-913C-1804-6D29-077494DDF3DB}"/>
          </ac:spMkLst>
        </pc:spChg>
        <pc:spChg chg="mod">
          <ac:chgData name="Chris Hawblitzel" userId="a8c48eef2a52f1db" providerId="LiveId" clId="{3B76E6B8-BC45-4E45-91C6-F0F33EC631A4}" dt="2026-05-09T22:50:57.944" v="1804" actId="20577"/>
          <ac:spMkLst>
            <pc:docMk/>
            <pc:sldMk cId="2054281957" sldId="2147480074"/>
            <ac:spMk id="5" creationId="{6DA2C2DB-FFA7-4F6F-9CE9-7F18F0FEED80}"/>
          </ac:spMkLst>
        </pc:spChg>
        <pc:spChg chg="mod">
          <ac:chgData name="Chris Hawblitzel" userId="a8c48eef2a52f1db" providerId="LiveId" clId="{3B76E6B8-BC45-4E45-91C6-F0F33EC631A4}" dt="2026-05-09T22:53:57.677" v="1905" actId="1076"/>
          <ac:spMkLst>
            <pc:docMk/>
            <pc:sldMk cId="2054281957" sldId="2147480074"/>
            <ac:spMk id="6" creationId="{F8652EE9-A7C0-ED28-FB7E-8BD41007EA48}"/>
          </ac:spMkLst>
        </pc:spChg>
        <pc:spChg chg="mod">
          <ac:chgData name="Chris Hawblitzel" userId="a8c48eef2a52f1db" providerId="LiveId" clId="{3B76E6B8-BC45-4E45-91C6-F0F33EC631A4}" dt="2026-05-09T22:54:25.875" v="1911" actId="1076"/>
          <ac:spMkLst>
            <pc:docMk/>
            <pc:sldMk cId="2054281957" sldId="2147480074"/>
            <ac:spMk id="7" creationId="{A35C8E76-9A3F-ACA1-A39F-0A4FB89C580A}"/>
          </ac:spMkLst>
        </pc:spChg>
        <pc:spChg chg="mod">
          <ac:chgData name="Chris Hawblitzel" userId="a8c48eef2a52f1db" providerId="LiveId" clId="{3B76E6B8-BC45-4E45-91C6-F0F33EC631A4}" dt="2026-05-10T00:14:54.116" v="1927" actId="20577"/>
          <ac:spMkLst>
            <pc:docMk/>
            <pc:sldMk cId="2054281957" sldId="2147480074"/>
            <ac:spMk id="8" creationId="{E0EE0BAA-D3A1-41AC-DD34-8F66FE862A4F}"/>
          </ac:spMkLst>
        </pc:spChg>
        <pc:spChg chg="mod">
          <ac:chgData name="Chris Hawblitzel" userId="a8c48eef2a52f1db" providerId="LiveId" clId="{3B76E6B8-BC45-4E45-91C6-F0F33EC631A4}" dt="2026-05-09T22:54:02.544" v="1907" actId="1076"/>
          <ac:spMkLst>
            <pc:docMk/>
            <pc:sldMk cId="2054281957" sldId="2147480074"/>
            <ac:spMk id="9" creationId="{A8C90554-3F9F-3C5B-67BF-B6D1DB162DBA}"/>
          </ac:spMkLst>
        </pc:spChg>
        <pc:spChg chg="mod">
          <ac:chgData name="Chris Hawblitzel" userId="a8c48eef2a52f1db" providerId="LiveId" clId="{3B76E6B8-BC45-4E45-91C6-F0F33EC631A4}" dt="2026-05-09T22:51:52.191" v="1826" actId="20577"/>
          <ac:spMkLst>
            <pc:docMk/>
            <pc:sldMk cId="2054281957" sldId="2147480074"/>
            <ac:spMk id="10" creationId="{5A023158-9486-F76F-CB94-C4865E79292A}"/>
          </ac:spMkLst>
        </pc:spChg>
        <pc:spChg chg="mod">
          <ac:chgData name="Chris Hawblitzel" userId="a8c48eef2a52f1db" providerId="LiveId" clId="{3B76E6B8-BC45-4E45-91C6-F0F33EC631A4}" dt="2026-05-10T00:14:50.680" v="1926" actId="20577"/>
          <ac:spMkLst>
            <pc:docMk/>
            <pc:sldMk cId="2054281957" sldId="2147480074"/>
            <ac:spMk id="11" creationId="{8205B10B-EF9A-C35B-49FB-EBF90119A5B1}"/>
          </ac:spMkLst>
        </pc:spChg>
        <pc:spChg chg="mod">
          <ac:chgData name="Chris Hawblitzel" userId="a8c48eef2a52f1db" providerId="LiveId" clId="{3B76E6B8-BC45-4E45-91C6-F0F33EC631A4}" dt="2026-05-10T00:14:56.820" v="1928" actId="20577"/>
          <ac:spMkLst>
            <pc:docMk/>
            <pc:sldMk cId="2054281957" sldId="2147480074"/>
            <ac:spMk id="12" creationId="{CE79D8F7-93A3-9891-0FD7-AA8C5FC11D2D}"/>
          </ac:spMkLst>
        </pc:spChg>
        <pc:spChg chg="mod">
          <ac:chgData name="Chris Hawblitzel" userId="a8c48eef2a52f1db" providerId="LiveId" clId="{3B76E6B8-BC45-4E45-91C6-F0F33EC631A4}" dt="2026-05-09T22:54:00.463" v="1906" actId="1076"/>
          <ac:spMkLst>
            <pc:docMk/>
            <pc:sldMk cId="2054281957" sldId="2147480074"/>
            <ac:spMk id="15" creationId="{A4A97D72-FB2E-FF0B-33A5-2553B0835CDF}"/>
          </ac:spMkLst>
        </pc:spChg>
        <pc:spChg chg="mod">
          <ac:chgData name="Chris Hawblitzel" userId="a8c48eef2a52f1db" providerId="LiveId" clId="{3B76E6B8-BC45-4E45-91C6-F0F33EC631A4}" dt="2026-05-09T23:00:56.273" v="1912" actId="1076"/>
          <ac:spMkLst>
            <pc:docMk/>
            <pc:sldMk cId="2054281957" sldId="2147480074"/>
            <ac:spMk id="19" creationId="{8447CCE1-A306-B901-B513-70C245336A35}"/>
          </ac:spMkLst>
        </pc:spChg>
        <pc:spChg chg="mod">
          <ac:chgData name="Chris Hawblitzel" userId="a8c48eef2a52f1db" providerId="LiveId" clId="{3B76E6B8-BC45-4E45-91C6-F0F33EC631A4}" dt="2026-05-09T23:00:59.730" v="1913" actId="1076"/>
          <ac:spMkLst>
            <pc:docMk/>
            <pc:sldMk cId="2054281957" sldId="2147480074"/>
            <ac:spMk id="20" creationId="{A560FA36-97D7-D6C1-F6C9-2A0B410E96ED}"/>
          </ac:spMkLst>
        </pc:spChg>
      </pc:sldChg>
      <pc:sldChg chg="addSp modSp add mod modAnim">
        <pc:chgData name="Chris Hawblitzel" userId="a8c48eef2a52f1db" providerId="LiveId" clId="{3B76E6B8-BC45-4E45-91C6-F0F33EC631A4}" dt="2026-05-10T17:27:22.781" v="5144" actId="20577"/>
        <pc:sldMkLst>
          <pc:docMk/>
          <pc:sldMk cId="2050032913" sldId="2147480075"/>
        </pc:sldMkLst>
        <pc:spChg chg="add mod">
          <ac:chgData name="Chris Hawblitzel" userId="a8c48eef2a52f1db" providerId="LiveId" clId="{3B76E6B8-BC45-4E45-91C6-F0F33EC631A4}" dt="2026-05-10T00:15:01.090" v="1929" actId="20577"/>
          <ac:spMkLst>
            <pc:docMk/>
            <pc:sldMk cId="2050032913" sldId="2147480075"/>
            <ac:spMk id="3" creationId="{53663785-1120-5287-739A-5BD2CBD6187D}"/>
          </ac:spMkLst>
        </pc:spChg>
        <pc:spChg chg="mod">
          <ac:chgData name="Chris Hawblitzel" userId="a8c48eef2a52f1db" providerId="LiveId" clId="{3B76E6B8-BC45-4E45-91C6-F0F33EC631A4}" dt="2026-05-10T17:27:22.781" v="5144" actId="20577"/>
          <ac:spMkLst>
            <pc:docMk/>
            <pc:sldMk cId="2050032913" sldId="2147480075"/>
            <ac:spMk id="5" creationId="{32AD0434-ECED-7599-3BC8-F69C1C295903}"/>
          </ac:spMkLst>
        </pc:spChg>
        <pc:spChg chg="mod">
          <ac:chgData name="Chris Hawblitzel" userId="a8c48eef2a52f1db" providerId="LiveId" clId="{3B76E6B8-BC45-4E45-91C6-F0F33EC631A4}" dt="2026-05-10T00:20:20.831" v="1965" actId="1076"/>
          <ac:spMkLst>
            <pc:docMk/>
            <pc:sldMk cId="2050032913" sldId="2147480075"/>
            <ac:spMk id="11" creationId="{726DBE48-9CEE-3F7F-3758-CB8E0C4B1CEC}"/>
          </ac:spMkLst>
        </pc:spChg>
        <pc:spChg chg="mod">
          <ac:chgData name="Chris Hawblitzel" userId="a8c48eef2a52f1db" providerId="LiveId" clId="{3B76E6B8-BC45-4E45-91C6-F0F33EC631A4}" dt="2026-05-10T00:20:18.700" v="1964" actId="1076"/>
          <ac:spMkLst>
            <pc:docMk/>
            <pc:sldMk cId="2050032913" sldId="2147480075"/>
            <ac:spMk id="12" creationId="{085A5E73-E94B-C794-BF27-13F6E7863636}"/>
          </ac:spMkLst>
        </pc:spChg>
        <pc:spChg chg="mod">
          <ac:chgData name="Chris Hawblitzel" userId="a8c48eef2a52f1db" providerId="LiveId" clId="{3B76E6B8-BC45-4E45-91C6-F0F33EC631A4}" dt="2026-05-10T00:18:59.952" v="1963" actId="6549"/>
          <ac:spMkLst>
            <pc:docMk/>
            <pc:sldMk cId="2050032913" sldId="2147480075"/>
            <ac:spMk id="16" creationId="{02221652-47BD-769C-0040-4C80CF2B0C1C}"/>
          </ac:spMkLst>
        </pc:spChg>
      </pc:sldChg>
      <pc:sldChg chg="addSp modSp add mod ord modClrScheme modAnim chgLayout">
        <pc:chgData name="Chris Hawblitzel" userId="a8c48eef2a52f1db" providerId="LiveId" clId="{3B76E6B8-BC45-4E45-91C6-F0F33EC631A4}" dt="2026-05-10T16:29:54.549" v="4865" actId="20577"/>
        <pc:sldMkLst>
          <pc:docMk/>
          <pc:sldMk cId="1269856650" sldId="2147480076"/>
        </pc:sldMkLst>
        <pc:spChg chg="mod ord">
          <ac:chgData name="Chris Hawblitzel" userId="a8c48eef2a52f1db" providerId="LiveId" clId="{3B76E6B8-BC45-4E45-91C6-F0F33EC631A4}" dt="2026-05-10T10:51:47.859" v="2811" actId="700"/>
          <ac:spMkLst>
            <pc:docMk/>
            <pc:sldMk cId="1269856650" sldId="2147480076"/>
            <ac:spMk id="2" creationId="{60C89EF9-6964-A867-4C29-9136C0335CBA}"/>
          </ac:spMkLst>
        </pc:spChg>
        <pc:spChg chg="add mod">
          <ac:chgData name="Chris Hawblitzel" userId="a8c48eef2a52f1db" providerId="LiveId" clId="{3B76E6B8-BC45-4E45-91C6-F0F33EC631A4}" dt="2026-05-10T10:37:20.111" v="2725" actId="113"/>
          <ac:spMkLst>
            <pc:docMk/>
            <pc:sldMk cId="1269856650" sldId="2147480076"/>
            <ac:spMk id="3" creationId="{9D8C9D54-E6EB-B2DE-4A74-4679C7BF16E6}"/>
          </ac:spMkLst>
        </pc:spChg>
        <pc:spChg chg="add mod">
          <ac:chgData name="Chris Hawblitzel" userId="a8c48eef2a52f1db" providerId="LiveId" clId="{3B76E6B8-BC45-4E45-91C6-F0F33EC631A4}" dt="2026-05-10T16:29:54.549" v="4865" actId="20577"/>
          <ac:spMkLst>
            <pc:docMk/>
            <pc:sldMk cId="1269856650" sldId="2147480076"/>
            <ac:spMk id="4" creationId="{13B708C0-9EDE-0BA7-1A1F-47C46A09B668}"/>
          </ac:spMkLst>
        </pc:spChg>
        <pc:spChg chg="mod">
          <ac:chgData name="Chris Hawblitzel" userId="a8c48eef2a52f1db" providerId="LiveId" clId="{3B76E6B8-BC45-4E45-91C6-F0F33EC631A4}" dt="2026-05-10T10:37:15.994" v="2724" actId="113"/>
          <ac:spMkLst>
            <pc:docMk/>
            <pc:sldMk cId="1269856650" sldId="2147480076"/>
            <ac:spMk id="5" creationId="{06CB125C-FFCD-8641-A393-36A22F68CE21}"/>
          </ac:spMkLst>
        </pc:spChg>
        <pc:spChg chg="add mod">
          <ac:chgData name="Chris Hawblitzel" userId="a8c48eef2a52f1db" providerId="LiveId" clId="{3B76E6B8-BC45-4E45-91C6-F0F33EC631A4}" dt="2026-05-10T16:26:38.929" v="4849" actId="1076"/>
          <ac:spMkLst>
            <pc:docMk/>
            <pc:sldMk cId="1269856650" sldId="2147480076"/>
            <ac:spMk id="6" creationId="{FACC21BE-7F93-19C0-4DAA-A5398754AB44}"/>
          </ac:spMkLst>
        </pc:spChg>
        <pc:cxnChg chg="add">
          <ac:chgData name="Chris Hawblitzel" userId="a8c48eef2a52f1db" providerId="LiveId" clId="{3B76E6B8-BC45-4E45-91C6-F0F33EC631A4}" dt="2026-05-10T16:24:07.982" v="4846" actId="11529"/>
          <ac:cxnSpMkLst>
            <pc:docMk/>
            <pc:sldMk cId="1269856650" sldId="2147480076"/>
            <ac:cxnSpMk id="8" creationId="{17832A37-77A6-5BE1-DBE3-DB08A557E734}"/>
          </ac:cxnSpMkLst>
        </pc:cxnChg>
        <pc:cxnChg chg="add">
          <ac:chgData name="Chris Hawblitzel" userId="a8c48eef2a52f1db" providerId="LiveId" clId="{3B76E6B8-BC45-4E45-91C6-F0F33EC631A4}" dt="2026-05-10T16:24:28.967" v="4847" actId="11529"/>
          <ac:cxnSpMkLst>
            <pc:docMk/>
            <pc:sldMk cId="1269856650" sldId="2147480076"/>
            <ac:cxnSpMk id="10" creationId="{38F3D312-9A98-18DB-FF43-F76F8007844E}"/>
          </ac:cxnSpMkLst>
        </pc:cxnChg>
      </pc:sldChg>
      <pc:sldChg chg="addSp modSp add mod modClrScheme chgLayout">
        <pc:chgData name="Chris Hawblitzel" userId="a8c48eef2a52f1db" providerId="LiveId" clId="{3B76E6B8-BC45-4E45-91C6-F0F33EC631A4}" dt="2026-05-10T17:31:21.200" v="5172" actId="20577"/>
        <pc:sldMkLst>
          <pc:docMk/>
          <pc:sldMk cId="134058646" sldId="2147480077"/>
        </pc:sldMkLst>
        <pc:spChg chg="mod ord">
          <ac:chgData name="Chris Hawblitzel" userId="a8c48eef2a52f1db" providerId="LiveId" clId="{3B76E6B8-BC45-4E45-91C6-F0F33EC631A4}" dt="2026-05-10T01:38:30.496" v="2171" actId="20577"/>
          <ac:spMkLst>
            <pc:docMk/>
            <pc:sldMk cId="134058646" sldId="2147480077"/>
            <ac:spMk id="2" creationId="{60C89EF9-6964-A867-4C29-9136C0335CBA}"/>
          </ac:spMkLst>
        </pc:spChg>
        <pc:spChg chg="add mod">
          <ac:chgData name="Chris Hawblitzel" userId="a8c48eef2a52f1db" providerId="LiveId" clId="{3B76E6B8-BC45-4E45-91C6-F0F33EC631A4}" dt="2026-05-10T17:31:21.200" v="5172" actId="20577"/>
          <ac:spMkLst>
            <pc:docMk/>
            <pc:sldMk cId="134058646" sldId="2147480077"/>
            <ac:spMk id="3" creationId="{D8FB7248-0D81-78BC-733F-AE6BBD5319F1}"/>
          </ac:spMkLst>
        </pc:spChg>
        <pc:spChg chg="mod">
          <ac:chgData name="Chris Hawblitzel" userId="a8c48eef2a52f1db" providerId="LiveId" clId="{3B76E6B8-BC45-4E45-91C6-F0F33EC631A4}" dt="2026-05-10T17:30:59.762" v="5157" actId="13822"/>
          <ac:spMkLst>
            <pc:docMk/>
            <pc:sldMk cId="134058646" sldId="2147480077"/>
            <ac:spMk id="5" creationId="{06CB125C-FFCD-8641-A393-36A22F68CE21}"/>
          </ac:spMkLst>
        </pc:spChg>
      </pc:sldChg>
      <pc:sldChg chg="addSp delSp modSp add mod">
        <pc:chgData name="Chris Hawblitzel" userId="a8c48eef2a52f1db" providerId="LiveId" clId="{3B76E6B8-BC45-4E45-91C6-F0F33EC631A4}" dt="2026-05-10T16:31:50.905" v="4876" actId="20577"/>
        <pc:sldMkLst>
          <pc:docMk/>
          <pc:sldMk cId="2865695070" sldId="2147480078"/>
        </pc:sldMkLst>
        <pc:spChg chg="mod">
          <ac:chgData name="Chris Hawblitzel" userId="a8c48eef2a52f1db" providerId="LiveId" clId="{3B76E6B8-BC45-4E45-91C6-F0F33EC631A4}" dt="2026-05-10T11:12:07.976" v="2851" actId="20577"/>
          <ac:spMkLst>
            <pc:docMk/>
            <pc:sldMk cId="2865695070" sldId="2147480078"/>
            <ac:spMk id="2" creationId="{24D073DE-B6F9-0DEF-6132-0A7A1034FDE4}"/>
          </ac:spMkLst>
        </pc:spChg>
        <pc:spChg chg="add mod">
          <ac:chgData name="Chris Hawblitzel" userId="a8c48eef2a52f1db" providerId="LiveId" clId="{3B76E6B8-BC45-4E45-91C6-F0F33EC631A4}" dt="2026-05-10T11:22:32.231" v="3068" actId="1076"/>
          <ac:spMkLst>
            <pc:docMk/>
            <pc:sldMk cId="2865695070" sldId="2147480078"/>
            <ac:spMk id="3" creationId="{6CE8B24A-F510-9773-EB69-9B271D7EA924}"/>
          </ac:spMkLst>
        </pc:spChg>
        <pc:spChg chg="add mod">
          <ac:chgData name="Chris Hawblitzel" userId="a8c48eef2a52f1db" providerId="LiveId" clId="{3B76E6B8-BC45-4E45-91C6-F0F33EC631A4}" dt="2026-05-10T11:20:51.738" v="3047" actId="1076"/>
          <ac:spMkLst>
            <pc:docMk/>
            <pc:sldMk cId="2865695070" sldId="2147480078"/>
            <ac:spMk id="4" creationId="{E8E262EC-7BB5-A00A-D584-F409578AC7D4}"/>
          </ac:spMkLst>
        </pc:spChg>
        <pc:spChg chg="add del mod">
          <ac:chgData name="Chris Hawblitzel" userId="a8c48eef2a52f1db" providerId="LiveId" clId="{3B76E6B8-BC45-4E45-91C6-F0F33EC631A4}" dt="2026-05-10T11:35:28.407" v="3256" actId="20577"/>
          <ac:spMkLst>
            <pc:docMk/>
            <pc:sldMk cId="2865695070" sldId="2147480078"/>
            <ac:spMk id="5" creationId="{78DF14CB-F61B-3E3D-A896-0910DF0C2B56}"/>
          </ac:spMkLst>
        </pc:spChg>
        <pc:spChg chg="add mod">
          <ac:chgData name="Chris Hawblitzel" userId="a8c48eef2a52f1db" providerId="LiveId" clId="{3B76E6B8-BC45-4E45-91C6-F0F33EC631A4}" dt="2026-05-10T11:22:32.231" v="3068" actId="1076"/>
          <ac:spMkLst>
            <pc:docMk/>
            <pc:sldMk cId="2865695070" sldId="2147480078"/>
            <ac:spMk id="7" creationId="{5F98CDE4-558A-774B-C5D2-3677D2EAD2B2}"/>
          </ac:spMkLst>
        </pc:spChg>
        <pc:spChg chg="add mod">
          <ac:chgData name="Chris Hawblitzel" userId="a8c48eef2a52f1db" providerId="LiveId" clId="{3B76E6B8-BC45-4E45-91C6-F0F33EC631A4}" dt="2026-05-10T16:31:50.905" v="4876" actId="20577"/>
          <ac:spMkLst>
            <pc:docMk/>
            <pc:sldMk cId="2865695070" sldId="2147480078"/>
            <ac:spMk id="13" creationId="{780DB5B9-1997-F9DD-5FC1-5128156EE87D}"/>
          </ac:spMkLst>
        </pc:spChg>
        <pc:cxnChg chg="add mod">
          <ac:chgData name="Chris Hawblitzel" userId="a8c48eef2a52f1db" providerId="LiveId" clId="{3B76E6B8-BC45-4E45-91C6-F0F33EC631A4}" dt="2026-05-10T11:22:25.357" v="3067" actId="14100"/>
          <ac:cxnSpMkLst>
            <pc:docMk/>
            <pc:sldMk cId="2865695070" sldId="2147480078"/>
            <ac:cxnSpMk id="11" creationId="{7AB5B10F-3F3C-1965-6E20-6EDD8D83C5FA}"/>
          </ac:cxnSpMkLst>
        </pc:cxnChg>
      </pc:sldChg>
      <pc:sldChg chg="delSp modSp add mod">
        <pc:chgData name="Chris Hawblitzel" userId="a8c48eef2a52f1db" providerId="LiveId" clId="{3B76E6B8-BC45-4E45-91C6-F0F33EC631A4}" dt="2026-05-10T17:29:18.148" v="5154" actId="20577"/>
        <pc:sldMkLst>
          <pc:docMk/>
          <pc:sldMk cId="3624587328" sldId="2147480079"/>
        </pc:sldMkLst>
        <pc:spChg chg="mod">
          <ac:chgData name="Chris Hawblitzel" userId="a8c48eef2a52f1db" providerId="LiveId" clId="{3B76E6B8-BC45-4E45-91C6-F0F33EC631A4}" dt="2026-05-10T17:29:18.148" v="5154" actId="20577"/>
          <ac:spMkLst>
            <pc:docMk/>
            <pc:sldMk cId="3624587328" sldId="2147480079"/>
            <ac:spMk id="2" creationId="{4549BE5F-48B6-C09B-F1C3-AE0868ECCD19}"/>
          </ac:spMkLst>
        </pc:spChg>
        <pc:spChg chg="mod">
          <ac:chgData name="Chris Hawblitzel" userId="a8c48eef2a52f1db" providerId="LiveId" clId="{3B76E6B8-BC45-4E45-91C6-F0F33EC631A4}" dt="2026-05-10T11:35:09.020" v="3233" actId="20577"/>
          <ac:spMkLst>
            <pc:docMk/>
            <pc:sldMk cId="3624587328" sldId="2147480079"/>
            <ac:spMk id="5" creationId="{B3EBEE9E-3B42-9132-C64C-928D4CEB4108}"/>
          </ac:spMkLst>
        </pc:spChg>
      </pc:sldChg>
      <pc:sldChg chg="modSp add mod modClrScheme addAnim delAnim modAnim chgLayout">
        <pc:chgData name="Chris Hawblitzel" userId="a8c48eef2a52f1db" providerId="LiveId" clId="{3B76E6B8-BC45-4E45-91C6-F0F33EC631A4}" dt="2026-05-10T16:37:04.363" v="4916"/>
        <pc:sldMkLst>
          <pc:docMk/>
          <pc:sldMk cId="1071990175" sldId="2147480081"/>
        </pc:sldMkLst>
        <pc:spChg chg="mod ord">
          <ac:chgData name="Chris Hawblitzel" userId="a8c48eef2a52f1db" providerId="LiveId" clId="{3B76E6B8-BC45-4E45-91C6-F0F33EC631A4}" dt="2026-05-10T12:00:15.218" v="3643" actId="700"/>
          <ac:spMkLst>
            <pc:docMk/>
            <pc:sldMk cId="1071990175" sldId="2147480081"/>
            <ac:spMk id="2" creationId="{8DF10EFD-6F06-DAA0-6AD0-D5145B78B40D}"/>
          </ac:spMkLst>
        </pc:spChg>
        <pc:spChg chg="mod">
          <ac:chgData name="Chris Hawblitzel" userId="a8c48eef2a52f1db" providerId="LiveId" clId="{3B76E6B8-BC45-4E45-91C6-F0F33EC631A4}" dt="2026-05-10T16:33:26.742" v="4900"/>
          <ac:spMkLst>
            <pc:docMk/>
            <pc:sldMk cId="1071990175" sldId="2147480081"/>
            <ac:spMk id="4" creationId="{A9D91ED8-F6E1-3341-A662-092C20DC7FE8}"/>
          </ac:spMkLst>
        </pc:spChg>
        <pc:spChg chg="mod">
          <ac:chgData name="Chris Hawblitzel" userId="a8c48eef2a52f1db" providerId="LiveId" clId="{3B76E6B8-BC45-4E45-91C6-F0F33EC631A4}" dt="2026-05-10T12:16:26.577" v="3646" actId="1076"/>
          <ac:spMkLst>
            <pc:docMk/>
            <pc:sldMk cId="1071990175" sldId="2147480081"/>
            <ac:spMk id="19" creationId="{7556B283-B1EC-E079-89DB-80A80815F177}"/>
          </ac:spMkLst>
        </pc:spChg>
      </pc:sldChg>
      <pc:sldChg chg="modSp new mod">
        <pc:chgData name="Chris Hawblitzel" userId="a8c48eef2a52f1db" providerId="LiveId" clId="{3B76E6B8-BC45-4E45-91C6-F0F33EC631A4}" dt="2026-05-10T12:35:50" v="4552" actId="15"/>
        <pc:sldMkLst>
          <pc:docMk/>
          <pc:sldMk cId="2331938058" sldId="2147480082"/>
        </pc:sldMkLst>
        <pc:spChg chg="mod">
          <ac:chgData name="Chris Hawblitzel" userId="a8c48eef2a52f1db" providerId="LiveId" clId="{3B76E6B8-BC45-4E45-91C6-F0F33EC631A4}" dt="2026-05-10T12:29:30.146" v="4500" actId="20577"/>
          <ac:spMkLst>
            <pc:docMk/>
            <pc:sldMk cId="2331938058" sldId="2147480082"/>
            <ac:spMk id="2" creationId="{233A3D7D-03E9-38B6-2E76-1CFCF2DB2B1C}"/>
          </ac:spMkLst>
        </pc:spChg>
        <pc:spChg chg="mod">
          <ac:chgData name="Chris Hawblitzel" userId="a8c48eef2a52f1db" providerId="LiveId" clId="{3B76E6B8-BC45-4E45-91C6-F0F33EC631A4}" dt="2026-05-10T12:35:50" v="4552" actId="15"/>
          <ac:spMkLst>
            <pc:docMk/>
            <pc:sldMk cId="2331938058" sldId="2147480082"/>
            <ac:spMk id="3" creationId="{6FF487B5-0E7F-DC6D-2DC7-C693A56EF242}"/>
          </ac:spMkLst>
        </pc:spChg>
      </pc:sldChg>
      <pc:sldChg chg="modSp add mod">
        <pc:chgData name="Chris Hawblitzel" userId="a8c48eef2a52f1db" providerId="LiveId" clId="{3B76E6B8-BC45-4E45-91C6-F0F33EC631A4}" dt="2026-05-10T12:23:36.016" v="3855" actId="20577"/>
        <pc:sldMkLst>
          <pc:docMk/>
          <pc:sldMk cId="3572492346" sldId="2147480083"/>
        </pc:sldMkLst>
        <pc:spChg chg="mod">
          <ac:chgData name="Chris Hawblitzel" userId="a8c48eef2a52f1db" providerId="LiveId" clId="{3B76E6B8-BC45-4E45-91C6-F0F33EC631A4}" dt="2026-05-10T12:23:36.016" v="3855" actId="20577"/>
          <ac:spMkLst>
            <pc:docMk/>
            <pc:sldMk cId="3572492346" sldId="2147480083"/>
            <ac:spMk id="5" creationId="{685CBC42-3489-4A30-602A-DF0EE8B7127A}"/>
          </ac:spMkLst>
        </pc:spChg>
      </pc:sldChg>
      <pc:sldChg chg="addSp modSp new mod">
        <pc:chgData name="Chris Hawblitzel" userId="a8c48eef2a52f1db" providerId="LiveId" clId="{3B76E6B8-BC45-4E45-91C6-F0F33EC631A4}" dt="2026-05-10T16:19:40.018" v="4742" actId="114"/>
        <pc:sldMkLst>
          <pc:docMk/>
          <pc:sldMk cId="2961116342" sldId="2147480084"/>
        </pc:sldMkLst>
        <pc:spChg chg="mod">
          <ac:chgData name="Chris Hawblitzel" userId="a8c48eef2a52f1db" providerId="LiveId" clId="{3B76E6B8-BC45-4E45-91C6-F0F33EC631A4}" dt="2026-05-10T16:17:00.710" v="4739" actId="20577"/>
          <ac:spMkLst>
            <pc:docMk/>
            <pc:sldMk cId="2961116342" sldId="2147480084"/>
            <ac:spMk id="2" creationId="{0EDE1BC0-A877-5620-CA17-085979258A2B}"/>
          </ac:spMkLst>
        </pc:spChg>
        <pc:spChg chg="add mod">
          <ac:chgData name="Chris Hawblitzel" userId="a8c48eef2a52f1db" providerId="LiveId" clId="{3B76E6B8-BC45-4E45-91C6-F0F33EC631A4}" dt="2026-05-10T16:08:09.707" v="4624" actId="1076"/>
          <ac:spMkLst>
            <pc:docMk/>
            <pc:sldMk cId="2961116342" sldId="2147480084"/>
            <ac:spMk id="3" creationId="{CE60F157-AF99-0C1C-0404-6A647E87C407}"/>
          </ac:spMkLst>
        </pc:spChg>
        <pc:spChg chg="add mod">
          <ac:chgData name="Chris Hawblitzel" userId="a8c48eef2a52f1db" providerId="LiveId" clId="{3B76E6B8-BC45-4E45-91C6-F0F33EC631A4}" dt="2026-05-10T16:09:49.601" v="4641" actId="1076"/>
          <ac:spMkLst>
            <pc:docMk/>
            <pc:sldMk cId="2961116342" sldId="2147480084"/>
            <ac:spMk id="4" creationId="{6FBEB31F-F03A-0BF6-E3A5-67643376BBA1}"/>
          </ac:spMkLst>
        </pc:spChg>
        <pc:spChg chg="add mod">
          <ac:chgData name="Chris Hawblitzel" userId="a8c48eef2a52f1db" providerId="LiveId" clId="{3B76E6B8-BC45-4E45-91C6-F0F33EC631A4}" dt="2026-05-10T16:14:00.546" v="4725" actId="20577"/>
          <ac:spMkLst>
            <pc:docMk/>
            <pc:sldMk cId="2961116342" sldId="2147480084"/>
            <ac:spMk id="5" creationId="{A5034139-29A1-3502-EE7A-477ACAA58178}"/>
          </ac:spMkLst>
        </pc:spChg>
        <pc:spChg chg="add mod">
          <ac:chgData name="Chris Hawblitzel" userId="a8c48eef2a52f1db" providerId="LiveId" clId="{3B76E6B8-BC45-4E45-91C6-F0F33EC631A4}" dt="2026-05-10T16:19:40.018" v="4742" actId="114"/>
          <ac:spMkLst>
            <pc:docMk/>
            <pc:sldMk cId="2961116342" sldId="2147480084"/>
            <ac:spMk id="6" creationId="{FFA5FCE6-94E7-E275-8A3B-29B5207D0E37}"/>
          </ac:spMkLst>
        </pc:spChg>
      </pc:sldChg>
      <pc:sldChg chg="addSp modSp new mod">
        <pc:chgData name="Chris Hawblitzel" userId="a8c48eef2a52f1db" providerId="LiveId" clId="{3B76E6B8-BC45-4E45-91C6-F0F33EC631A4}" dt="2026-05-10T17:58:42.209" v="5375" actId="20577"/>
        <pc:sldMkLst>
          <pc:docMk/>
          <pc:sldMk cId="1597384223" sldId="2147480085"/>
        </pc:sldMkLst>
        <pc:spChg chg="mod">
          <ac:chgData name="Chris Hawblitzel" userId="a8c48eef2a52f1db" providerId="LiveId" clId="{3B76E6B8-BC45-4E45-91C6-F0F33EC631A4}" dt="2026-05-10T16:59:57.218" v="4973" actId="20577"/>
          <ac:spMkLst>
            <pc:docMk/>
            <pc:sldMk cId="1597384223" sldId="2147480085"/>
            <ac:spMk id="2" creationId="{B8EB3FD5-251D-599D-574C-82BE7933BEDC}"/>
          </ac:spMkLst>
        </pc:spChg>
        <pc:spChg chg="add mod">
          <ac:chgData name="Chris Hawblitzel" userId="a8c48eef2a52f1db" providerId="LiveId" clId="{3B76E6B8-BC45-4E45-91C6-F0F33EC631A4}" dt="2026-05-10T17:58:42.209" v="5375" actId="20577"/>
          <ac:spMkLst>
            <pc:docMk/>
            <pc:sldMk cId="1597384223" sldId="2147480085"/>
            <ac:spMk id="3" creationId="{A2C904BA-80A6-1CD6-8213-3C58FDEA685A}"/>
          </ac:spMkLst>
        </pc:spChg>
        <pc:spChg chg="add mod">
          <ac:chgData name="Chris Hawblitzel" userId="a8c48eef2a52f1db" providerId="LiveId" clId="{3B76E6B8-BC45-4E45-91C6-F0F33EC631A4}" dt="2026-05-10T17:11:27.815" v="5072" actId="2711"/>
          <ac:spMkLst>
            <pc:docMk/>
            <pc:sldMk cId="1597384223" sldId="2147480085"/>
            <ac:spMk id="4" creationId="{A6B4AB99-1861-162E-12A0-49B0146361EE}"/>
          </ac:spMkLst>
        </pc:spChg>
        <pc:spChg chg="add mod">
          <ac:chgData name="Chris Hawblitzel" userId="a8c48eef2a52f1db" providerId="LiveId" clId="{3B76E6B8-BC45-4E45-91C6-F0F33EC631A4}" dt="2026-05-10T17:11:32.802" v="5073"/>
          <ac:spMkLst>
            <pc:docMk/>
            <pc:sldMk cId="1597384223" sldId="2147480085"/>
            <ac:spMk id="5" creationId="{9AB00B81-91F9-6C7E-40C6-AB2EA1E40F6E}"/>
          </ac:spMkLst>
        </pc:spChg>
        <pc:spChg chg="add mod">
          <ac:chgData name="Chris Hawblitzel" userId="a8c48eef2a52f1db" providerId="LiveId" clId="{3B76E6B8-BC45-4E45-91C6-F0F33EC631A4}" dt="2026-05-10T17:09:56.685" v="5057" actId="20577"/>
          <ac:spMkLst>
            <pc:docMk/>
            <pc:sldMk cId="1597384223" sldId="2147480085"/>
            <ac:spMk id="6" creationId="{7A6B8198-D8EB-30A2-9484-D64DB8F43DFD}"/>
          </ac:spMkLst>
        </pc:spChg>
        <pc:spChg chg="add mod">
          <ac:chgData name="Chris Hawblitzel" userId="a8c48eef2a52f1db" providerId="LiveId" clId="{3B76E6B8-BC45-4E45-91C6-F0F33EC631A4}" dt="2026-05-10T17:10:33.154" v="5067" actId="1076"/>
          <ac:spMkLst>
            <pc:docMk/>
            <pc:sldMk cId="1597384223" sldId="2147480085"/>
            <ac:spMk id="9" creationId="{BBF719F6-8856-07A7-D0B8-CB60D028105A}"/>
          </ac:spMkLst>
        </pc:spChg>
        <pc:cxnChg chg="add mod">
          <ac:chgData name="Chris Hawblitzel" userId="a8c48eef2a52f1db" providerId="LiveId" clId="{3B76E6B8-BC45-4E45-91C6-F0F33EC631A4}" dt="2026-05-10T17:10:45.536" v="5069" actId="14100"/>
          <ac:cxnSpMkLst>
            <pc:docMk/>
            <pc:sldMk cId="1597384223" sldId="2147480085"/>
            <ac:cxnSpMk id="8" creationId="{145237BD-EE18-043E-6150-8D412BA729D6}"/>
          </ac:cxnSpMkLst>
        </pc:cxnChg>
        <pc:cxnChg chg="add">
          <ac:chgData name="Chris Hawblitzel" userId="a8c48eef2a52f1db" providerId="LiveId" clId="{3B76E6B8-BC45-4E45-91C6-F0F33EC631A4}" dt="2026-05-10T17:10:41.136" v="5068" actId="11529"/>
          <ac:cxnSpMkLst>
            <pc:docMk/>
            <pc:sldMk cId="1597384223" sldId="2147480085"/>
            <ac:cxnSpMk id="11" creationId="{256D026D-B053-0A8F-9596-BCDD92286E22}"/>
          </ac:cxnSpMkLst>
        </pc:cxnChg>
        <pc:cxnChg chg="add mod">
          <ac:chgData name="Chris Hawblitzel" userId="a8c48eef2a52f1db" providerId="LiveId" clId="{3B76E6B8-BC45-4E45-91C6-F0F33EC631A4}" dt="2026-05-10T17:10:58.108" v="5071" actId="14100"/>
          <ac:cxnSpMkLst>
            <pc:docMk/>
            <pc:sldMk cId="1597384223" sldId="2147480085"/>
            <ac:cxnSpMk id="14" creationId="{47FC11CD-E324-D4A9-DC05-9BB186F215A7}"/>
          </ac:cxnSpMkLst>
        </pc:cxnChg>
      </pc:sldChg>
      <pc:sldChg chg="addSp delSp modSp new mod modAnim">
        <pc:chgData name="Chris Hawblitzel" userId="a8c48eef2a52f1db" providerId="LiveId" clId="{3B76E6B8-BC45-4E45-91C6-F0F33EC631A4}" dt="2026-05-10T17:52:29.031" v="5371"/>
        <pc:sldMkLst>
          <pc:docMk/>
          <pc:sldMk cId="723445417" sldId="2147480086"/>
        </pc:sldMkLst>
        <pc:spChg chg="mod">
          <ac:chgData name="Chris Hawblitzel" userId="a8c48eef2a52f1db" providerId="LiveId" clId="{3B76E6B8-BC45-4E45-91C6-F0F33EC631A4}" dt="2026-05-10T17:33:26.192" v="5203" actId="20577"/>
          <ac:spMkLst>
            <pc:docMk/>
            <pc:sldMk cId="723445417" sldId="2147480086"/>
            <ac:spMk id="2" creationId="{EF0E5E5D-E36C-5548-F728-457975C27D45}"/>
          </ac:spMkLst>
        </pc:spChg>
        <pc:spChg chg="add mod">
          <ac:chgData name="Chris Hawblitzel" userId="a8c48eef2a52f1db" providerId="LiveId" clId="{3B76E6B8-BC45-4E45-91C6-F0F33EC631A4}" dt="2026-05-10T17:45:23.211" v="5259" actId="1076"/>
          <ac:spMkLst>
            <pc:docMk/>
            <pc:sldMk cId="723445417" sldId="2147480086"/>
            <ac:spMk id="3" creationId="{20652189-A939-4646-BD2E-3769DA39DC9D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4" creationId="{EDA9C6A2-C83C-5526-5B34-B4513748CDC7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5" creationId="{40821004-2DAB-1FB3-990B-F61B09041225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6" creationId="{18F0F29B-275E-DC53-1D99-CF5FD1D43DBA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9" creationId="{A3A7A7F5-9A5A-1516-0574-4540D07CD6E6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10" creationId="{3AA3FB6C-CF47-A602-AE40-0B05246CEC3E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13" creationId="{1E36B02A-D187-FD2A-21E7-F1AF3A2D0B5D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14" creationId="{F9C94BC5-73CC-771F-CBA1-F550DAB0C921}"/>
          </ac:spMkLst>
        </pc:spChg>
        <pc:spChg chg="add mod">
          <ac:chgData name="Chris Hawblitzel" userId="a8c48eef2a52f1db" providerId="LiveId" clId="{3B76E6B8-BC45-4E45-91C6-F0F33EC631A4}" dt="2026-05-10T17:44:05.907" v="5258" actId="20577"/>
          <ac:spMkLst>
            <pc:docMk/>
            <pc:sldMk cId="723445417" sldId="2147480086"/>
            <ac:spMk id="15" creationId="{530E6891-ADAB-3F6C-2F72-C3E2076C49D1}"/>
          </ac:spMkLst>
        </pc:spChg>
        <pc:spChg chg="add mod">
          <ac:chgData name="Chris Hawblitzel" userId="a8c48eef2a52f1db" providerId="LiveId" clId="{3B76E6B8-BC45-4E45-91C6-F0F33EC631A4}" dt="2026-05-10T17:48:13.577" v="5331" actId="1076"/>
          <ac:spMkLst>
            <pc:docMk/>
            <pc:sldMk cId="723445417" sldId="2147480086"/>
            <ac:spMk id="16" creationId="{F9F4CA1D-B6D9-A6DB-B829-44F045A4234E}"/>
          </ac:spMkLst>
        </pc:spChg>
        <pc:spChg chg="add mod">
          <ac:chgData name="Chris Hawblitzel" userId="a8c48eef2a52f1db" providerId="LiveId" clId="{3B76E6B8-BC45-4E45-91C6-F0F33EC631A4}" dt="2026-05-10T17:48:13.577" v="5331" actId="1076"/>
          <ac:spMkLst>
            <pc:docMk/>
            <pc:sldMk cId="723445417" sldId="2147480086"/>
            <ac:spMk id="18" creationId="{2FBC4103-0D5E-42ED-0FB3-E2C0A2F6EE16}"/>
          </ac:spMkLst>
        </pc:spChg>
        <pc:spChg chg="add mod">
          <ac:chgData name="Chris Hawblitzel" userId="a8c48eef2a52f1db" providerId="LiveId" clId="{3B76E6B8-BC45-4E45-91C6-F0F33EC631A4}" dt="2026-05-10T17:48:13.577" v="5331" actId="1076"/>
          <ac:spMkLst>
            <pc:docMk/>
            <pc:sldMk cId="723445417" sldId="2147480086"/>
            <ac:spMk id="19" creationId="{4AC86673-F299-AB07-2483-9CCAA13805A8}"/>
          </ac:spMkLst>
        </pc:spChg>
        <pc:spChg chg="add mod">
          <ac:chgData name="Chris Hawblitzel" userId="a8c48eef2a52f1db" providerId="LiveId" clId="{3B76E6B8-BC45-4E45-91C6-F0F33EC631A4}" dt="2026-05-10T17:48:25.478" v="5342" actId="20577"/>
          <ac:spMkLst>
            <pc:docMk/>
            <pc:sldMk cId="723445417" sldId="2147480086"/>
            <ac:spMk id="25" creationId="{7E5FCC4A-A023-D3AB-6A40-5699F2524B13}"/>
          </ac:spMkLst>
        </pc:spChg>
        <pc:spChg chg="add mod">
          <ac:chgData name="Chris Hawblitzel" userId="a8c48eef2a52f1db" providerId="LiveId" clId="{3B76E6B8-BC45-4E45-91C6-F0F33EC631A4}" dt="2026-05-10T17:48:30.414" v="5350" actId="20577"/>
          <ac:spMkLst>
            <pc:docMk/>
            <pc:sldMk cId="723445417" sldId="2147480086"/>
            <ac:spMk id="26" creationId="{19C89C9B-487C-CA53-D487-94E7CF411E66}"/>
          </ac:spMkLst>
        </pc:spChg>
        <pc:spChg chg="add mod">
          <ac:chgData name="Chris Hawblitzel" userId="a8c48eef2a52f1db" providerId="LiveId" clId="{3B76E6B8-BC45-4E45-91C6-F0F33EC631A4}" dt="2026-05-10T17:48:18.683" v="5333" actId="1076"/>
          <ac:spMkLst>
            <pc:docMk/>
            <pc:sldMk cId="723445417" sldId="2147480086"/>
            <ac:spMk id="27" creationId="{3CF48D62-D372-A578-5F70-51B989AA1E18}"/>
          </ac:spMkLst>
        </pc:spChg>
        <pc:spChg chg="add mod">
          <ac:chgData name="Chris Hawblitzel" userId="a8c48eef2a52f1db" providerId="LiveId" clId="{3B76E6B8-BC45-4E45-91C6-F0F33EC631A4}" dt="2026-05-10T17:48:51.992" v="5360" actId="20577"/>
          <ac:spMkLst>
            <pc:docMk/>
            <pc:sldMk cId="723445417" sldId="2147480086"/>
            <ac:spMk id="28" creationId="{6867468C-7324-1715-F506-4DCCEA70E260}"/>
          </ac:spMkLst>
        </pc:spChg>
        <pc:spChg chg="add mod">
          <ac:chgData name="Chris Hawblitzel" userId="a8c48eef2a52f1db" providerId="LiveId" clId="{3B76E6B8-BC45-4E45-91C6-F0F33EC631A4}" dt="2026-05-10T17:48:56.514" v="5364" actId="20577"/>
          <ac:spMkLst>
            <pc:docMk/>
            <pc:sldMk cId="723445417" sldId="2147480086"/>
            <ac:spMk id="29" creationId="{391A5E64-D9DB-CCA8-6B40-D2F577D2D902}"/>
          </ac:spMkLst>
        </pc:spChg>
        <pc:spChg chg="add mod">
          <ac:chgData name="Chris Hawblitzel" userId="a8c48eef2a52f1db" providerId="LiveId" clId="{3B76E6B8-BC45-4E45-91C6-F0F33EC631A4}" dt="2026-05-10T17:48:40.348" v="5352" actId="1076"/>
          <ac:spMkLst>
            <pc:docMk/>
            <pc:sldMk cId="723445417" sldId="2147480086"/>
            <ac:spMk id="30" creationId="{770F3AEE-9EB8-8AE4-DFF5-9749E16FDAF5}"/>
          </ac:spMkLst>
        </pc:spChg>
        <pc:cxnChg chg="add mod">
          <ac:chgData name="Chris Hawblitzel" userId="a8c48eef2a52f1db" providerId="LiveId" clId="{3B76E6B8-BC45-4E45-91C6-F0F33EC631A4}" dt="2026-05-10T17:46:18.869" v="5326" actId="1036"/>
          <ac:cxnSpMkLst>
            <pc:docMk/>
            <pc:sldMk cId="723445417" sldId="2147480086"/>
            <ac:cxnSpMk id="7" creationId="{D71CD91B-91B8-0D50-3C0A-6C69128EA71B}"/>
          </ac:cxnSpMkLst>
        </pc:cxnChg>
        <pc:cxnChg chg="mod">
          <ac:chgData name="Chris Hawblitzel" userId="a8c48eef2a52f1db" providerId="LiveId" clId="{3B76E6B8-BC45-4E45-91C6-F0F33EC631A4}" dt="2026-05-10T17:46:18.869" v="5326" actId="1036"/>
          <ac:cxnSpMkLst>
            <pc:docMk/>
            <pc:sldMk cId="723445417" sldId="2147480086"/>
            <ac:cxnSpMk id="11" creationId="{717FCF20-6512-60F2-C158-3273755CADD3}"/>
          </ac:cxnSpMkLst>
        </pc:cxnChg>
        <pc:cxnChg chg="add mod">
          <ac:chgData name="Chris Hawblitzel" userId="a8c48eef2a52f1db" providerId="LiveId" clId="{3B76E6B8-BC45-4E45-91C6-F0F33EC631A4}" dt="2026-05-10T17:46:18.869" v="5326" actId="1036"/>
          <ac:cxnSpMkLst>
            <pc:docMk/>
            <pc:sldMk cId="723445417" sldId="2147480086"/>
            <ac:cxnSpMk id="12" creationId="{0587C632-601C-9913-5AA9-86C395B99E9A}"/>
          </ac:cxnSpMkLst>
        </pc:cxnChg>
        <pc:cxnChg chg="add mod">
          <ac:chgData name="Chris Hawblitzel" userId="a8c48eef2a52f1db" providerId="LiveId" clId="{3B76E6B8-BC45-4E45-91C6-F0F33EC631A4}" dt="2026-05-10T17:48:13.577" v="5331" actId="1076"/>
          <ac:cxnSpMkLst>
            <pc:docMk/>
            <pc:sldMk cId="723445417" sldId="2147480086"/>
            <ac:cxnSpMk id="21" creationId="{9E9BAB87-676F-407F-16D0-BA96C40D65D9}"/>
          </ac:cxnSpMkLst>
        </pc:cxnChg>
        <pc:cxnChg chg="add mod">
          <ac:chgData name="Chris Hawblitzel" userId="a8c48eef2a52f1db" providerId="LiveId" clId="{3B76E6B8-BC45-4E45-91C6-F0F33EC631A4}" dt="2026-05-10T17:48:13.577" v="5331" actId="1076"/>
          <ac:cxnSpMkLst>
            <pc:docMk/>
            <pc:sldMk cId="723445417" sldId="2147480086"/>
            <ac:cxnSpMk id="23" creationId="{3C0120C5-E869-A045-2F0F-5662B2C51C17}"/>
          </ac:cxnSpMkLst>
        </pc:cxnChg>
        <pc:cxnChg chg="add">
          <ac:chgData name="Chris Hawblitzel" userId="a8c48eef2a52f1db" providerId="LiveId" clId="{3B76E6B8-BC45-4E45-91C6-F0F33EC631A4}" dt="2026-05-10T17:49:08.185" v="5365" actId="11529"/>
          <ac:cxnSpMkLst>
            <pc:docMk/>
            <pc:sldMk cId="723445417" sldId="2147480086"/>
            <ac:cxnSpMk id="32" creationId="{0AF6B1AD-7F10-33D6-EAA3-E2C0972EB383}"/>
          </ac:cxnSpMkLst>
        </pc:cxnChg>
        <pc:cxnChg chg="add">
          <ac:chgData name="Chris Hawblitzel" userId="a8c48eef2a52f1db" providerId="LiveId" clId="{3B76E6B8-BC45-4E45-91C6-F0F33EC631A4}" dt="2026-05-10T17:49:13.702" v="5366" actId="11529"/>
          <ac:cxnSpMkLst>
            <pc:docMk/>
            <pc:sldMk cId="723445417" sldId="2147480086"/>
            <ac:cxnSpMk id="34" creationId="{DC49BE90-8777-2912-CA5B-6B99EB78440E}"/>
          </ac:cxnSpMkLst>
        </pc:cxnChg>
        <pc:cxnChg chg="add">
          <ac:chgData name="Chris Hawblitzel" userId="a8c48eef2a52f1db" providerId="LiveId" clId="{3B76E6B8-BC45-4E45-91C6-F0F33EC631A4}" dt="2026-05-10T17:49:21.415" v="5367" actId="11529"/>
          <ac:cxnSpMkLst>
            <pc:docMk/>
            <pc:sldMk cId="723445417" sldId="2147480086"/>
            <ac:cxnSpMk id="36" creationId="{2FDC4B48-FED5-A1F9-47BC-EB8CA0D3B0BB}"/>
          </ac:cxnSpMkLst>
        </pc:cxnChg>
        <pc:cxnChg chg="add">
          <ac:chgData name="Chris Hawblitzel" userId="a8c48eef2a52f1db" providerId="LiveId" clId="{3B76E6B8-BC45-4E45-91C6-F0F33EC631A4}" dt="2026-05-10T17:49:27.993" v="5368" actId="11529"/>
          <ac:cxnSpMkLst>
            <pc:docMk/>
            <pc:sldMk cId="723445417" sldId="2147480086"/>
            <ac:cxnSpMk id="38" creationId="{DCDDE322-284F-4942-6A68-077E70A01392}"/>
          </ac:cxnSpMkLst>
        </pc:cxnChg>
      </pc:sldChg>
      <pc:sldChg chg="addSp modSp new mod">
        <pc:chgData name="Chris Hawblitzel" userId="a8c48eef2a52f1db" providerId="LiveId" clId="{3B76E6B8-BC45-4E45-91C6-F0F33EC631A4}" dt="2026-05-11T13:35:27.913" v="9836" actId="20577"/>
        <pc:sldMkLst>
          <pc:docMk/>
          <pc:sldMk cId="3144554877" sldId="2147480088"/>
        </pc:sldMkLst>
        <pc:spChg chg="mod">
          <ac:chgData name="Chris Hawblitzel" userId="a8c48eef2a52f1db" providerId="LiveId" clId="{3B76E6B8-BC45-4E45-91C6-F0F33EC631A4}" dt="2026-05-10T20:51:18.207" v="5397" actId="20577"/>
          <ac:spMkLst>
            <pc:docMk/>
            <pc:sldMk cId="3144554877" sldId="2147480088"/>
            <ac:spMk id="2" creationId="{84C75BF6-B311-D197-6845-A8FF2D78892C}"/>
          </ac:spMkLst>
        </pc:spChg>
        <pc:spChg chg="add mod">
          <ac:chgData name="Chris Hawblitzel" userId="a8c48eef2a52f1db" providerId="LiveId" clId="{3B76E6B8-BC45-4E45-91C6-F0F33EC631A4}" dt="2026-05-10T20:54:47.744" v="5430" actId="13822"/>
          <ac:spMkLst>
            <pc:docMk/>
            <pc:sldMk cId="3144554877" sldId="2147480088"/>
            <ac:spMk id="3" creationId="{C87C64C0-B4E6-DCD6-4EFC-AC29D5C19FAA}"/>
          </ac:spMkLst>
        </pc:spChg>
        <pc:spChg chg="add mod">
          <ac:chgData name="Chris Hawblitzel" userId="a8c48eef2a52f1db" providerId="LiveId" clId="{3B76E6B8-BC45-4E45-91C6-F0F33EC631A4}" dt="2026-05-11T13:35:27.913" v="9836" actId="20577"/>
          <ac:spMkLst>
            <pc:docMk/>
            <pc:sldMk cId="3144554877" sldId="2147480088"/>
            <ac:spMk id="4" creationId="{53CF811C-9A4B-C4C6-52FF-A4DD168B9E39}"/>
          </ac:spMkLst>
        </pc:spChg>
      </pc:sldChg>
      <pc:sldChg chg="addSp modSp add mod">
        <pc:chgData name="Chris Hawblitzel" userId="a8c48eef2a52f1db" providerId="LiveId" clId="{3B76E6B8-BC45-4E45-91C6-F0F33EC631A4}" dt="2026-05-10T20:54:57.451" v="5432" actId="13822"/>
        <pc:sldMkLst>
          <pc:docMk/>
          <pc:sldMk cId="2062316768" sldId="2147480089"/>
        </pc:sldMkLst>
        <pc:spChg chg="mod">
          <ac:chgData name="Chris Hawblitzel" userId="a8c48eef2a52f1db" providerId="LiveId" clId="{3B76E6B8-BC45-4E45-91C6-F0F33EC631A4}" dt="2026-05-10T20:53:32.272" v="5426" actId="20577"/>
          <ac:spMkLst>
            <pc:docMk/>
            <pc:sldMk cId="2062316768" sldId="2147480089"/>
            <ac:spMk id="2" creationId="{84C75BF6-B311-D197-6845-A8FF2D78892C}"/>
          </ac:spMkLst>
        </pc:spChg>
        <pc:spChg chg="mod">
          <ac:chgData name="Chris Hawblitzel" userId="a8c48eef2a52f1db" providerId="LiveId" clId="{3B76E6B8-BC45-4E45-91C6-F0F33EC631A4}" dt="2026-05-10T20:54:54.055" v="5431" actId="13822"/>
          <ac:spMkLst>
            <pc:docMk/>
            <pc:sldMk cId="2062316768" sldId="2147480089"/>
            <ac:spMk id="3" creationId="{C87C64C0-B4E6-DCD6-4EFC-AC29D5C19FAA}"/>
          </ac:spMkLst>
        </pc:spChg>
        <pc:spChg chg="add mod">
          <ac:chgData name="Chris Hawblitzel" userId="a8c48eef2a52f1db" providerId="LiveId" clId="{3B76E6B8-BC45-4E45-91C6-F0F33EC631A4}" dt="2026-05-10T20:54:57.451" v="5432" actId="13822"/>
          <ac:spMkLst>
            <pc:docMk/>
            <pc:sldMk cId="2062316768" sldId="2147480089"/>
            <ac:spMk id="4" creationId="{3C6E6B45-20AB-DFEB-FB34-42CACEA4B530}"/>
          </ac:spMkLst>
        </pc:spChg>
      </pc:sldChg>
      <pc:sldChg chg="addSp modSp add mod">
        <pc:chgData name="Chris Hawblitzel" userId="a8c48eef2a52f1db" providerId="LiveId" clId="{3B76E6B8-BC45-4E45-91C6-F0F33EC631A4}" dt="2026-05-11T13:36:50.822" v="9902" actId="1076"/>
        <pc:sldMkLst>
          <pc:docMk/>
          <pc:sldMk cId="3044043893" sldId="2147480090"/>
        </pc:sldMkLst>
        <pc:spChg chg="mod">
          <ac:chgData name="Chris Hawblitzel" userId="a8c48eef2a52f1db" providerId="LiveId" clId="{3B76E6B8-BC45-4E45-91C6-F0F33EC631A4}" dt="2026-05-10T20:57:23.761" v="5457" actId="20577"/>
          <ac:spMkLst>
            <pc:docMk/>
            <pc:sldMk cId="3044043893" sldId="2147480090"/>
            <ac:spMk id="3" creationId="{C87C64C0-B4E6-DCD6-4EFC-AC29D5C19FAA}"/>
          </ac:spMkLst>
        </pc:spChg>
        <pc:spChg chg="mod">
          <ac:chgData name="Chris Hawblitzel" userId="a8c48eef2a52f1db" providerId="LiveId" clId="{3B76E6B8-BC45-4E45-91C6-F0F33EC631A4}" dt="2026-05-10T20:58:37.084" v="5474" actId="1076"/>
          <ac:spMkLst>
            <pc:docMk/>
            <pc:sldMk cId="3044043893" sldId="2147480090"/>
            <ac:spMk id="4" creationId="{3C6E6B45-20AB-DFEB-FB34-42CACEA4B530}"/>
          </ac:spMkLst>
        </pc:spChg>
        <pc:spChg chg="add mod">
          <ac:chgData name="Chris Hawblitzel" userId="a8c48eef2a52f1db" providerId="LiveId" clId="{3B76E6B8-BC45-4E45-91C6-F0F33EC631A4}" dt="2026-05-10T20:58:51.149" v="5483" actId="20577"/>
          <ac:spMkLst>
            <pc:docMk/>
            <pc:sldMk cId="3044043893" sldId="2147480090"/>
            <ac:spMk id="5" creationId="{14E0FBFE-DE85-C331-7F01-E80DC32E964F}"/>
          </ac:spMkLst>
        </pc:spChg>
        <pc:spChg chg="add mod">
          <ac:chgData name="Chris Hawblitzel" userId="a8c48eef2a52f1db" providerId="LiveId" clId="{3B76E6B8-BC45-4E45-91C6-F0F33EC631A4}" dt="2026-05-10T21:07:16.546" v="5878" actId="20577"/>
          <ac:spMkLst>
            <pc:docMk/>
            <pc:sldMk cId="3044043893" sldId="2147480090"/>
            <ac:spMk id="6" creationId="{12E86C5B-8CD0-32E1-EC3E-CA381BEA46A7}"/>
          </ac:spMkLst>
        </pc:spChg>
        <pc:spChg chg="add mod">
          <ac:chgData name="Chris Hawblitzel" userId="a8c48eef2a52f1db" providerId="LiveId" clId="{3B76E6B8-BC45-4E45-91C6-F0F33EC631A4}" dt="2026-05-11T13:36:50.822" v="9902" actId="1076"/>
          <ac:spMkLst>
            <pc:docMk/>
            <pc:sldMk cId="3044043893" sldId="2147480090"/>
            <ac:spMk id="7" creationId="{B5BD9EB0-BF7D-E715-CC3B-6F47890ACD40}"/>
          </ac:spMkLst>
        </pc:spChg>
      </pc:sldChg>
      <pc:sldChg chg="modSp add mod">
        <pc:chgData name="Chris Hawblitzel" userId="a8c48eef2a52f1db" providerId="LiveId" clId="{3B76E6B8-BC45-4E45-91C6-F0F33EC631A4}" dt="2026-05-10T21:13:03.888" v="6280" actId="1076"/>
        <pc:sldMkLst>
          <pc:docMk/>
          <pc:sldMk cId="3038218191" sldId="2147480091"/>
        </pc:sldMkLst>
        <pc:spChg chg="mod">
          <ac:chgData name="Chris Hawblitzel" userId="a8c48eef2a52f1db" providerId="LiveId" clId="{3B76E6B8-BC45-4E45-91C6-F0F33EC631A4}" dt="2026-05-10T21:04:03.399" v="5653" actId="20577"/>
          <ac:spMkLst>
            <pc:docMk/>
            <pc:sldMk cId="3038218191" sldId="2147480091"/>
            <ac:spMk id="2" creationId="{84C75BF6-B311-D197-6845-A8FF2D78892C}"/>
          </ac:spMkLst>
        </pc:spChg>
        <pc:spChg chg="mod">
          <ac:chgData name="Chris Hawblitzel" userId="a8c48eef2a52f1db" providerId="LiveId" clId="{3B76E6B8-BC45-4E45-91C6-F0F33EC631A4}" dt="2026-05-10T21:05:31.358" v="5705" actId="1076"/>
          <ac:spMkLst>
            <pc:docMk/>
            <pc:sldMk cId="3038218191" sldId="2147480091"/>
            <ac:spMk id="3" creationId="{C87C64C0-B4E6-DCD6-4EFC-AC29D5C19FAA}"/>
          </ac:spMkLst>
        </pc:spChg>
        <pc:spChg chg="mod">
          <ac:chgData name="Chris Hawblitzel" userId="a8c48eef2a52f1db" providerId="LiveId" clId="{3B76E6B8-BC45-4E45-91C6-F0F33EC631A4}" dt="2026-05-10T21:05:31.358" v="5705" actId="1076"/>
          <ac:spMkLst>
            <pc:docMk/>
            <pc:sldMk cId="3038218191" sldId="2147480091"/>
            <ac:spMk id="4" creationId="{3C6E6B45-20AB-DFEB-FB34-42CACEA4B530}"/>
          </ac:spMkLst>
        </pc:spChg>
        <pc:spChg chg="mod">
          <ac:chgData name="Chris Hawblitzel" userId="a8c48eef2a52f1db" providerId="LiveId" clId="{3B76E6B8-BC45-4E45-91C6-F0F33EC631A4}" dt="2026-05-10T21:05:31.358" v="5705" actId="1076"/>
          <ac:spMkLst>
            <pc:docMk/>
            <pc:sldMk cId="3038218191" sldId="2147480091"/>
            <ac:spMk id="5" creationId="{14E0FBFE-DE85-C331-7F01-E80DC32E964F}"/>
          </ac:spMkLst>
        </pc:spChg>
        <pc:spChg chg="mod">
          <ac:chgData name="Chris Hawblitzel" userId="a8c48eef2a52f1db" providerId="LiveId" clId="{3B76E6B8-BC45-4E45-91C6-F0F33EC631A4}" dt="2026-05-10T21:13:03.888" v="6280" actId="1076"/>
          <ac:spMkLst>
            <pc:docMk/>
            <pc:sldMk cId="3038218191" sldId="2147480091"/>
            <ac:spMk id="6" creationId="{12E86C5B-8CD0-32E1-EC3E-CA381BEA46A7}"/>
          </ac:spMkLst>
        </pc:spChg>
      </pc:sldChg>
      <pc:sldChg chg="add modAnim">
        <pc:chgData name="Chris Hawblitzel" userId="a8c48eef2a52f1db" providerId="LiveId" clId="{3B76E6B8-BC45-4E45-91C6-F0F33EC631A4}" dt="2026-05-10T21:12:38.118" v="6278"/>
        <pc:sldMkLst>
          <pc:docMk/>
          <pc:sldMk cId="3298594646" sldId="2147480092"/>
        </pc:sldMkLst>
      </pc:sldChg>
      <pc:sldChg chg="modSp add mod">
        <pc:chgData name="Chris Hawblitzel" userId="a8c48eef2a52f1db" providerId="LiveId" clId="{3B76E6B8-BC45-4E45-91C6-F0F33EC631A4}" dt="2026-05-10T21:33:05.001" v="6582" actId="20577"/>
        <pc:sldMkLst>
          <pc:docMk/>
          <pc:sldMk cId="260411939" sldId="2147480094"/>
        </pc:sldMkLst>
        <pc:spChg chg="mod">
          <ac:chgData name="Chris Hawblitzel" userId="a8c48eef2a52f1db" providerId="LiveId" clId="{3B76E6B8-BC45-4E45-91C6-F0F33EC631A4}" dt="2026-05-10T21:33:05.001" v="6582" actId="20577"/>
          <ac:spMkLst>
            <pc:docMk/>
            <pc:sldMk cId="260411939" sldId="2147480094"/>
            <ac:spMk id="3" creationId="{FC644D5D-18A4-C675-5684-1D61C2367DAF}"/>
          </ac:spMkLst>
        </pc:spChg>
        <pc:spChg chg="mod">
          <ac:chgData name="Chris Hawblitzel" userId="a8c48eef2a52f1db" providerId="LiveId" clId="{3B76E6B8-BC45-4E45-91C6-F0F33EC631A4}" dt="2026-05-10T21:31:19.152" v="6576" actId="1076"/>
          <ac:spMkLst>
            <pc:docMk/>
            <pc:sldMk cId="260411939" sldId="2147480094"/>
            <ac:spMk id="4" creationId="{2D8D2E84-86A2-054B-98A4-309AA08C178A}"/>
          </ac:spMkLst>
        </pc:spChg>
        <pc:spChg chg="mod">
          <ac:chgData name="Chris Hawblitzel" userId="a8c48eef2a52f1db" providerId="LiveId" clId="{3B76E6B8-BC45-4E45-91C6-F0F33EC631A4}" dt="2026-05-10T21:31:15.050" v="6575" actId="1076"/>
          <ac:spMkLst>
            <pc:docMk/>
            <pc:sldMk cId="260411939" sldId="2147480094"/>
            <ac:spMk id="5" creationId="{140E180B-ABBA-4E3D-B66A-F8B83F08CF90}"/>
          </ac:spMkLst>
        </pc:spChg>
      </pc:sldChg>
      <pc:sldChg chg="addSp delSp modSp new mod">
        <pc:chgData name="Chris Hawblitzel" userId="a8c48eef2a52f1db" providerId="LiveId" clId="{3B76E6B8-BC45-4E45-91C6-F0F33EC631A4}" dt="2026-05-11T12:14:56.648" v="7621" actId="20577"/>
        <pc:sldMkLst>
          <pc:docMk/>
          <pc:sldMk cId="2287689959" sldId="2147480095"/>
        </pc:sldMkLst>
        <pc:spChg chg="mod">
          <ac:chgData name="Chris Hawblitzel" userId="a8c48eef2a52f1db" providerId="LiveId" clId="{3B76E6B8-BC45-4E45-91C6-F0F33EC631A4}" dt="2026-05-11T12:03:13.935" v="7365" actId="14100"/>
          <ac:spMkLst>
            <pc:docMk/>
            <pc:sldMk cId="2287689959" sldId="2147480095"/>
            <ac:spMk id="2" creationId="{F117342F-DC9C-6AFE-3109-469C9F91EC2C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3" creationId="{0C951E59-8A65-B2B8-3D53-85D3D2605A2B}"/>
          </ac:spMkLst>
        </pc:spChg>
        <pc:spChg chg="add mod">
          <ac:chgData name="Chris Hawblitzel" userId="a8c48eef2a52f1db" providerId="LiveId" clId="{3B76E6B8-BC45-4E45-91C6-F0F33EC631A4}" dt="2026-05-11T12:09:40.568" v="7433" actId="1076"/>
          <ac:spMkLst>
            <pc:docMk/>
            <pc:sldMk cId="2287689959" sldId="2147480095"/>
            <ac:spMk id="6" creationId="{9A11007D-D566-3DDE-87C5-6FD727DAC912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7" creationId="{7330350B-C207-50E2-7595-2085FC1370EE}"/>
          </ac:spMkLst>
        </pc:spChg>
        <pc:spChg chg="add mod">
          <ac:chgData name="Chris Hawblitzel" userId="a8c48eef2a52f1db" providerId="LiveId" clId="{3B76E6B8-BC45-4E45-91C6-F0F33EC631A4}" dt="2026-05-11T12:10:05.805" v="7435" actId="1076"/>
          <ac:spMkLst>
            <pc:docMk/>
            <pc:sldMk cId="2287689959" sldId="2147480095"/>
            <ac:spMk id="8" creationId="{1FFDA64B-1692-7BDC-F9F3-12B7A246A037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9" creationId="{7AED3698-71A8-91E3-9836-50920B825D4A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10" creationId="{E5616025-2AB3-2947-5FC1-05033E05C166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11" creationId="{BDA7A27A-92A5-559C-21B4-80E048FF7D6F}"/>
          </ac:spMkLst>
        </pc:spChg>
        <pc:spChg chg="add mod">
          <ac:chgData name="Chris Hawblitzel" userId="a8c48eef2a52f1db" providerId="LiveId" clId="{3B76E6B8-BC45-4E45-91C6-F0F33EC631A4}" dt="2026-05-11T12:05:11.898" v="7386" actId="1076"/>
          <ac:spMkLst>
            <pc:docMk/>
            <pc:sldMk cId="2287689959" sldId="2147480095"/>
            <ac:spMk id="18" creationId="{0715F9E1-829F-9611-69AE-E142B6833D47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20" creationId="{5ECCBAD3-27B5-6F28-F958-3607A1514C78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21" creationId="{A48ABCE6-2C2C-64A4-8285-057F21E05149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26" creationId="{4B37721B-DB3A-5CE4-8F41-0F2C7B15370C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27" creationId="{9840F312-122E-DCE0-1239-A85CBDE6CAD3}"/>
          </ac:spMkLst>
        </pc:spChg>
        <pc:spChg chg="add mod ord">
          <ac:chgData name="Chris Hawblitzel" userId="a8c48eef2a52f1db" providerId="LiveId" clId="{3B76E6B8-BC45-4E45-91C6-F0F33EC631A4}" dt="2026-05-11T12:09:22.716" v="7432" actId="14100"/>
          <ac:spMkLst>
            <pc:docMk/>
            <pc:sldMk cId="2287689959" sldId="2147480095"/>
            <ac:spMk id="28" creationId="{3972FC55-D189-D6C3-CA7C-D89BD77C9E88}"/>
          </ac:spMkLst>
        </pc:spChg>
        <pc:spChg chg="add mod">
          <ac:chgData name="Chris Hawblitzel" userId="a8c48eef2a52f1db" providerId="LiveId" clId="{3B76E6B8-BC45-4E45-91C6-F0F33EC631A4}" dt="2026-05-11T12:14:56.648" v="7621" actId="20577"/>
          <ac:spMkLst>
            <pc:docMk/>
            <pc:sldMk cId="2287689959" sldId="2147480095"/>
            <ac:spMk id="34" creationId="{E98376E9-0326-9A09-7695-9176C8FFC4B4}"/>
          </ac:spMkLst>
        </pc:spChg>
        <pc:cxnChg chg="add mod">
          <ac:chgData name="Chris Hawblitzel" userId="a8c48eef2a52f1db" providerId="LiveId" clId="{3B76E6B8-BC45-4E45-91C6-F0F33EC631A4}" dt="2026-05-11T12:09:40.568" v="7433" actId="1076"/>
          <ac:cxnSpMkLst>
            <pc:docMk/>
            <pc:sldMk cId="2287689959" sldId="2147480095"/>
            <ac:cxnSpMk id="13" creationId="{809E7351-40BB-351C-ED54-BB37C787C6D1}"/>
          </ac:cxnSpMkLst>
        </pc:cxnChg>
        <pc:cxnChg chg="add mod">
          <ac:chgData name="Chris Hawblitzel" userId="a8c48eef2a52f1db" providerId="LiveId" clId="{3B76E6B8-BC45-4E45-91C6-F0F33EC631A4}" dt="2026-05-11T12:05:07.356" v="7385" actId="1076"/>
          <ac:cxnSpMkLst>
            <pc:docMk/>
            <pc:sldMk cId="2287689959" sldId="2147480095"/>
            <ac:cxnSpMk id="15" creationId="{EA596D79-6410-BE2E-BE73-3A36E7E8ED7F}"/>
          </ac:cxnSpMkLst>
        </pc:cxnChg>
        <pc:cxnChg chg="add mod">
          <ac:chgData name="Chris Hawblitzel" userId="a8c48eef2a52f1db" providerId="LiveId" clId="{3B76E6B8-BC45-4E45-91C6-F0F33EC631A4}" dt="2026-05-11T12:10:05.805" v="7435" actId="1076"/>
          <ac:cxnSpMkLst>
            <pc:docMk/>
            <pc:sldMk cId="2287689959" sldId="2147480095"/>
            <ac:cxnSpMk id="17" creationId="{620D41F7-2BD8-471D-DADE-333FC6C2E317}"/>
          </ac:cxnSpMkLst>
        </pc:cxnChg>
        <pc:cxnChg chg="add mod">
          <ac:chgData name="Chris Hawblitzel" userId="a8c48eef2a52f1db" providerId="LiveId" clId="{3B76E6B8-BC45-4E45-91C6-F0F33EC631A4}" dt="2026-05-11T12:10:05.805" v="7435" actId="1076"/>
          <ac:cxnSpMkLst>
            <pc:docMk/>
            <pc:sldMk cId="2287689959" sldId="2147480095"/>
            <ac:cxnSpMk id="23" creationId="{1D195E5C-8CE3-38AD-C8BF-834DA48E1134}"/>
          </ac:cxnSpMkLst>
        </pc:cxnChg>
        <pc:cxnChg chg="add mod">
          <ac:chgData name="Chris Hawblitzel" userId="a8c48eef2a52f1db" providerId="LiveId" clId="{3B76E6B8-BC45-4E45-91C6-F0F33EC631A4}" dt="2026-05-11T12:09:40.568" v="7433" actId="1076"/>
          <ac:cxnSpMkLst>
            <pc:docMk/>
            <pc:sldMk cId="2287689959" sldId="2147480095"/>
            <ac:cxnSpMk id="25" creationId="{54B740EE-173B-988D-692D-3C5BF713AF61}"/>
          </ac:cxnSpMkLst>
        </pc:cxnChg>
      </pc:sldChg>
      <pc:sldChg chg="addSp delSp modSp add mod">
        <pc:chgData name="Chris Hawblitzel" userId="a8c48eef2a52f1db" providerId="LiveId" clId="{3B76E6B8-BC45-4E45-91C6-F0F33EC631A4}" dt="2026-05-12T00:38:17.346" v="11587" actId="20577"/>
        <pc:sldMkLst>
          <pc:docMk/>
          <pc:sldMk cId="3460766211" sldId="2147480096"/>
        </pc:sldMkLst>
        <pc:spChg chg="mod">
          <ac:chgData name="Chris Hawblitzel" userId="a8c48eef2a52f1db" providerId="LiveId" clId="{3B76E6B8-BC45-4E45-91C6-F0F33EC631A4}" dt="2026-05-12T00:29:26.202" v="10905" actId="20577"/>
          <ac:spMkLst>
            <pc:docMk/>
            <pc:sldMk cId="3460766211" sldId="2147480096"/>
            <ac:spMk id="2" creationId="{F117342F-DC9C-6AFE-3109-469C9F91EC2C}"/>
          </ac:spMkLst>
        </pc:spChg>
        <pc:spChg chg="add mod">
          <ac:chgData name="Chris Hawblitzel" userId="a8c48eef2a52f1db" providerId="LiveId" clId="{3B76E6B8-BC45-4E45-91C6-F0F33EC631A4}" dt="2026-05-12T00:38:17.346" v="11587" actId="20577"/>
          <ac:spMkLst>
            <pc:docMk/>
            <pc:sldMk cId="3460766211" sldId="2147480096"/>
            <ac:spMk id="4" creationId="{8B72D6D5-948A-52D3-69ED-CADD02E9B72A}"/>
          </ac:spMkLst>
        </pc:spChg>
      </pc:sldChg>
      <pc:sldChg chg="addSp modSp new mod">
        <pc:chgData name="Chris Hawblitzel" userId="a8c48eef2a52f1db" providerId="LiveId" clId="{3B76E6B8-BC45-4E45-91C6-F0F33EC631A4}" dt="2026-05-11T12:46:35.465" v="8359" actId="1076"/>
        <pc:sldMkLst>
          <pc:docMk/>
          <pc:sldMk cId="2793113156" sldId="2147480098"/>
        </pc:sldMkLst>
        <pc:spChg chg="mod">
          <ac:chgData name="Chris Hawblitzel" userId="a8c48eef2a52f1db" providerId="LiveId" clId="{3B76E6B8-BC45-4E45-91C6-F0F33EC631A4}" dt="2026-05-11T12:24:57.444" v="7950" actId="20577"/>
          <ac:spMkLst>
            <pc:docMk/>
            <pc:sldMk cId="2793113156" sldId="2147480098"/>
            <ac:spMk id="2" creationId="{EBD36C0F-DBA4-1E19-A3FD-05303E215142}"/>
          </ac:spMkLst>
        </pc:spChg>
        <pc:spChg chg="add mod">
          <ac:chgData name="Chris Hawblitzel" userId="a8c48eef2a52f1db" providerId="LiveId" clId="{3B76E6B8-BC45-4E45-91C6-F0F33EC631A4}" dt="2026-05-11T12:46:35.465" v="8359" actId="1076"/>
          <ac:spMkLst>
            <pc:docMk/>
            <pc:sldMk cId="2793113156" sldId="2147480098"/>
            <ac:spMk id="3" creationId="{86D67351-4E2B-7535-9FDE-B91C7BDEE979}"/>
          </ac:spMkLst>
        </pc:spChg>
        <pc:spChg chg="add mod">
          <ac:chgData name="Chris Hawblitzel" userId="a8c48eef2a52f1db" providerId="LiveId" clId="{3B76E6B8-BC45-4E45-91C6-F0F33EC631A4}" dt="2026-05-11T12:46:35.465" v="8359" actId="1076"/>
          <ac:spMkLst>
            <pc:docMk/>
            <pc:sldMk cId="2793113156" sldId="2147480098"/>
            <ac:spMk id="4" creationId="{CD84DFE3-738D-3012-2633-458E6C96F593}"/>
          </ac:spMkLst>
        </pc:spChg>
        <pc:spChg chg="add mod">
          <ac:chgData name="Chris Hawblitzel" userId="a8c48eef2a52f1db" providerId="LiveId" clId="{3B76E6B8-BC45-4E45-91C6-F0F33EC631A4}" dt="2026-05-11T12:46:35.465" v="8359" actId="1076"/>
          <ac:spMkLst>
            <pc:docMk/>
            <pc:sldMk cId="2793113156" sldId="2147480098"/>
            <ac:spMk id="5" creationId="{6F901F1C-157D-1800-46EF-846C1C0FDCBE}"/>
          </ac:spMkLst>
        </pc:spChg>
        <pc:spChg chg="add mod">
          <ac:chgData name="Chris Hawblitzel" userId="a8c48eef2a52f1db" providerId="LiveId" clId="{3B76E6B8-BC45-4E45-91C6-F0F33EC631A4}" dt="2026-05-11T12:46:35.465" v="8359" actId="1076"/>
          <ac:spMkLst>
            <pc:docMk/>
            <pc:sldMk cId="2793113156" sldId="2147480098"/>
            <ac:spMk id="6" creationId="{6BCD965E-E338-57A7-AB86-A522C59D04D6}"/>
          </ac:spMkLst>
        </pc:spChg>
        <pc:spChg chg="add mod">
          <ac:chgData name="Chris Hawblitzel" userId="a8c48eef2a52f1db" providerId="LiveId" clId="{3B76E6B8-BC45-4E45-91C6-F0F33EC631A4}" dt="2026-05-11T12:46:22.818" v="8358" actId="5793"/>
          <ac:spMkLst>
            <pc:docMk/>
            <pc:sldMk cId="2793113156" sldId="2147480098"/>
            <ac:spMk id="13" creationId="{78AE3F81-A767-A874-60A9-5FD334A7BE44}"/>
          </ac:spMkLst>
        </pc:spChg>
        <pc:cxnChg chg="add mod">
          <ac:chgData name="Chris Hawblitzel" userId="a8c48eef2a52f1db" providerId="LiveId" clId="{3B76E6B8-BC45-4E45-91C6-F0F33EC631A4}" dt="2026-05-11T12:46:35.465" v="8359" actId="1076"/>
          <ac:cxnSpMkLst>
            <pc:docMk/>
            <pc:sldMk cId="2793113156" sldId="2147480098"/>
            <ac:cxnSpMk id="8" creationId="{14EB8EBD-5850-359E-C44B-D37589C2ADB3}"/>
          </ac:cxnSpMkLst>
        </pc:cxnChg>
        <pc:cxnChg chg="add mod">
          <ac:chgData name="Chris Hawblitzel" userId="a8c48eef2a52f1db" providerId="LiveId" clId="{3B76E6B8-BC45-4E45-91C6-F0F33EC631A4}" dt="2026-05-11T12:46:35.465" v="8359" actId="1076"/>
          <ac:cxnSpMkLst>
            <pc:docMk/>
            <pc:sldMk cId="2793113156" sldId="2147480098"/>
            <ac:cxnSpMk id="10" creationId="{5710CF8B-8D00-F445-D1C8-ACB58985A749}"/>
          </ac:cxnSpMkLst>
        </pc:cxnChg>
        <pc:cxnChg chg="add mod">
          <ac:chgData name="Chris Hawblitzel" userId="a8c48eef2a52f1db" providerId="LiveId" clId="{3B76E6B8-BC45-4E45-91C6-F0F33EC631A4}" dt="2026-05-11T12:46:35.465" v="8359" actId="1076"/>
          <ac:cxnSpMkLst>
            <pc:docMk/>
            <pc:sldMk cId="2793113156" sldId="2147480098"/>
            <ac:cxnSpMk id="12" creationId="{CF13D2BD-6951-C034-7AAF-4E5B8FC7DA12}"/>
          </ac:cxnSpMkLst>
        </pc:cxnChg>
      </pc:sldChg>
      <pc:sldChg chg="addSp delSp modSp add mod modAnim">
        <pc:chgData name="Chris Hawblitzel" userId="a8c48eef2a52f1db" providerId="LiveId" clId="{3B76E6B8-BC45-4E45-91C6-F0F33EC631A4}" dt="2026-05-11T13:25:09.378" v="9414" actId="313"/>
        <pc:sldMkLst>
          <pc:docMk/>
          <pc:sldMk cId="3305065894" sldId="2147480099"/>
        </pc:sldMkLst>
        <pc:spChg chg="mod">
          <ac:chgData name="Chris Hawblitzel" userId="a8c48eef2a52f1db" providerId="LiveId" clId="{3B76E6B8-BC45-4E45-91C6-F0F33EC631A4}" dt="2026-05-11T12:47:17.927" v="8369" actId="20577"/>
          <ac:spMkLst>
            <pc:docMk/>
            <pc:sldMk cId="3305065894" sldId="2147480099"/>
            <ac:spMk id="2" creationId="{EBD36C0F-DBA4-1E19-A3FD-05303E215142}"/>
          </ac:spMkLst>
        </pc:spChg>
        <pc:spChg chg="add mod">
          <ac:chgData name="Chris Hawblitzel" userId="a8c48eef2a52f1db" providerId="LiveId" clId="{3B76E6B8-BC45-4E45-91C6-F0F33EC631A4}" dt="2026-05-11T13:10:11.811" v="8610"/>
          <ac:spMkLst>
            <pc:docMk/>
            <pc:sldMk cId="3305065894" sldId="2147480099"/>
            <ac:spMk id="3" creationId="{8602395B-9776-5897-8A81-5281FE1F07E0}"/>
          </ac:spMkLst>
        </pc:spChg>
        <pc:spChg chg="add mod">
          <ac:chgData name="Chris Hawblitzel" userId="a8c48eef2a52f1db" providerId="LiveId" clId="{3B76E6B8-BC45-4E45-91C6-F0F33EC631A4}" dt="2026-05-11T13:18:35.180" v="8873" actId="1076"/>
          <ac:spMkLst>
            <pc:docMk/>
            <pc:sldMk cId="3305065894" sldId="2147480099"/>
            <ac:spMk id="4" creationId="{C975A805-3168-CBB1-75C5-E62A1FC27E64}"/>
          </ac:spMkLst>
        </pc:spChg>
        <pc:spChg chg="add mod">
          <ac:chgData name="Chris Hawblitzel" userId="a8c48eef2a52f1db" providerId="LiveId" clId="{3B76E6B8-BC45-4E45-91C6-F0F33EC631A4}" dt="2026-05-11T13:25:09.378" v="9414" actId="313"/>
          <ac:spMkLst>
            <pc:docMk/>
            <pc:sldMk cId="3305065894" sldId="2147480099"/>
            <ac:spMk id="6" creationId="{4584DD16-E10C-9282-BC78-5709749F67DE}"/>
          </ac:spMkLst>
        </pc:spChg>
      </pc:sldChg>
      <pc:sldChg chg="addSp delSp modSp new mod modAnim">
        <pc:chgData name="Chris Hawblitzel" userId="a8c48eef2a52f1db" providerId="LiveId" clId="{3B76E6B8-BC45-4E45-91C6-F0F33EC631A4}" dt="2026-05-11T13:07:50.784" v="8609"/>
        <pc:sldMkLst>
          <pc:docMk/>
          <pc:sldMk cId="2998546044" sldId="2147480100"/>
        </pc:sldMkLst>
        <pc:spChg chg="mod">
          <ac:chgData name="Chris Hawblitzel" userId="a8c48eef2a52f1db" providerId="LiveId" clId="{3B76E6B8-BC45-4E45-91C6-F0F33EC631A4}" dt="2026-05-11T12:48:57.125" v="8407" actId="20577"/>
          <ac:spMkLst>
            <pc:docMk/>
            <pc:sldMk cId="2998546044" sldId="2147480100"/>
            <ac:spMk id="2" creationId="{BD61E4D7-2BCA-1D23-2553-883C58303097}"/>
          </ac:spMkLst>
        </pc:spChg>
        <pc:spChg chg="add mod">
          <ac:chgData name="Chris Hawblitzel" userId="a8c48eef2a52f1db" providerId="LiveId" clId="{3B76E6B8-BC45-4E45-91C6-F0F33EC631A4}" dt="2026-05-11T12:55:48.148" v="8432" actId="1076"/>
          <ac:spMkLst>
            <pc:docMk/>
            <pc:sldMk cId="2998546044" sldId="2147480100"/>
            <ac:spMk id="3" creationId="{DE207862-AF9D-8E86-0EF5-782AF2D70B15}"/>
          </ac:spMkLst>
        </pc:spChg>
        <pc:spChg chg="add mod">
          <ac:chgData name="Chris Hawblitzel" userId="a8c48eef2a52f1db" providerId="LiveId" clId="{3B76E6B8-BC45-4E45-91C6-F0F33EC631A4}" dt="2026-05-11T12:56:41.784" v="8450" actId="1076"/>
          <ac:spMkLst>
            <pc:docMk/>
            <pc:sldMk cId="2998546044" sldId="2147480100"/>
            <ac:spMk id="4" creationId="{C5BA7632-1D3B-6454-214B-D76568599EC8}"/>
          </ac:spMkLst>
        </pc:spChg>
        <pc:spChg chg="add mod">
          <ac:chgData name="Chris Hawblitzel" userId="a8c48eef2a52f1db" providerId="LiveId" clId="{3B76E6B8-BC45-4E45-91C6-F0F33EC631A4}" dt="2026-05-11T12:56:41.784" v="8450" actId="1076"/>
          <ac:spMkLst>
            <pc:docMk/>
            <pc:sldMk cId="2998546044" sldId="2147480100"/>
            <ac:spMk id="5" creationId="{5DD152BB-63F5-5B68-CBE6-D104892C130A}"/>
          </ac:spMkLst>
        </pc:spChg>
        <pc:spChg chg="add mod">
          <ac:chgData name="Chris Hawblitzel" userId="a8c48eef2a52f1db" providerId="LiveId" clId="{3B76E6B8-BC45-4E45-91C6-F0F33EC631A4}" dt="2026-05-11T12:56:41.784" v="8450" actId="1076"/>
          <ac:spMkLst>
            <pc:docMk/>
            <pc:sldMk cId="2998546044" sldId="2147480100"/>
            <ac:spMk id="6" creationId="{52DDE2F8-CFFB-CB67-254D-B0C0532DED66}"/>
          </ac:spMkLst>
        </pc:spChg>
        <pc:spChg chg="add mod">
          <ac:chgData name="Chris Hawblitzel" userId="a8c48eef2a52f1db" providerId="LiveId" clId="{3B76E6B8-BC45-4E45-91C6-F0F33EC631A4}" dt="2026-05-11T13:06:38.750" v="8605" actId="1076"/>
          <ac:spMkLst>
            <pc:docMk/>
            <pc:sldMk cId="2998546044" sldId="2147480100"/>
            <ac:spMk id="9" creationId="{48EAFECF-9581-1449-5179-C86A72924D3D}"/>
          </ac:spMkLst>
        </pc:spChg>
        <pc:cxnChg chg="add">
          <ac:chgData name="Chris Hawblitzel" userId="a8c48eef2a52f1db" providerId="LiveId" clId="{3B76E6B8-BC45-4E45-91C6-F0F33EC631A4}" dt="2026-05-11T13:06:55.484" v="8606" actId="11529"/>
          <ac:cxnSpMkLst>
            <pc:docMk/>
            <pc:sldMk cId="2998546044" sldId="2147480100"/>
            <ac:cxnSpMk id="11" creationId="{92FCF6F9-C8E1-92D0-BC59-414B5EBF1572}"/>
          </ac:cxnSpMkLst>
        </pc:cxnChg>
        <pc:cxnChg chg="add">
          <ac:chgData name="Chris Hawblitzel" userId="a8c48eef2a52f1db" providerId="LiveId" clId="{3B76E6B8-BC45-4E45-91C6-F0F33EC631A4}" dt="2026-05-11T13:07:04.506" v="8607" actId="11529"/>
          <ac:cxnSpMkLst>
            <pc:docMk/>
            <pc:sldMk cId="2998546044" sldId="2147480100"/>
            <ac:cxnSpMk id="13" creationId="{B9F5ECD9-D8D7-B8A9-9FF3-523C104CD2F9}"/>
          </ac:cxnSpMkLst>
        </pc:cxnChg>
        <pc:cxnChg chg="add">
          <ac:chgData name="Chris Hawblitzel" userId="a8c48eef2a52f1db" providerId="LiveId" clId="{3B76E6B8-BC45-4E45-91C6-F0F33EC631A4}" dt="2026-05-11T13:07:13.520" v="8608" actId="11529"/>
          <ac:cxnSpMkLst>
            <pc:docMk/>
            <pc:sldMk cId="2998546044" sldId="2147480100"/>
            <ac:cxnSpMk id="15" creationId="{0F015AF1-776F-EFE8-28F7-1C261631BE82}"/>
          </ac:cxnSpMkLst>
        </pc:cxnChg>
      </pc:sldChg>
      <pc:sldChg chg="addSp delSp modSp add mod modAnim">
        <pc:chgData name="Chris Hawblitzel" userId="a8c48eef2a52f1db" providerId="LiveId" clId="{3B76E6B8-BC45-4E45-91C6-F0F33EC631A4}" dt="2026-05-11T14:08:36.369" v="10321"/>
        <pc:sldMkLst>
          <pc:docMk/>
          <pc:sldMk cId="1296238004" sldId="2147480101"/>
        </pc:sldMkLst>
        <pc:spChg chg="mod">
          <ac:chgData name="Chris Hawblitzel" userId="a8c48eef2a52f1db" providerId="LiveId" clId="{3B76E6B8-BC45-4E45-91C6-F0F33EC631A4}" dt="2026-05-11T13:42:11.626" v="10108" actId="1076"/>
          <ac:spMkLst>
            <pc:docMk/>
            <pc:sldMk cId="1296238004" sldId="2147480101"/>
            <ac:spMk id="4" creationId="{D2D8674A-7CFD-12CA-0E69-06E1C602ECE9}"/>
          </ac:spMkLst>
        </pc:spChg>
        <pc:spChg chg="add mod">
          <ac:chgData name="Chris Hawblitzel" userId="a8c48eef2a52f1db" providerId="LiveId" clId="{3B76E6B8-BC45-4E45-91C6-F0F33EC631A4}" dt="2026-05-11T13:29:27.740" v="9508" actId="13822"/>
          <ac:spMkLst>
            <pc:docMk/>
            <pc:sldMk cId="1296238004" sldId="2147480101"/>
            <ac:spMk id="5" creationId="{D6593AA4-D3AC-61FF-9728-2F7CAB16DD3F}"/>
          </ac:spMkLst>
        </pc:spChg>
        <pc:spChg chg="add mod">
          <ac:chgData name="Chris Hawblitzel" userId="a8c48eef2a52f1db" providerId="LiveId" clId="{3B76E6B8-BC45-4E45-91C6-F0F33EC631A4}" dt="2026-05-11T13:30:09.101" v="9566" actId="20577"/>
          <ac:spMkLst>
            <pc:docMk/>
            <pc:sldMk cId="1296238004" sldId="2147480101"/>
            <ac:spMk id="7" creationId="{73F9F3A4-2F8F-8170-D93E-CF3F518C3E10}"/>
          </ac:spMkLst>
        </pc:spChg>
        <pc:spChg chg="add mod">
          <ac:chgData name="Chris Hawblitzel" userId="a8c48eef2a52f1db" providerId="LiveId" clId="{3B76E6B8-BC45-4E45-91C6-F0F33EC631A4}" dt="2026-05-11T13:30:34.350" v="9579" actId="20577"/>
          <ac:spMkLst>
            <pc:docMk/>
            <pc:sldMk cId="1296238004" sldId="2147480101"/>
            <ac:spMk id="8" creationId="{7EB98803-FF86-EC46-1B60-D6307763A3E0}"/>
          </ac:spMkLst>
        </pc:spChg>
        <pc:spChg chg="add mod">
          <ac:chgData name="Chris Hawblitzel" userId="a8c48eef2a52f1db" providerId="LiveId" clId="{3B76E6B8-BC45-4E45-91C6-F0F33EC631A4}" dt="2026-05-11T13:30:49.211" v="9581" actId="20577"/>
          <ac:spMkLst>
            <pc:docMk/>
            <pc:sldMk cId="1296238004" sldId="2147480101"/>
            <ac:spMk id="9" creationId="{FBC5302A-4CCF-E326-5ACB-4B9790E1304F}"/>
          </ac:spMkLst>
        </pc:spChg>
        <pc:spChg chg="add mod">
          <ac:chgData name="Chris Hawblitzel" userId="a8c48eef2a52f1db" providerId="LiveId" clId="{3B76E6B8-BC45-4E45-91C6-F0F33EC631A4}" dt="2026-05-11T13:38:20.840" v="10052" actId="20577"/>
          <ac:spMkLst>
            <pc:docMk/>
            <pc:sldMk cId="1296238004" sldId="2147480101"/>
            <ac:spMk id="10" creationId="{4A3967B7-9C7A-64D2-CF6E-FF03079AEC48}"/>
          </ac:spMkLst>
        </pc:spChg>
        <pc:spChg chg="add mod">
          <ac:chgData name="Chris Hawblitzel" userId="a8c48eef2a52f1db" providerId="LiveId" clId="{3B76E6B8-BC45-4E45-91C6-F0F33EC631A4}" dt="2026-05-11T13:42:41.424" v="10111" actId="20577"/>
          <ac:spMkLst>
            <pc:docMk/>
            <pc:sldMk cId="1296238004" sldId="2147480101"/>
            <ac:spMk id="11" creationId="{64C64B86-DF44-392E-0B55-859DB0FC411E}"/>
          </ac:spMkLst>
        </pc:spChg>
        <pc:spChg chg="add mod">
          <ac:chgData name="Chris Hawblitzel" userId="a8c48eef2a52f1db" providerId="LiveId" clId="{3B76E6B8-BC45-4E45-91C6-F0F33EC631A4}" dt="2026-05-11T13:47:12.430" v="10260" actId="1076"/>
          <ac:spMkLst>
            <pc:docMk/>
            <pc:sldMk cId="1296238004" sldId="2147480101"/>
            <ac:spMk id="24" creationId="{18341EC9-6692-D714-13A5-1728E1C55023}"/>
          </ac:spMkLst>
        </pc:spChg>
        <pc:spChg chg="add mod">
          <ac:chgData name="Chris Hawblitzel" userId="a8c48eef2a52f1db" providerId="LiveId" clId="{3B76E6B8-BC45-4E45-91C6-F0F33EC631A4}" dt="2026-05-11T13:44:35.197" v="10176" actId="20577"/>
          <ac:spMkLst>
            <pc:docMk/>
            <pc:sldMk cId="1296238004" sldId="2147480101"/>
            <ac:spMk id="25" creationId="{3F6AA480-76AC-D15B-04C4-CAE71EE706FA}"/>
          </ac:spMkLst>
        </pc:spChg>
        <pc:spChg chg="add mod">
          <ac:chgData name="Chris Hawblitzel" userId="a8c48eef2a52f1db" providerId="LiveId" clId="{3B76E6B8-BC45-4E45-91C6-F0F33EC631A4}" dt="2026-05-11T14:08:36.369" v="10321"/>
          <ac:spMkLst>
            <pc:docMk/>
            <pc:sldMk cId="1296238004" sldId="2147480101"/>
            <ac:spMk id="26" creationId="{5C5410CE-E316-3357-C40D-B3E9D965B057}"/>
          </ac:spMkLst>
        </pc:spChg>
        <pc:cxnChg chg="add">
          <ac:chgData name="Chris Hawblitzel" userId="a8c48eef2a52f1db" providerId="LiveId" clId="{3B76E6B8-BC45-4E45-91C6-F0F33EC631A4}" dt="2026-05-11T13:39:56.633" v="10101" actId="11529"/>
          <ac:cxnSpMkLst>
            <pc:docMk/>
            <pc:sldMk cId="1296238004" sldId="2147480101"/>
            <ac:cxnSpMk id="13" creationId="{02323CAC-FE6E-615B-36D4-651224A52185}"/>
          </ac:cxnSpMkLst>
        </pc:cxnChg>
        <pc:cxnChg chg="add">
          <ac:chgData name="Chris Hawblitzel" userId="a8c48eef2a52f1db" providerId="LiveId" clId="{3B76E6B8-BC45-4E45-91C6-F0F33EC631A4}" dt="2026-05-11T13:40:08.606" v="10102" actId="11529"/>
          <ac:cxnSpMkLst>
            <pc:docMk/>
            <pc:sldMk cId="1296238004" sldId="2147480101"/>
            <ac:cxnSpMk id="15" creationId="{3F511CF3-1FD4-B64A-9EE0-513E42A516EF}"/>
          </ac:cxnSpMkLst>
        </pc:cxnChg>
        <pc:cxnChg chg="add">
          <ac:chgData name="Chris Hawblitzel" userId="a8c48eef2a52f1db" providerId="LiveId" clId="{3B76E6B8-BC45-4E45-91C6-F0F33EC631A4}" dt="2026-05-11T13:40:17.439" v="10103" actId="11529"/>
          <ac:cxnSpMkLst>
            <pc:docMk/>
            <pc:sldMk cId="1296238004" sldId="2147480101"/>
            <ac:cxnSpMk id="17" creationId="{95FC3C78-1D55-2F56-69BD-85EAFAE462D2}"/>
          </ac:cxnSpMkLst>
        </pc:cxnChg>
        <pc:cxnChg chg="add">
          <ac:chgData name="Chris Hawblitzel" userId="a8c48eef2a52f1db" providerId="LiveId" clId="{3B76E6B8-BC45-4E45-91C6-F0F33EC631A4}" dt="2026-05-11T13:40:25.392" v="10104" actId="11529"/>
          <ac:cxnSpMkLst>
            <pc:docMk/>
            <pc:sldMk cId="1296238004" sldId="2147480101"/>
            <ac:cxnSpMk id="19" creationId="{A720D56E-1F05-053F-80B9-9B81A4D0E30D}"/>
          </ac:cxnSpMkLst>
        </pc:cxnChg>
        <pc:cxnChg chg="add">
          <ac:chgData name="Chris Hawblitzel" userId="a8c48eef2a52f1db" providerId="LiveId" clId="{3B76E6B8-BC45-4E45-91C6-F0F33EC631A4}" dt="2026-05-11T13:40:34.914" v="10105" actId="11529"/>
          <ac:cxnSpMkLst>
            <pc:docMk/>
            <pc:sldMk cId="1296238004" sldId="2147480101"/>
            <ac:cxnSpMk id="21" creationId="{17680E94-1F5B-3931-4D0D-EE3C5459D5A7}"/>
          </ac:cxnSpMkLst>
        </pc:cxnChg>
        <pc:cxnChg chg="add mod">
          <ac:chgData name="Chris Hawblitzel" userId="a8c48eef2a52f1db" providerId="LiveId" clId="{3B76E6B8-BC45-4E45-91C6-F0F33EC631A4}" dt="2026-05-11T13:42:41.424" v="10111" actId="20577"/>
          <ac:cxnSpMkLst>
            <pc:docMk/>
            <pc:sldMk cId="1296238004" sldId="2147480101"/>
            <ac:cxnSpMk id="23" creationId="{4CA200C0-5FFB-0CF2-7577-19B5573DECD6}"/>
          </ac:cxnSpMkLst>
        </pc:cxnChg>
        <pc:cxnChg chg="add mod">
          <ac:chgData name="Chris Hawblitzel" userId="a8c48eef2a52f1db" providerId="LiveId" clId="{3B76E6B8-BC45-4E45-91C6-F0F33EC631A4}" dt="2026-05-11T13:47:17.628" v="10261" actId="14100"/>
          <ac:cxnSpMkLst>
            <pc:docMk/>
            <pc:sldMk cId="1296238004" sldId="2147480101"/>
            <ac:cxnSpMk id="30" creationId="{057A8F9C-973B-4CF2-016B-76867F8E380A}"/>
          </ac:cxnSpMkLst>
        </pc:cxnChg>
        <pc:cxnChg chg="add">
          <ac:chgData name="Chris Hawblitzel" userId="a8c48eef2a52f1db" providerId="LiveId" clId="{3B76E6B8-BC45-4E45-91C6-F0F33EC631A4}" dt="2026-05-11T13:47:27.828" v="10262" actId="11529"/>
          <ac:cxnSpMkLst>
            <pc:docMk/>
            <pc:sldMk cId="1296238004" sldId="2147480101"/>
            <ac:cxnSpMk id="33" creationId="{EC508080-8AAF-B463-9288-0F6F8920AC89}"/>
          </ac:cxnSpMkLst>
        </pc:cxnChg>
        <pc:cxnChg chg="add mod">
          <ac:chgData name="Chris Hawblitzel" userId="a8c48eef2a52f1db" providerId="LiveId" clId="{3B76E6B8-BC45-4E45-91C6-F0F33EC631A4}" dt="2026-05-11T13:48:08.003" v="10267" actId="14100"/>
          <ac:cxnSpMkLst>
            <pc:docMk/>
            <pc:sldMk cId="1296238004" sldId="2147480101"/>
            <ac:cxnSpMk id="35" creationId="{23B60777-81F4-8AF2-C544-CE53FEFE2EE1}"/>
          </ac:cxnSpMkLst>
        </pc:cxnChg>
      </pc:sldChg>
      <pc:sldChg chg="addSp modSp new mod">
        <pc:chgData name="Chris Hawblitzel" userId="a8c48eef2a52f1db" providerId="LiveId" clId="{3B76E6B8-BC45-4E45-91C6-F0F33EC631A4}" dt="2026-05-12T03:02:20.423" v="14187" actId="20577"/>
        <pc:sldMkLst>
          <pc:docMk/>
          <pc:sldMk cId="3484585073" sldId="2147480102"/>
        </pc:sldMkLst>
        <pc:spChg chg="mod">
          <ac:chgData name="Chris Hawblitzel" userId="a8c48eef2a52f1db" providerId="LiveId" clId="{3B76E6B8-BC45-4E45-91C6-F0F33EC631A4}" dt="2026-05-11T13:55:20.699" v="10311" actId="20577"/>
          <ac:spMkLst>
            <pc:docMk/>
            <pc:sldMk cId="3484585073" sldId="2147480102"/>
            <ac:spMk id="2" creationId="{7588ACDA-5BBD-3128-6932-7D8B987E5808}"/>
          </ac:spMkLst>
        </pc:spChg>
        <pc:spChg chg="add mod">
          <ac:chgData name="Chris Hawblitzel" userId="a8c48eef2a52f1db" providerId="LiveId" clId="{3B76E6B8-BC45-4E45-91C6-F0F33EC631A4}" dt="2026-05-12T03:02:20.423" v="14187" actId="20577"/>
          <ac:spMkLst>
            <pc:docMk/>
            <pc:sldMk cId="3484585073" sldId="2147480102"/>
            <ac:spMk id="3" creationId="{F37EBBB5-9770-A089-A075-CEC10BA00BB4}"/>
          </ac:spMkLst>
        </pc:spChg>
      </pc:sldChg>
      <pc:sldChg chg="addSp delSp modSp add mod delAnim modAnim">
        <pc:chgData name="Chris Hawblitzel" userId="a8c48eef2a52f1db" providerId="LiveId" clId="{3B76E6B8-BC45-4E45-91C6-F0F33EC631A4}" dt="2026-05-11T16:07:35.857" v="10780" actId="14100"/>
        <pc:sldMkLst>
          <pc:docMk/>
          <pc:sldMk cId="1185424700" sldId="2147480103"/>
        </pc:sldMkLst>
        <pc:spChg chg="mod">
          <ac:chgData name="Chris Hawblitzel" userId="a8c48eef2a52f1db" providerId="LiveId" clId="{3B76E6B8-BC45-4E45-91C6-F0F33EC631A4}" dt="2026-05-11T14:15:44.471" v="10411" actId="20577"/>
          <ac:spMkLst>
            <pc:docMk/>
            <pc:sldMk cId="1185424700" sldId="2147480103"/>
            <ac:spMk id="3" creationId="{52C6FE8E-19A9-FFB2-0242-56F5508AFA71}"/>
          </ac:spMkLst>
        </pc:spChg>
        <pc:spChg chg="mod">
          <ac:chgData name="Chris Hawblitzel" userId="a8c48eef2a52f1db" providerId="LiveId" clId="{3B76E6B8-BC45-4E45-91C6-F0F33EC631A4}" dt="2026-05-11T16:05:37.728" v="10683" actId="1076"/>
          <ac:spMkLst>
            <pc:docMk/>
            <pc:sldMk cId="1185424700" sldId="2147480103"/>
            <ac:spMk id="4" creationId="{D2D8674A-7CFD-12CA-0E69-06E1C602ECE9}"/>
          </ac:spMkLst>
        </pc:spChg>
        <pc:spChg chg="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5" creationId="{D6593AA4-D3AC-61FF-9728-2F7CAB16DD3F}"/>
          </ac:spMkLst>
        </pc:spChg>
        <pc:spChg chg="add 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6" creationId="{13A05EFE-954D-F44E-0F55-EF8FA61955F5}"/>
          </ac:spMkLst>
        </pc:spChg>
        <pc:spChg chg="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7" creationId="{73F9F3A4-2F8F-8170-D93E-CF3F518C3E10}"/>
          </ac:spMkLst>
        </pc:spChg>
        <pc:spChg chg="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8" creationId="{7EB98803-FF86-EC46-1B60-D6307763A3E0}"/>
          </ac:spMkLst>
        </pc:spChg>
        <pc:spChg chg="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9" creationId="{FBC5302A-4CCF-E326-5ACB-4B9790E1304F}"/>
          </ac:spMkLst>
        </pc:spChg>
        <pc:spChg chg="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10" creationId="{4A3967B7-9C7A-64D2-CF6E-FF03079AEC48}"/>
          </ac:spMkLst>
        </pc:spChg>
        <pc:spChg chg="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11" creationId="{64C64B86-DF44-392E-0B55-859DB0FC411E}"/>
          </ac:spMkLst>
        </pc:spChg>
        <pc:spChg chg="add 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12" creationId="{D7072228-3CA5-9ED0-133A-23A6E1276937}"/>
          </ac:spMkLst>
        </pc:spChg>
        <pc:cxnChg chg="mod">
          <ac:chgData name="Chris Hawblitzel" userId="a8c48eef2a52f1db" providerId="LiveId" clId="{3B76E6B8-BC45-4E45-91C6-F0F33EC631A4}" dt="2026-05-11T16:06:10.018" v="10696" actId="14100"/>
          <ac:cxnSpMkLst>
            <pc:docMk/>
            <pc:sldMk cId="1185424700" sldId="2147480103"/>
            <ac:cxnSpMk id="13" creationId="{02323CAC-FE6E-615B-36D4-651224A52185}"/>
          </ac:cxnSpMkLst>
        </pc:cxnChg>
        <pc:cxnChg chg="mod">
          <ac:chgData name="Chris Hawblitzel" userId="a8c48eef2a52f1db" providerId="LiveId" clId="{3B76E6B8-BC45-4E45-91C6-F0F33EC631A4}" dt="2026-05-11T16:06:18.922" v="10697" actId="14100"/>
          <ac:cxnSpMkLst>
            <pc:docMk/>
            <pc:sldMk cId="1185424700" sldId="2147480103"/>
            <ac:cxnSpMk id="15" creationId="{3F511CF3-1FD4-B64A-9EE0-513E42A516EF}"/>
          </ac:cxnSpMkLst>
        </pc:cxnChg>
        <pc:cxnChg chg="mod">
          <ac:chgData name="Chris Hawblitzel" userId="a8c48eef2a52f1db" providerId="LiveId" clId="{3B76E6B8-BC45-4E45-91C6-F0F33EC631A4}" dt="2026-05-11T16:06:25.399" v="10698" actId="14100"/>
          <ac:cxnSpMkLst>
            <pc:docMk/>
            <pc:sldMk cId="1185424700" sldId="2147480103"/>
            <ac:cxnSpMk id="17" creationId="{95FC3C78-1D55-2F56-69BD-85EAFAE462D2}"/>
          </ac:cxnSpMkLst>
        </pc:cxnChg>
        <pc:cxnChg chg="mod">
          <ac:chgData name="Chris Hawblitzel" userId="a8c48eef2a52f1db" providerId="LiveId" clId="{3B76E6B8-BC45-4E45-91C6-F0F33EC631A4}" dt="2026-05-11T16:06:31.889" v="10699" actId="14100"/>
          <ac:cxnSpMkLst>
            <pc:docMk/>
            <pc:sldMk cId="1185424700" sldId="2147480103"/>
            <ac:cxnSpMk id="19" creationId="{A720D56E-1F05-053F-80B9-9B81A4D0E30D}"/>
          </ac:cxnSpMkLst>
        </pc:cxnChg>
        <pc:cxnChg chg="mod">
          <ac:chgData name="Chris Hawblitzel" userId="a8c48eef2a52f1db" providerId="LiveId" clId="{3B76E6B8-BC45-4E45-91C6-F0F33EC631A4}" dt="2026-05-11T16:06:40.215" v="10700" actId="14100"/>
          <ac:cxnSpMkLst>
            <pc:docMk/>
            <pc:sldMk cId="1185424700" sldId="2147480103"/>
            <ac:cxnSpMk id="21" creationId="{17680E94-1F5B-3931-4D0D-EE3C5459D5A7}"/>
          </ac:cxnSpMkLst>
        </pc:cxnChg>
        <pc:cxnChg chg="mod">
          <ac:chgData name="Chris Hawblitzel" userId="a8c48eef2a52f1db" providerId="LiveId" clId="{3B76E6B8-BC45-4E45-91C6-F0F33EC631A4}" dt="2026-05-11T16:06:52.810" v="10702" actId="14100"/>
          <ac:cxnSpMkLst>
            <pc:docMk/>
            <pc:sldMk cId="1185424700" sldId="2147480103"/>
            <ac:cxnSpMk id="23" creationId="{4CA200C0-5FFB-0CF2-7577-19B5573DECD6}"/>
          </ac:cxnSpMkLst>
        </pc:cxnChg>
        <pc:cxnChg chg="add mod">
          <ac:chgData name="Chris Hawblitzel" userId="a8c48eef2a52f1db" providerId="LiveId" clId="{3B76E6B8-BC45-4E45-91C6-F0F33EC631A4}" dt="2026-05-11T16:07:27.584" v="10778" actId="14100"/>
          <ac:cxnSpMkLst>
            <pc:docMk/>
            <pc:sldMk cId="1185424700" sldId="2147480103"/>
            <ac:cxnSpMk id="29" creationId="{47338BCD-C09E-CEF7-C235-BCFF52194F2E}"/>
          </ac:cxnSpMkLst>
        </pc:cxnChg>
        <pc:cxnChg chg="add mod">
          <ac:chgData name="Chris Hawblitzel" userId="a8c48eef2a52f1db" providerId="LiveId" clId="{3B76E6B8-BC45-4E45-91C6-F0F33EC631A4}" dt="2026-05-11T16:07:35.857" v="10780" actId="14100"/>
          <ac:cxnSpMkLst>
            <pc:docMk/>
            <pc:sldMk cId="1185424700" sldId="2147480103"/>
            <ac:cxnSpMk id="31" creationId="{B97791CB-8318-BFC3-C15B-A7575C9C5A78}"/>
          </ac:cxnSpMkLst>
        </pc:cxnChg>
      </pc:sldChg>
      <pc:sldChg chg="addSp delSp modSp add mod delAnim modAnim">
        <pc:chgData name="Chris Hawblitzel" userId="a8c48eef2a52f1db" providerId="LiveId" clId="{3B76E6B8-BC45-4E45-91C6-F0F33EC631A4}" dt="2026-05-11T14:33:55.832" v="10632"/>
        <pc:sldMkLst>
          <pc:docMk/>
          <pc:sldMk cId="2342267287" sldId="2147480104"/>
        </pc:sldMkLst>
        <pc:spChg chg="mod">
          <ac:chgData name="Chris Hawblitzel" userId="a8c48eef2a52f1db" providerId="LiveId" clId="{3B76E6B8-BC45-4E45-91C6-F0F33EC631A4}" dt="2026-05-11T14:31:39.484" v="10625" actId="207"/>
          <ac:spMkLst>
            <pc:docMk/>
            <pc:sldMk cId="2342267287" sldId="2147480104"/>
            <ac:spMk id="3" creationId="{52C6FE8E-19A9-FFB2-0242-56F5508AFA71}"/>
          </ac:spMkLst>
        </pc:spChg>
        <pc:spChg chg="mod">
          <ac:chgData name="Chris Hawblitzel" userId="a8c48eef2a52f1db" providerId="LiveId" clId="{3B76E6B8-BC45-4E45-91C6-F0F33EC631A4}" dt="2026-05-11T14:27:34.398" v="10603" actId="113"/>
          <ac:spMkLst>
            <pc:docMk/>
            <pc:sldMk cId="2342267287" sldId="2147480104"/>
            <ac:spMk id="5" creationId="{D6593AA4-D3AC-61FF-9728-2F7CAB16DD3F}"/>
          </ac:spMkLst>
        </pc:spChg>
        <pc:spChg chg="mod">
          <ac:chgData name="Chris Hawblitzel" userId="a8c48eef2a52f1db" providerId="LiveId" clId="{3B76E6B8-BC45-4E45-91C6-F0F33EC631A4}" dt="2026-05-11T14:27:37.516" v="10604" actId="113"/>
          <ac:spMkLst>
            <pc:docMk/>
            <pc:sldMk cId="2342267287" sldId="2147480104"/>
            <ac:spMk id="7" creationId="{73F9F3A4-2F8F-8170-D93E-CF3F518C3E10}"/>
          </ac:spMkLst>
        </pc:spChg>
        <pc:spChg chg="mod">
          <ac:chgData name="Chris Hawblitzel" userId="a8c48eef2a52f1db" providerId="LiveId" clId="{3B76E6B8-BC45-4E45-91C6-F0F33EC631A4}" dt="2026-05-11T14:31:25.286" v="10623" actId="113"/>
          <ac:spMkLst>
            <pc:docMk/>
            <pc:sldMk cId="2342267287" sldId="2147480104"/>
            <ac:spMk id="8" creationId="{7EB98803-FF86-EC46-1B60-D6307763A3E0}"/>
          </ac:spMkLst>
        </pc:spChg>
        <pc:spChg chg="mod">
          <ac:chgData name="Chris Hawblitzel" userId="a8c48eef2a52f1db" providerId="LiveId" clId="{3B76E6B8-BC45-4E45-91C6-F0F33EC631A4}" dt="2026-05-11T14:27:41.217" v="10606" actId="113"/>
          <ac:spMkLst>
            <pc:docMk/>
            <pc:sldMk cId="2342267287" sldId="2147480104"/>
            <ac:spMk id="9" creationId="{FBC5302A-4CCF-E326-5ACB-4B9790E1304F}"/>
          </ac:spMkLst>
        </pc:spChg>
        <pc:spChg chg="mod">
          <ac:chgData name="Chris Hawblitzel" userId="a8c48eef2a52f1db" providerId="LiveId" clId="{3B76E6B8-BC45-4E45-91C6-F0F33EC631A4}" dt="2026-05-11T14:31:50.791" v="10627" actId="113"/>
          <ac:spMkLst>
            <pc:docMk/>
            <pc:sldMk cId="2342267287" sldId="2147480104"/>
            <ac:spMk id="10" creationId="{4A3967B7-9C7A-64D2-CF6E-FF03079AEC48}"/>
          </ac:spMkLst>
        </pc:spChg>
        <pc:spChg chg="mod">
          <ac:chgData name="Chris Hawblitzel" userId="a8c48eef2a52f1db" providerId="LiveId" clId="{3B76E6B8-BC45-4E45-91C6-F0F33EC631A4}" dt="2026-05-11T14:27:44.306" v="10608" actId="113"/>
          <ac:spMkLst>
            <pc:docMk/>
            <pc:sldMk cId="2342267287" sldId="2147480104"/>
            <ac:spMk id="11" creationId="{64C64B86-DF44-392E-0B55-859DB0FC411E}"/>
          </ac:spMkLst>
        </pc:spChg>
        <pc:cxnChg chg="add mod">
          <ac:chgData name="Chris Hawblitzel" userId="a8c48eef2a52f1db" providerId="LiveId" clId="{3B76E6B8-BC45-4E45-91C6-F0F33EC631A4}" dt="2026-05-11T14:31:14.174" v="10621" actId="14100"/>
          <ac:cxnSpMkLst>
            <pc:docMk/>
            <pc:sldMk cId="2342267287" sldId="2147480104"/>
            <ac:cxnSpMk id="12" creationId="{823E6C74-BAA0-6DAC-CA44-D2A9B9B3BA76}"/>
          </ac:cxnSpMkLst>
        </pc:cxnChg>
        <pc:cxnChg chg="add mod">
          <ac:chgData name="Chris Hawblitzel" userId="a8c48eef2a52f1db" providerId="LiveId" clId="{3B76E6B8-BC45-4E45-91C6-F0F33EC631A4}" dt="2026-05-11T14:29:03.701" v="10617" actId="14100"/>
          <ac:cxnSpMkLst>
            <pc:docMk/>
            <pc:sldMk cId="2342267287" sldId="2147480104"/>
            <ac:cxnSpMk id="18" creationId="{07CCF755-9387-F3C1-EDE7-31C49A809EF1}"/>
          </ac:cxnSpMkLst>
        </pc:cxnChg>
        <pc:cxnChg chg="add mod">
          <ac:chgData name="Chris Hawblitzel" userId="a8c48eef2a52f1db" providerId="LiveId" clId="{3B76E6B8-BC45-4E45-91C6-F0F33EC631A4}" dt="2026-05-11T14:32:11.610" v="10631" actId="14100"/>
          <ac:cxnSpMkLst>
            <pc:docMk/>
            <pc:sldMk cId="2342267287" sldId="2147480104"/>
            <ac:cxnSpMk id="31" creationId="{932A867B-E3B3-0EE1-DAE1-0AE156247986}"/>
          </ac:cxnSpMkLst>
        </pc:cxnChg>
      </pc:sldChg>
      <pc:sldChg chg="addSp delSp modSp add mod delAnim modAnim">
        <pc:chgData name="Chris Hawblitzel" userId="a8c48eef2a52f1db" providerId="LiveId" clId="{3B76E6B8-BC45-4E45-91C6-F0F33EC631A4}" dt="2026-05-11T16:30:46.287" v="10839"/>
        <pc:sldMkLst>
          <pc:docMk/>
          <pc:sldMk cId="815024448" sldId="2147480105"/>
        </pc:sldMkLst>
        <pc:spChg chg="mod">
          <ac:chgData name="Chris Hawblitzel" userId="a8c48eef2a52f1db" providerId="LiveId" clId="{3B76E6B8-BC45-4E45-91C6-F0F33EC631A4}" dt="2026-05-11T16:15:54.025" v="10824" actId="207"/>
          <ac:spMkLst>
            <pc:docMk/>
            <pc:sldMk cId="815024448" sldId="2147480105"/>
            <ac:spMk id="3" creationId="{52C6FE8E-19A9-FFB2-0242-56F5508AFA71}"/>
          </ac:spMkLst>
        </pc:spChg>
        <pc:spChg chg="mod">
          <ac:chgData name="Chris Hawblitzel" userId="a8c48eef2a52f1db" providerId="LiveId" clId="{3B76E6B8-BC45-4E45-91C6-F0F33EC631A4}" dt="2026-05-11T16:11:12.957" v="10791" actId="113"/>
          <ac:spMkLst>
            <pc:docMk/>
            <pc:sldMk cId="815024448" sldId="2147480105"/>
            <ac:spMk id="5" creationId="{D6593AA4-D3AC-61FF-9728-2F7CAB16DD3F}"/>
          </ac:spMkLst>
        </pc:spChg>
        <pc:spChg chg="mod">
          <ac:chgData name="Chris Hawblitzel" userId="a8c48eef2a52f1db" providerId="LiveId" clId="{3B76E6B8-BC45-4E45-91C6-F0F33EC631A4}" dt="2026-05-11T16:11:19.980" v="10797" actId="113"/>
          <ac:spMkLst>
            <pc:docMk/>
            <pc:sldMk cId="815024448" sldId="2147480105"/>
            <ac:spMk id="6" creationId="{13A05EFE-954D-F44E-0F55-EF8FA61955F5}"/>
          </ac:spMkLst>
        </pc:spChg>
        <pc:spChg chg="mod">
          <ac:chgData name="Chris Hawblitzel" userId="a8c48eef2a52f1db" providerId="LiveId" clId="{3B76E6B8-BC45-4E45-91C6-F0F33EC631A4}" dt="2026-05-11T16:11:14.373" v="10792" actId="113"/>
          <ac:spMkLst>
            <pc:docMk/>
            <pc:sldMk cId="815024448" sldId="2147480105"/>
            <ac:spMk id="7" creationId="{73F9F3A4-2F8F-8170-D93E-CF3F518C3E10}"/>
          </ac:spMkLst>
        </pc:spChg>
        <pc:spChg chg="mod">
          <ac:chgData name="Chris Hawblitzel" userId="a8c48eef2a52f1db" providerId="LiveId" clId="{3B76E6B8-BC45-4E45-91C6-F0F33EC631A4}" dt="2026-05-11T16:11:15.777" v="10793" actId="113"/>
          <ac:spMkLst>
            <pc:docMk/>
            <pc:sldMk cId="815024448" sldId="2147480105"/>
            <ac:spMk id="8" creationId="{7EB98803-FF86-EC46-1B60-D6307763A3E0}"/>
          </ac:spMkLst>
        </pc:spChg>
        <pc:spChg chg="mod">
          <ac:chgData name="Chris Hawblitzel" userId="a8c48eef2a52f1db" providerId="LiveId" clId="{3B76E6B8-BC45-4E45-91C6-F0F33EC631A4}" dt="2026-05-11T16:15:48.255" v="10823" actId="207"/>
          <ac:spMkLst>
            <pc:docMk/>
            <pc:sldMk cId="815024448" sldId="2147480105"/>
            <ac:spMk id="9" creationId="{FBC5302A-4CCF-E326-5ACB-4B9790E1304F}"/>
          </ac:spMkLst>
        </pc:spChg>
        <pc:spChg chg="mod">
          <ac:chgData name="Chris Hawblitzel" userId="a8c48eef2a52f1db" providerId="LiveId" clId="{3B76E6B8-BC45-4E45-91C6-F0F33EC631A4}" dt="2026-05-11T16:11:16.700" v="10794" actId="113"/>
          <ac:spMkLst>
            <pc:docMk/>
            <pc:sldMk cId="815024448" sldId="2147480105"/>
            <ac:spMk id="10" creationId="{4A3967B7-9C7A-64D2-CF6E-FF03079AEC48}"/>
          </ac:spMkLst>
        </pc:spChg>
        <pc:spChg chg="mod">
          <ac:chgData name="Chris Hawblitzel" userId="a8c48eef2a52f1db" providerId="LiveId" clId="{3B76E6B8-BC45-4E45-91C6-F0F33EC631A4}" dt="2026-05-11T16:11:17.951" v="10795" actId="113"/>
          <ac:spMkLst>
            <pc:docMk/>
            <pc:sldMk cId="815024448" sldId="2147480105"/>
            <ac:spMk id="11" creationId="{64C64B86-DF44-392E-0B55-859DB0FC411E}"/>
          </ac:spMkLst>
        </pc:spChg>
        <pc:spChg chg="mod">
          <ac:chgData name="Chris Hawblitzel" userId="a8c48eef2a52f1db" providerId="LiveId" clId="{3B76E6B8-BC45-4E45-91C6-F0F33EC631A4}" dt="2026-05-11T16:11:18.969" v="10796" actId="113"/>
          <ac:spMkLst>
            <pc:docMk/>
            <pc:sldMk cId="815024448" sldId="2147480105"/>
            <ac:spMk id="12" creationId="{D7072228-3CA5-9ED0-133A-23A6E1276937}"/>
          </ac:spMkLst>
        </pc:spChg>
        <pc:cxnChg chg="add">
          <ac:chgData name="Chris Hawblitzel" userId="a8c48eef2a52f1db" providerId="LiveId" clId="{3B76E6B8-BC45-4E45-91C6-F0F33EC631A4}" dt="2026-05-11T16:16:17.316" v="10825" actId="11529"/>
          <ac:cxnSpMkLst>
            <pc:docMk/>
            <pc:sldMk cId="815024448" sldId="2147480105"/>
            <ac:cxnSpMk id="16" creationId="{30A8AE0A-5B2A-6C06-C0DB-5094B4B16547}"/>
          </ac:cxnSpMkLst>
        </pc:cxnChg>
        <pc:cxnChg chg="add">
          <ac:chgData name="Chris Hawblitzel" userId="a8c48eef2a52f1db" providerId="LiveId" clId="{3B76E6B8-BC45-4E45-91C6-F0F33EC631A4}" dt="2026-05-11T16:16:29.999" v="10826" actId="11529"/>
          <ac:cxnSpMkLst>
            <pc:docMk/>
            <pc:sldMk cId="815024448" sldId="2147480105"/>
            <ac:cxnSpMk id="20" creationId="{86081DAC-BA99-B949-6940-90E60DBE6F9C}"/>
          </ac:cxnSpMkLst>
        </pc:cxnChg>
        <pc:cxnChg chg="add">
          <ac:chgData name="Chris Hawblitzel" userId="a8c48eef2a52f1db" providerId="LiveId" clId="{3B76E6B8-BC45-4E45-91C6-F0F33EC631A4}" dt="2026-05-11T16:16:40.490" v="10827" actId="11529"/>
          <ac:cxnSpMkLst>
            <pc:docMk/>
            <pc:sldMk cId="815024448" sldId="2147480105"/>
            <ac:cxnSpMk id="24" creationId="{CDD747B0-F928-F954-569B-DA8383708750}"/>
          </ac:cxnSpMkLst>
        </pc:cxnChg>
        <pc:cxnChg chg="add">
          <ac:chgData name="Chris Hawblitzel" userId="a8c48eef2a52f1db" providerId="LiveId" clId="{3B76E6B8-BC45-4E45-91C6-F0F33EC631A4}" dt="2026-05-11T16:16:53.089" v="10828" actId="11529"/>
          <ac:cxnSpMkLst>
            <pc:docMk/>
            <pc:sldMk cId="815024448" sldId="2147480105"/>
            <ac:cxnSpMk id="26" creationId="{9B096526-EDA6-4EBA-DE8D-ACC6BD738DED}"/>
          </ac:cxnSpMkLst>
        </pc:cxnChg>
      </pc:sldChg>
      <pc:sldChg chg="delSp modSp add mod">
        <pc:chgData name="Chris Hawblitzel" userId="a8c48eef2a52f1db" providerId="LiveId" clId="{3B76E6B8-BC45-4E45-91C6-F0F33EC631A4}" dt="2026-05-11T16:18:15.186" v="10835"/>
        <pc:sldMkLst>
          <pc:docMk/>
          <pc:sldMk cId="1106525430" sldId="2147480106"/>
        </pc:sldMkLst>
        <pc:spChg chg="mod">
          <ac:chgData name="Chris Hawblitzel" userId="a8c48eef2a52f1db" providerId="LiveId" clId="{3B76E6B8-BC45-4E45-91C6-F0F33EC631A4}" dt="2026-05-11T16:18:15.186" v="10835"/>
          <ac:spMkLst>
            <pc:docMk/>
            <pc:sldMk cId="1106525430" sldId="2147480106"/>
            <ac:spMk id="3" creationId="{52C6FE8E-19A9-FFB2-0242-56F5508AFA71}"/>
          </ac:spMkLst>
        </pc:spChg>
      </pc:sldChg>
      <pc:sldChg chg="addSp delSp modSp new mod modAnim">
        <pc:chgData name="Chris Hawblitzel" userId="a8c48eef2a52f1db" providerId="LiveId" clId="{3B76E6B8-BC45-4E45-91C6-F0F33EC631A4}" dt="2026-05-12T15:22:12.406" v="18263" actId="20577"/>
        <pc:sldMkLst>
          <pc:docMk/>
          <pc:sldMk cId="4275456734" sldId="2147480111"/>
        </pc:sldMkLst>
        <pc:spChg chg="mod">
          <ac:chgData name="Chris Hawblitzel" userId="a8c48eef2a52f1db" providerId="LiveId" clId="{3B76E6B8-BC45-4E45-91C6-F0F33EC631A4}" dt="2026-05-12T00:53:58.864" v="11663" actId="20577"/>
          <ac:spMkLst>
            <pc:docMk/>
            <pc:sldMk cId="4275456734" sldId="2147480111"/>
            <ac:spMk id="2" creationId="{DBAFBA40-40CE-13F2-F25D-0BB25E47BCD0}"/>
          </ac:spMkLst>
        </pc:spChg>
        <pc:spChg chg="add mod">
          <ac:chgData name="Chris Hawblitzel" userId="a8c48eef2a52f1db" providerId="LiveId" clId="{3B76E6B8-BC45-4E45-91C6-F0F33EC631A4}" dt="2026-05-12T01:01:33.523" v="11995" actId="20577"/>
          <ac:spMkLst>
            <pc:docMk/>
            <pc:sldMk cId="4275456734" sldId="2147480111"/>
            <ac:spMk id="3" creationId="{6BACA988-7836-4E93-BBA3-D5B6CD753D15}"/>
          </ac:spMkLst>
        </pc:spChg>
        <pc:spChg chg="add mod">
          <ac:chgData name="Chris Hawblitzel" userId="a8c48eef2a52f1db" providerId="LiveId" clId="{3B76E6B8-BC45-4E45-91C6-F0F33EC631A4}" dt="2026-05-12T01:16:24.199" v="12124" actId="1076"/>
          <ac:spMkLst>
            <pc:docMk/>
            <pc:sldMk cId="4275456734" sldId="2147480111"/>
            <ac:spMk id="4" creationId="{85CDE686-4EE8-730B-6B96-8CB17F1A443A}"/>
          </ac:spMkLst>
        </pc:spChg>
        <pc:spChg chg="add mod">
          <ac:chgData name="Chris Hawblitzel" userId="a8c48eef2a52f1db" providerId="LiveId" clId="{3B76E6B8-BC45-4E45-91C6-F0F33EC631A4}" dt="2026-05-12T01:16:38.792" v="12132" actId="1076"/>
          <ac:spMkLst>
            <pc:docMk/>
            <pc:sldMk cId="4275456734" sldId="2147480111"/>
            <ac:spMk id="5" creationId="{035309F8-BFC6-FB6B-5C21-226ED807AE23}"/>
          </ac:spMkLst>
        </pc:spChg>
        <pc:spChg chg="add mod">
          <ac:chgData name="Chris Hawblitzel" userId="a8c48eef2a52f1db" providerId="LiveId" clId="{3B76E6B8-BC45-4E45-91C6-F0F33EC631A4}" dt="2026-05-12T15:22:12.406" v="18263" actId="20577"/>
          <ac:spMkLst>
            <pc:docMk/>
            <pc:sldMk cId="4275456734" sldId="2147480111"/>
            <ac:spMk id="8" creationId="{4126D9B3-C753-F5B8-7F7D-7934147758F7}"/>
          </ac:spMkLst>
        </pc:spChg>
        <pc:cxnChg chg="add mod">
          <ac:chgData name="Chris Hawblitzel" userId="a8c48eef2a52f1db" providerId="LiveId" clId="{3B76E6B8-BC45-4E45-91C6-F0F33EC631A4}" dt="2026-05-12T15:22:12.406" v="18263" actId="20577"/>
          <ac:cxnSpMkLst>
            <pc:docMk/>
            <pc:sldMk cId="4275456734" sldId="2147480111"/>
            <ac:cxnSpMk id="10" creationId="{E39CAD8D-3D43-C5E0-5916-6065E26EDBE7}"/>
          </ac:cxnSpMkLst>
        </pc:cxnChg>
      </pc:sldChg>
      <pc:sldChg chg="addSp delSp modSp new mod addAnim delAnim modAnim">
        <pc:chgData name="Chris Hawblitzel" userId="a8c48eef2a52f1db" providerId="LiveId" clId="{3B76E6B8-BC45-4E45-91C6-F0F33EC631A4}" dt="2026-05-12T03:05:40.261" v="14278"/>
        <pc:sldMkLst>
          <pc:docMk/>
          <pc:sldMk cId="1639536648" sldId="2147480112"/>
        </pc:sldMkLst>
        <pc:spChg chg="mod">
          <ac:chgData name="Chris Hawblitzel" userId="a8c48eef2a52f1db" providerId="LiveId" clId="{3B76E6B8-BC45-4E45-91C6-F0F33EC631A4}" dt="2026-05-12T01:44:18.695" v="12520" actId="20577"/>
          <ac:spMkLst>
            <pc:docMk/>
            <pc:sldMk cId="1639536648" sldId="2147480112"/>
            <ac:spMk id="2" creationId="{522395F5-3AF1-4A2F-5F8A-B39278C344C7}"/>
          </ac:spMkLst>
        </pc:spChg>
        <pc:spChg chg="add mod">
          <ac:chgData name="Chris Hawblitzel" userId="a8c48eef2a52f1db" providerId="LiveId" clId="{3B76E6B8-BC45-4E45-91C6-F0F33EC631A4}" dt="2026-05-12T02:40:27.780" v="13180" actId="6549"/>
          <ac:spMkLst>
            <pc:docMk/>
            <pc:sldMk cId="1639536648" sldId="2147480112"/>
            <ac:spMk id="3" creationId="{49A37529-73FF-95D2-AD54-0CE1C3A6550E}"/>
          </ac:spMkLst>
        </pc:spChg>
        <pc:spChg chg="add mod">
          <ac:chgData name="Chris Hawblitzel" userId="a8c48eef2a52f1db" providerId="LiveId" clId="{3B76E6B8-BC45-4E45-91C6-F0F33EC631A4}" dt="2026-05-12T02:49:07.030" v="13501" actId="113"/>
          <ac:spMkLst>
            <pc:docMk/>
            <pc:sldMk cId="1639536648" sldId="2147480112"/>
            <ac:spMk id="4" creationId="{C185EA42-F0FF-5821-CDBC-6D094AE59F7F}"/>
          </ac:spMkLst>
        </pc:spChg>
        <pc:spChg chg="add mod">
          <ac:chgData name="Chris Hawblitzel" userId="a8c48eef2a52f1db" providerId="LiveId" clId="{3B76E6B8-BC45-4E45-91C6-F0F33EC631A4}" dt="2026-05-12T01:47:49.928" v="12767" actId="113"/>
          <ac:spMkLst>
            <pc:docMk/>
            <pc:sldMk cId="1639536648" sldId="2147480112"/>
            <ac:spMk id="5" creationId="{BE00A9F4-DFA5-CE14-6ADE-2205CECDDA15}"/>
          </ac:spMkLst>
        </pc:spChg>
        <pc:spChg chg="add mod">
          <ac:chgData name="Chris Hawblitzel" userId="a8c48eef2a52f1db" providerId="LiveId" clId="{3B76E6B8-BC45-4E45-91C6-F0F33EC631A4}" dt="2026-05-12T02:39:43.852" v="13150" actId="1076"/>
          <ac:spMkLst>
            <pc:docMk/>
            <pc:sldMk cId="1639536648" sldId="2147480112"/>
            <ac:spMk id="6" creationId="{A609370F-FABD-B6BF-88B6-01E1AAEE9586}"/>
          </ac:spMkLst>
        </pc:spChg>
        <pc:spChg chg="add del mod">
          <ac:chgData name="Chris Hawblitzel" userId="a8c48eef2a52f1db" providerId="LiveId" clId="{3B76E6B8-BC45-4E45-91C6-F0F33EC631A4}" dt="2026-05-12T02:52:01.836" v="13700" actId="20577"/>
          <ac:spMkLst>
            <pc:docMk/>
            <pc:sldMk cId="1639536648" sldId="2147480112"/>
            <ac:spMk id="7" creationId="{CFADD8FB-AC44-5A87-2669-D31EC381671E}"/>
          </ac:spMkLst>
        </pc:spChg>
        <pc:spChg chg="add mod">
          <ac:chgData name="Chris Hawblitzel" userId="a8c48eef2a52f1db" providerId="LiveId" clId="{3B76E6B8-BC45-4E45-91C6-F0F33EC631A4}" dt="2026-05-12T03:05:05.012" v="14274" actId="1076"/>
          <ac:spMkLst>
            <pc:docMk/>
            <pc:sldMk cId="1639536648" sldId="2147480112"/>
            <ac:spMk id="22" creationId="{0B1CA766-E1D6-0C57-C7CB-1113E22354DD}"/>
          </ac:spMkLst>
        </pc:spChg>
        <pc:cxnChg chg="add del mod">
          <ac:chgData name="Chris Hawblitzel" userId="a8c48eef2a52f1db" providerId="LiveId" clId="{3B76E6B8-BC45-4E45-91C6-F0F33EC631A4}" dt="2026-05-12T02:50:05.833" v="13559" actId="14100"/>
          <ac:cxnSpMkLst>
            <pc:docMk/>
            <pc:sldMk cId="1639536648" sldId="2147480112"/>
            <ac:cxnSpMk id="8" creationId="{B79D16F1-3E5F-AA24-5530-37F5BDE57916}"/>
          </ac:cxnSpMkLst>
        </pc:cxnChg>
        <pc:cxnChg chg="add del mod">
          <ac:chgData name="Chris Hawblitzel" userId="a8c48eef2a52f1db" providerId="LiveId" clId="{3B76E6B8-BC45-4E45-91C6-F0F33EC631A4}" dt="2026-05-12T02:50:02.737" v="13558" actId="14100"/>
          <ac:cxnSpMkLst>
            <pc:docMk/>
            <pc:sldMk cId="1639536648" sldId="2147480112"/>
            <ac:cxnSpMk id="9" creationId="{C4D345CD-C268-BDF9-247E-DE565D1A77CC}"/>
          </ac:cxnSpMkLst>
        </pc:cxnChg>
        <pc:cxnChg chg="add">
          <ac:chgData name="Chris Hawblitzel" userId="a8c48eef2a52f1db" providerId="LiveId" clId="{3B76E6B8-BC45-4E45-91C6-F0F33EC631A4}" dt="2026-05-12T03:05:12.914" v="14275" actId="11529"/>
          <ac:cxnSpMkLst>
            <pc:docMk/>
            <pc:sldMk cId="1639536648" sldId="2147480112"/>
            <ac:cxnSpMk id="24" creationId="{211AA1F1-CAA6-9266-34DF-932958788236}"/>
          </ac:cxnSpMkLst>
        </pc:cxnChg>
      </pc:sldChg>
      <pc:sldChg chg="addSp modSp add mod ord modAnim">
        <pc:chgData name="Chris Hawblitzel" userId="a8c48eef2a52f1db" providerId="LiveId" clId="{3B76E6B8-BC45-4E45-91C6-F0F33EC631A4}" dt="2026-05-12T02:46:10.228" v="13383" actId="113"/>
        <pc:sldMkLst>
          <pc:docMk/>
          <pc:sldMk cId="3918232218" sldId="2147480113"/>
        </pc:sldMkLst>
        <pc:spChg chg="mod">
          <ac:chgData name="Chris Hawblitzel" userId="a8c48eef2a52f1db" providerId="LiveId" clId="{3B76E6B8-BC45-4E45-91C6-F0F33EC631A4}" dt="2026-05-12T02:40:10.331" v="13175" actId="20577"/>
          <ac:spMkLst>
            <pc:docMk/>
            <pc:sldMk cId="3918232218" sldId="2147480113"/>
            <ac:spMk id="3" creationId="{49A37529-73FF-95D2-AD54-0CE1C3A6550E}"/>
          </ac:spMkLst>
        </pc:spChg>
        <pc:spChg chg="mod">
          <ac:chgData name="Chris Hawblitzel" userId="a8c48eef2a52f1db" providerId="LiveId" clId="{3B76E6B8-BC45-4E45-91C6-F0F33EC631A4}" dt="2026-05-12T02:46:10.228" v="13383" actId="113"/>
          <ac:spMkLst>
            <pc:docMk/>
            <pc:sldMk cId="3918232218" sldId="2147480113"/>
            <ac:spMk id="4" creationId="{C185EA42-F0FF-5821-CDBC-6D094AE59F7F}"/>
          </ac:spMkLst>
        </pc:spChg>
        <pc:spChg chg="add mod">
          <ac:chgData name="Chris Hawblitzel" userId="a8c48eef2a52f1db" providerId="LiveId" clId="{3B76E6B8-BC45-4E45-91C6-F0F33EC631A4}" dt="2026-05-12T02:46:03.719" v="13380" actId="113"/>
          <ac:spMkLst>
            <pc:docMk/>
            <pc:sldMk cId="3918232218" sldId="2147480113"/>
            <ac:spMk id="7" creationId="{1B16F706-B32A-1A73-4C96-35EEEABB8443}"/>
          </ac:spMkLst>
        </pc:spChg>
        <pc:cxnChg chg="add">
          <ac:chgData name="Chris Hawblitzel" userId="a8c48eef2a52f1db" providerId="LiveId" clId="{3B76E6B8-BC45-4E45-91C6-F0F33EC631A4}" dt="2026-05-12T02:44:37.955" v="13332" actId="11529"/>
          <ac:cxnSpMkLst>
            <pc:docMk/>
            <pc:sldMk cId="3918232218" sldId="2147480113"/>
            <ac:cxnSpMk id="9" creationId="{39D41A85-4D90-53F1-2E31-6138F254A289}"/>
          </ac:cxnSpMkLst>
        </pc:cxnChg>
        <pc:cxnChg chg="add">
          <ac:chgData name="Chris Hawblitzel" userId="a8c48eef2a52f1db" providerId="LiveId" clId="{3B76E6B8-BC45-4E45-91C6-F0F33EC631A4}" dt="2026-05-12T02:44:49.061" v="13333" actId="11529"/>
          <ac:cxnSpMkLst>
            <pc:docMk/>
            <pc:sldMk cId="3918232218" sldId="2147480113"/>
            <ac:cxnSpMk id="11" creationId="{20427F85-E4F4-EDD1-D2FB-B242E70007C3}"/>
          </ac:cxnSpMkLst>
        </pc:cxnChg>
        <pc:cxnChg chg="add">
          <ac:chgData name="Chris Hawblitzel" userId="a8c48eef2a52f1db" providerId="LiveId" clId="{3B76E6B8-BC45-4E45-91C6-F0F33EC631A4}" dt="2026-05-12T02:44:55.071" v="13334" actId="11529"/>
          <ac:cxnSpMkLst>
            <pc:docMk/>
            <pc:sldMk cId="3918232218" sldId="2147480113"/>
            <ac:cxnSpMk id="13" creationId="{340A680A-7906-1BD2-2D54-50F8A7295A21}"/>
          </ac:cxnSpMkLst>
        </pc:cxnChg>
      </pc:sldChg>
      <pc:sldChg chg="addSp delSp modSp new mod">
        <pc:chgData name="Chris Hawblitzel" userId="a8c48eef2a52f1db" providerId="LiveId" clId="{3B76E6B8-BC45-4E45-91C6-F0F33EC631A4}" dt="2026-05-12T03:55:29.526" v="14963" actId="1076"/>
        <pc:sldMkLst>
          <pc:docMk/>
          <pc:sldMk cId="2245002074" sldId="2147480114"/>
        </pc:sldMkLst>
        <pc:spChg chg="mod">
          <ac:chgData name="Chris Hawblitzel" userId="a8c48eef2a52f1db" providerId="LiveId" clId="{3B76E6B8-BC45-4E45-91C6-F0F33EC631A4}" dt="2026-05-12T03:55:03.301" v="14932" actId="20577"/>
          <ac:spMkLst>
            <pc:docMk/>
            <pc:sldMk cId="2245002074" sldId="2147480114"/>
            <ac:spMk id="2" creationId="{4B2FFAF2-3377-9EAE-A5E4-FF489C4F955F}"/>
          </ac:spMkLst>
        </pc:spChg>
        <pc:spChg chg="add mod">
          <ac:chgData name="Chris Hawblitzel" userId="a8c48eef2a52f1db" providerId="LiveId" clId="{3B76E6B8-BC45-4E45-91C6-F0F33EC631A4}" dt="2026-05-12T03:55:22.554" v="14961" actId="1036"/>
          <ac:spMkLst>
            <pc:docMk/>
            <pc:sldMk cId="2245002074" sldId="2147480114"/>
            <ac:spMk id="4" creationId="{7F30FF75-5D37-3090-D21A-D62298B6F63A}"/>
          </ac:spMkLst>
        </pc:spChg>
        <pc:spChg chg="add mod">
          <ac:chgData name="Chris Hawblitzel" userId="a8c48eef2a52f1db" providerId="LiveId" clId="{3B76E6B8-BC45-4E45-91C6-F0F33EC631A4}" dt="2026-05-12T03:55:22.554" v="14961" actId="1036"/>
          <ac:spMkLst>
            <pc:docMk/>
            <pc:sldMk cId="2245002074" sldId="2147480114"/>
            <ac:spMk id="5" creationId="{8C1ECECD-F7CF-1DD9-5901-413B01877B39}"/>
          </ac:spMkLst>
        </pc:spChg>
        <pc:spChg chg="add mod">
          <ac:chgData name="Chris Hawblitzel" userId="a8c48eef2a52f1db" providerId="LiveId" clId="{3B76E6B8-BC45-4E45-91C6-F0F33EC631A4}" dt="2026-05-12T03:55:22.554" v="14961" actId="1036"/>
          <ac:spMkLst>
            <pc:docMk/>
            <pc:sldMk cId="2245002074" sldId="2147480114"/>
            <ac:spMk id="6" creationId="{ADF52B64-23B5-D59E-BB13-CB6178042987}"/>
          </ac:spMkLst>
        </pc:spChg>
        <pc:spChg chg="add mod">
          <ac:chgData name="Chris Hawblitzel" userId="a8c48eef2a52f1db" providerId="LiveId" clId="{3B76E6B8-BC45-4E45-91C6-F0F33EC631A4}" dt="2026-05-12T03:55:15.879" v="14935" actId="1076"/>
          <ac:spMkLst>
            <pc:docMk/>
            <pc:sldMk cId="2245002074" sldId="2147480114"/>
            <ac:spMk id="7" creationId="{92F4B657-C527-446B-FD7E-7756A2D87886}"/>
          </ac:spMkLst>
        </pc:spChg>
        <pc:spChg chg="add mod">
          <ac:chgData name="Chris Hawblitzel" userId="a8c48eef2a52f1db" providerId="LiveId" clId="{3B76E6B8-BC45-4E45-91C6-F0F33EC631A4}" dt="2026-05-12T03:55:29.526" v="14963" actId="1076"/>
          <ac:spMkLst>
            <pc:docMk/>
            <pc:sldMk cId="2245002074" sldId="2147480114"/>
            <ac:spMk id="8" creationId="{21335AA0-C5C6-BC9D-E433-DF783EEA2AED}"/>
          </ac:spMkLst>
        </pc:spChg>
        <pc:spChg chg="add mod">
          <ac:chgData name="Chris Hawblitzel" userId="a8c48eef2a52f1db" providerId="LiveId" clId="{3B76E6B8-BC45-4E45-91C6-F0F33EC631A4}" dt="2026-05-12T03:55:26.824" v="14962" actId="1076"/>
          <ac:spMkLst>
            <pc:docMk/>
            <pc:sldMk cId="2245002074" sldId="2147480114"/>
            <ac:spMk id="9" creationId="{C7ED2470-BDA9-E21B-277C-E5C800564333}"/>
          </ac:spMkLst>
        </pc:spChg>
        <pc:spChg chg="add mod">
          <ac:chgData name="Chris Hawblitzel" userId="a8c48eef2a52f1db" providerId="LiveId" clId="{3B76E6B8-BC45-4E45-91C6-F0F33EC631A4}" dt="2026-05-12T03:55:22.554" v="14961" actId="1036"/>
          <ac:spMkLst>
            <pc:docMk/>
            <pc:sldMk cId="2245002074" sldId="2147480114"/>
            <ac:spMk id="10" creationId="{B1B1290C-CBB4-606A-7690-E1968729EDC6}"/>
          </ac:spMkLst>
        </pc:spChg>
      </pc:sldChg>
      <pc:sldChg chg="addSp modSp new mod">
        <pc:chgData name="Chris Hawblitzel" userId="a8c48eef2a52f1db" providerId="LiveId" clId="{3B76E6B8-BC45-4E45-91C6-F0F33EC631A4}" dt="2026-05-12T12:42:34.639" v="14972" actId="20577"/>
        <pc:sldMkLst>
          <pc:docMk/>
          <pc:sldMk cId="2721806348" sldId="2147480115"/>
        </pc:sldMkLst>
        <pc:spChg chg="mod">
          <ac:chgData name="Chris Hawblitzel" userId="a8c48eef2a52f1db" providerId="LiveId" clId="{3B76E6B8-BC45-4E45-91C6-F0F33EC631A4}" dt="2026-05-12T12:42:07.271" v="14968" actId="20577"/>
          <ac:spMkLst>
            <pc:docMk/>
            <pc:sldMk cId="2721806348" sldId="2147480115"/>
            <ac:spMk id="2" creationId="{A5D0EFD0-5F44-26E5-9899-48ED82F9DA0E}"/>
          </ac:spMkLst>
        </pc:spChg>
        <pc:spChg chg="add mod">
          <ac:chgData name="Chris Hawblitzel" userId="a8c48eef2a52f1db" providerId="LiveId" clId="{3B76E6B8-BC45-4E45-91C6-F0F33EC631A4}" dt="2026-05-12T03:41:28.084" v="14908" actId="1076"/>
          <ac:spMkLst>
            <pc:docMk/>
            <pc:sldMk cId="2721806348" sldId="2147480115"/>
            <ac:spMk id="4" creationId="{510B24F1-B7D5-1BEA-F119-926A316A0CAE}"/>
          </ac:spMkLst>
        </pc:spChg>
        <pc:spChg chg="add mod">
          <ac:chgData name="Chris Hawblitzel" userId="a8c48eef2a52f1db" providerId="LiveId" clId="{3B76E6B8-BC45-4E45-91C6-F0F33EC631A4}" dt="2026-05-12T12:42:34.639" v="14972" actId="20577"/>
          <ac:spMkLst>
            <pc:docMk/>
            <pc:sldMk cId="2721806348" sldId="2147480115"/>
            <ac:spMk id="5" creationId="{F6DA4D95-3C13-8B81-7AF0-FCFA4B3AFD77}"/>
          </ac:spMkLst>
        </pc:spChg>
      </pc:sldChg>
      <pc:sldChg chg="addSp delSp modSp new mod modAnim">
        <pc:chgData name="Chris Hawblitzel" userId="a8c48eef2a52f1db" providerId="LiveId" clId="{3B76E6B8-BC45-4E45-91C6-F0F33EC631A4}" dt="2026-05-12T13:34:53.524" v="15875" actId="20577"/>
        <pc:sldMkLst>
          <pc:docMk/>
          <pc:sldMk cId="153366683" sldId="2147480116"/>
        </pc:sldMkLst>
        <pc:spChg chg="mod">
          <ac:chgData name="Chris Hawblitzel" userId="a8c48eef2a52f1db" providerId="LiveId" clId="{3B76E6B8-BC45-4E45-91C6-F0F33EC631A4}" dt="2026-05-12T13:34:53.524" v="15875" actId="20577"/>
          <ac:spMkLst>
            <pc:docMk/>
            <pc:sldMk cId="153366683" sldId="2147480116"/>
            <ac:spMk id="2" creationId="{D61AFD4F-5957-B802-EE9B-37F553D26849}"/>
          </ac:spMkLst>
        </pc:spChg>
        <pc:spChg chg="add mod">
          <ac:chgData name="Chris Hawblitzel" userId="a8c48eef2a52f1db" providerId="LiveId" clId="{3B76E6B8-BC45-4E45-91C6-F0F33EC631A4}" dt="2026-05-12T12:51:27.644" v="15032" actId="404"/>
          <ac:spMkLst>
            <pc:docMk/>
            <pc:sldMk cId="153366683" sldId="2147480116"/>
            <ac:spMk id="4" creationId="{D87F76E9-190B-68EA-13D2-DD8F4DF37B54}"/>
          </ac:spMkLst>
        </pc:spChg>
        <pc:spChg chg="add mod">
          <ac:chgData name="Chris Hawblitzel" userId="a8c48eef2a52f1db" providerId="LiveId" clId="{3B76E6B8-BC45-4E45-91C6-F0F33EC631A4}" dt="2026-05-12T12:53:29.433" v="15094" actId="1076"/>
          <ac:spMkLst>
            <pc:docMk/>
            <pc:sldMk cId="153366683" sldId="2147480116"/>
            <ac:spMk id="5" creationId="{B540FE23-7E50-33E6-C8DA-19E283E8C856}"/>
          </ac:spMkLst>
        </pc:spChg>
        <pc:spChg chg="add mod">
          <ac:chgData name="Chris Hawblitzel" userId="a8c48eef2a52f1db" providerId="LiveId" clId="{3B76E6B8-BC45-4E45-91C6-F0F33EC631A4}" dt="2026-05-12T12:52:04.888" v="15034" actId="1076"/>
          <ac:spMkLst>
            <pc:docMk/>
            <pc:sldMk cId="153366683" sldId="2147480116"/>
            <ac:spMk id="6" creationId="{FC2E00CF-D5CE-D276-81F5-56B81AFEDF3A}"/>
          </ac:spMkLst>
        </pc:spChg>
        <pc:spChg chg="add mod">
          <ac:chgData name="Chris Hawblitzel" userId="a8c48eef2a52f1db" providerId="LiveId" clId="{3B76E6B8-BC45-4E45-91C6-F0F33EC631A4}" dt="2026-05-12T12:53:56.663" v="15097" actId="1076"/>
          <ac:spMkLst>
            <pc:docMk/>
            <pc:sldMk cId="153366683" sldId="2147480116"/>
            <ac:spMk id="7" creationId="{EC4F50E6-354B-C8CE-445D-9A465B97FCDF}"/>
          </ac:spMkLst>
        </pc:spChg>
        <pc:spChg chg="add mod">
          <ac:chgData name="Chris Hawblitzel" userId="a8c48eef2a52f1db" providerId="LiveId" clId="{3B76E6B8-BC45-4E45-91C6-F0F33EC631A4}" dt="2026-05-12T12:52:13.230" v="15038" actId="20577"/>
          <ac:spMkLst>
            <pc:docMk/>
            <pc:sldMk cId="153366683" sldId="2147480116"/>
            <ac:spMk id="8" creationId="{738D15F0-C3F4-9147-110A-1289A52C7159}"/>
          </ac:spMkLst>
        </pc:spChg>
        <pc:spChg chg="add mod">
          <ac:chgData name="Chris Hawblitzel" userId="a8c48eef2a52f1db" providerId="LiveId" clId="{3B76E6B8-BC45-4E45-91C6-F0F33EC631A4}" dt="2026-05-12T12:53:25.603" v="15092" actId="14100"/>
          <ac:spMkLst>
            <pc:docMk/>
            <pc:sldMk cId="153366683" sldId="2147480116"/>
            <ac:spMk id="9" creationId="{0835B896-D11C-4482-0ED0-256512CEFDCB}"/>
          </ac:spMkLst>
        </pc:spChg>
        <pc:spChg chg="add mod">
          <ac:chgData name="Chris Hawblitzel" userId="a8c48eef2a52f1db" providerId="LiveId" clId="{3B76E6B8-BC45-4E45-91C6-F0F33EC631A4}" dt="2026-05-12T12:52:33.413" v="15058" actId="1076"/>
          <ac:spMkLst>
            <pc:docMk/>
            <pc:sldMk cId="153366683" sldId="2147480116"/>
            <ac:spMk id="10" creationId="{2FF4C9C0-10D0-FD33-4C49-92C098B1D7B7}"/>
          </ac:spMkLst>
        </pc:spChg>
        <pc:spChg chg="add mod">
          <ac:chgData name="Chris Hawblitzel" userId="a8c48eef2a52f1db" providerId="LiveId" clId="{3B76E6B8-BC45-4E45-91C6-F0F33EC631A4}" dt="2026-05-12T12:52:53.106" v="15087" actId="20577"/>
          <ac:spMkLst>
            <pc:docMk/>
            <pc:sldMk cId="153366683" sldId="2147480116"/>
            <ac:spMk id="11" creationId="{0D0AA991-89DB-3E83-9F1F-E6686B5B5095}"/>
          </ac:spMkLst>
        </pc:spChg>
        <pc:spChg chg="add mod">
          <ac:chgData name="Chris Hawblitzel" userId="a8c48eef2a52f1db" providerId="LiveId" clId="{3B76E6B8-BC45-4E45-91C6-F0F33EC631A4}" dt="2026-05-12T12:53:00.410" v="15089" actId="20577"/>
          <ac:spMkLst>
            <pc:docMk/>
            <pc:sldMk cId="153366683" sldId="2147480116"/>
            <ac:spMk id="12" creationId="{F624F791-EB0B-2C53-978B-86E40184767A}"/>
          </ac:spMkLst>
        </pc:spChg>
        <pc:spChg chg="add mod">
          <ac:chgData name="Chris Hawblitzel" userId="a8c48eef2a52f1db" providerId="LiveId" clId="{3B76E6B8-BC45-4E45-91C6-F0F33EC631A4}" dt="2026-05-12T12:55:22.125" v="15153" actId="1036"/>
          <ac:spMkLst>
            <pc:docMk/>
            <pc:sldMk cId="153366683" sldId="2147480116"/>
            <ac:spMk id="23" creationId="{AD84AFE4-AB8E-4099-56AF-CE859AD433C9}"/>
          </ac:spMkLst>
        </pc:spChg>
        <pc:spChg chg="add mod">
          <ac:chgData name="Chris Hawblitzel" userId="a8c48eef2a52f1db" providerId="LiveId" clId="{3B76E6B8-BC45-4E45-91C6-F0F33EC631A4}" dt="2026-05-12T12:55:31.309" v="15225" actId="1036"/>
          <ac:spMkLst>
            <pc:docMk/>
            <pc:sldMk cId="153366683" sldId="2147480116"/>
            <ac:spMk id="24" creationId="{0BFB2CE4-E0B9-0D08-DFE5-ED5CA596C38B}"/>
          </ac:spMkLst>
        </pc:spChg>
        <pc:spChg chg="add mod">
          <ac:chgData name="Chris Hawblitzel" userId="a8c48eef2a52f1db" providerId="LiveId" clId="{3B76E6B8-BC45-4E45-91C6-F0F33EC631A4}" dt="2026-05-12T12:55:48.182" v="15227" actId="1076"/>
          <ac:spMkLst>
            <pc:docMk/>
            <pc:sldMk cId="153366683" sldId="2147480116"/>
            <ac:spMk id="25" creationId="{48F33811-A81E-52FB-533F-3F0920594276}"/>
          </ac:spMkLst>
        </pc:spChg>
        <pc:spChg chg="add mod">
          <ac:chgData name="Chris Hawblitzel" userId="a8c48eef2a52f1db" providerId="LiveId" clId="{3B76E6B8-BC45-4E45-91C6-F0F33EC631A4}" dt="2026-05-12T12:55:54.635" v="15229" actId="1076"/>
          <ac:spMkLst>
            <pc:docMk/>
            <pc:sldMk cId="153366683" sldId="2147480116"/>
            <ac:spMk id="26" creationId="{525E2516-0BDC-2103-AE3D-9AFA281ADB92}"/>
          </ac:spMkLst>
        </pc:spChg>
        <pc:spChg chg="add mod">
          <ac:chgData name="Chris Hawblitzel" userId="a8c48eef2a52f1db" providerId="LiveId" clId="{3B76E6B8-BC45-4E45-91C6-F0F33EC631A4}" dt="2026-05-12T13:00:32.385" v="15407" actId="20577"/>
          <ac:spMkLst>
            <pc:docMk/>
            <pc:sldMk cId="153366683" sldId="2147480116"/>
            <ac:spMk id="27" creationId="{03427FBC-7EAB-6FA5-F244-FCF19088EA02}"/>
          </ac:spMkLst>
        </pc:spChg>
        <pc:cxnChg chg="add">
          <ac:chgData name="Chris Hawblitzel" userId="a8c48eef2a52f1db" providerId="LiveId" clId="{3B76E6B8-BC45-4E45-91C6-F0F33EC631A4}" dt="2026-05-12T12:53:08.388" v="15090" actId="11529"/>
          <ac:cxnSpMkLst>
            <pc:docMk/>
            <pc:sldMk cId="153366683" sldId="2147480116"/>
            <ac:cxnSpMk id="14" creationId="{18258955-CFEB-3B07-B63D-59DF46509891}"/>
          </ac:cxnSpMkLst>
        </pc:cxnChg>
        <pc:cxnChg chg="add">
          <ac:chgData name="Chris Hawblitzel" userId="a8c48eef2a52f1db" providerId="LiveId" clId="{3B76E6B8-BC45-4E45-91C6-F0F33EC631A4}" dt="2026-05-12T12:53:16.136" v="15091" actId="11529"/>
          <ac:cxnSpMkLst>
            <pc:docMk/>
            <pc:sldMk cId="153366683" sldId="2147480116"/>
            <ac:cxnSpMk id="16" creationId="{D815DB7A-90DE-E854-3CFF-CE661F34E62F}"/>
          </ac:cxnSpMkLst>
        </pc:cxnChg>
        <pc:cxnChg chg="add">
          <ac:chgData name="Chris Hawblitzel" userId="a8c48eef2a52f1db" providerId="LiveId" clId="{3B76E6B8-BC45-4E45-91C6-F0F33EC631A4}" dt="2026-05-12T12:53:42.723" v="15095" actId="11529"/>
          <ac:cxnSpMkLst>
            <pc:docMk/>
            <pc:sldMk cId="153366683" sldId="2147480116"/>
            <ac:cxnSpMk id="18" creationId="{AA270C26-1522-5B03-07B5-A8D59F731CA8}"/>
          </ac:cxnSpMkLst>
        </pc:cxnChg>
        <pc:cxnChg chg="add">
          <ac:chgData name="Chris Hawblitzel" userId="a8c48eef2a52f1db" providerId="LiveId" clId="{3B76E6B8-BC45-4E45-91C6-F0F33EC631A4}" dt="2026-05-12T12:54:03.322" v="15098" actId="11529"/>
          <ac:cxnSpMkLst>
            <pc:docMk/>
            <pc:sldMk cId="153366683" sldId="2147480116"/>
            <ac:cxnSpMk id="22" creationId="{FCB13A07-DF4D-CF34-5DE0-7BF311F7BD86}"/>
          </ac:cxnSpMkLst>
        </pc:cxnChg>
      </pc:sldChg>
      <pc:sldChg chg="addSp modSp new mod">
        <pc:chgData name="Chris Hawblitzel" userId="a8c48eef2a52f1db" providerId="LiveId" clId="{3B76E6B8-BC45-4E45-91C6-F0F33EC631A4}" dt="2026-05-12T13:22:14.476" v="15728" actId="20577"/>
        <pc:sldMkLst>
          <pc:docMk/>
          <pc:sldMk cId="2797988709" sldId="2147480117"/>
        </pc:sldMkLst>
        <pc:spChg chg="mod">
          <ac:chgData name="Chris Hawblitzel" userId="a8c48eef2a52f1db" providerId="LiveId" clId="{3B76E6B8-BC45-4E45-91C6-F0F33EC631A4}" dt="2026-05-12T13:22:14.476" v="15728" actId="20577"/>
          <ac:spMkLst>
            <pc:docMk/>
            <pc:sldMk cId="2797988709" sldId="2147480117"/>
            <ac:spMk id="2" creationId="{A7C4A612-5E32-42C4-4EBB-483C4AACABCB}"/>
          </ac:spMkLst>
        </pc:spChg>
        <pc:spChg chg="add mod">
          <ac:chgData name="Chris Hawblitzel" userId="a8c48eef2a52f1db" providerId="LiveId" clId="{3B76E6B8-BC45-4E45-91C6-F0F33EC631A4}" dt="2026-05-12T13:21:58.069" v="15709" actId="1076"/>
          <ac:spMkLst>
            <pc:docMk/>
            <pc:sldMk cId="2797988709" sldId="2147480117"/>
            <ac:spMk id="3" creationId="{AE2087CB-6D09-7161-6E30-ED6EADD70CB7}"/>
          </ac:spMkLst>
        </pc:spChg>
      </pc:sldChg>
      <pc:sldChg chg="delSp add mod ord">
        <pc:chgData name="Chris Hawblitzel" userId="a8c48eef2a52f1db" providerId="LiveId" clId="{3B76E6B8-BC45-4E45-91C6-F0F33EC631A4}" dt="2026-05-12T13:24:41.998" v="15793"/>
        <pc:sldMkLst>
          <pc:docMk/>
          <pc:sldMk cId="3714266571" sldId="2147480118"/>
        </pc:sldMkLst>
      </pc:sldChg>
      <pc:sldChg chg="addSp delSp modSp add mod">
        <pc:chgData name="Chris Hawblitzel" userId="a8c48eef2a52f1db" providerId="LiveId" clId="{3B76E6B8-BC45-4E45-91C6-F0F33EC631A4}" dt="2026-05-12T13:49:04.773" v="16524" actId="20577"/>
        <pc:sldMkLst>
          <pc:docMk/>
          <pc:sldMk cId="3087822906" sldId="2147480120"/>
        </pc:sldMkLst>
        <pc:spChg chg="add mod">
          <ac:chgData name="Chris Hawblitzel" userId="a8c48eef2a52f1db" providerId="LiveId" clId="{3B76E6B8-BC45-4E45-91C6-F0F33EC631A4}" dt="2026-05-12T13:49:04.773" v="16524" actId="20577"/>
          <ac:spMkLst>
            <pc:docMk/>
            <pc:sldMk cId="3087822906" sldId="2147480120"/>
            <ac:spMk id="6" creationId="{765D0878-890E-D269-1002-FDCBBB902F0C}"/>
          </ac:spMkLst>
        </pc:spChg>
      </pc:sldChg>
      <pc:sldChg chg="addSp modSp new mod addAnim delAnim modAnim">
        <pc:chgData name="Chris Hawblitzel" userId="a8c48eef2a52f1db" providerId="LiveId" clId="{3B76E6B8-BC45-4E45-91C6-F0F33EC631A4}" dt="2026-05-12T14:58:20.691" v="18008"/>
        <pc:sldMkLst>
          <pc:docMk/>
          <pc:sldMk cId="1275560688" sldId="2147480121"/>
        </pc:sldMkLst>
        <pc:spChg chg="mod">
          <ac:chgData name="Chris Hawblitzel" userId="a8c48eef2a52f1db" providerId="LiveId" clId="{3B76E6B8-BC45-4E45-91C6-F0F33EC631A4}" dt="2026-05-12T13:50:05.101" v="16530" actId="20577"/>
          <ac:spMkLst>
            <pc:docMk/>
            <pc:sldMk cId="1275560688" sldId="2147480121"/>
            <ac:spMk id="2" creationId="{278F3811-E91B-8CC7-78B9-52A47A9C660D}"/>
          </ac:spMkLst>
        </pc:spChg>
        <pc:spChg chg="add mod">
          <ac:chgData name="Chris Hawblitzel" userId="a8c48eef2a52f1db" providerId="LiveId" clId="{3B76E6B8-BC45-4E45-91C6-F0F33EC631A4}" dt="2026-05-12T14:00:15.866" v="16713" actId="404"/>
          <ac:spMkLst>
            <pc:docMk/>
            <pc:sldMk cId="1275560688" sldId="2147480121"/>
            <ac:spMk id="3" creationId="{6BCA3CD9-C128-22C4-B9BB-EC287E4F927D}"/>
          </ac:spMkLst>
        </pc:spChg>
        <pc:spChg chg="add mod">
          <ac:chgData name="Chris Hawblitzel" userId="a8c48eef2a52f1db" providerId="LiveId" clId="{3B76E6B8-BC45-4E45-91C6-F0F33EC631A4}" dt="2026-05-12T13:51:58.319" v="16564" actId="1076"/>
          <ac:spMkLst>
            <pc:docMk/>
            <pc:sldMk cId="1275560688" sldId="2147480121"/>
            <ac:spMk id="4" creationId="{E41333F2-E1BD-7022-9A62-63739862D05B}"/>
          </ac:spMkLst>
        </pc:spChg>
        <pc:spChg chg="add mod">
          <ac:chgData name="Chris Hawblitzel" userId="a8c48eef2a52f1db" providerId="LiveId" clId="{3B76E6B8-BC45-4E45-91C6-F0F33EC631A4}" dt="2026-05-12T13:51:58.319" v="16564" actId="1076"/>
          <ac:spMkLst>
            <pc:docMk/>
            <pc:sldMk cId="1275560688" sldId="2147480121"/>
            <ac:spMk id="5" creationId="{4A4651AC-4C9A-E1D1-542E-0C3F813B6534}"/>
          </ac:spMkLst>
        </pc:spChg>
        <pc:spChg chg="add mod">
          <ac:chgData name="Chris Hawblitzel" userId="a8c48eef2a52f1db" providerId="LiveId" clId="{3B76E6B8-BC45-4E45-91C6-F0F33EC631A4}" dt="2026-05-12T13:54:09.532" v="16603"/>
          <ac:spMkLst>
            <pc:docMk/>
            <pc:sldMk cId="1275560688" sldId="2147480121"/>
            <ac:spMk id="6" creationId="{9E60B2CE-E737-2DD8-4B3C-BC4F510BCD21}"/>
          </ac:spMkLst>
        </pc:spChg>
        <pc:spChg chg="add mod">
          <ac:chgData name="Chris Hawblitzel" userId="a8c48eef2a52f1db" providerId="LiveId" clId="{3B76E6B8-BC45-4E45-91C6-F0F33EC631A4}" dt="2026-05-12T13:56:04.955" v="16614" actId="1076"/>
          <ac:spMkLst>
            <pc:docMk/>
            <pc:sldMk cId="1275560688" sldId="2147480121"/>
            <ac:spMk id="7" creationId="{CF833930-ECBB-F3A1-8DA7-56305FE59D94}"/>
          </ac:spMkLst>
        </pc:spChg>
        <pc:spChg chg="add mod">
          <ac:chgData name="Chris Hawblitzel" userId="a8c48eef2a52f1db" providerId="LiveId" clId="{3B76E6B8-BC45-4E45-91C6-F0F33EC631A4}" dt="2026-05-12T13:56:04.955" v="16614" actId="1076"/>
          <ac:spMkLst>
            <pc:docMk/>
            <pc:sldMk cId="1275560688" sldId="2147480121"/>
            <ac:spMk id="8" creationId="{0E24A2EC-51D4-8606-9690-21E57F1DF723}"/>
          </ac:spMkLst>
        </pc:spChg>
        <pc:spChg chg="add mod">
          <ac:chgData name="Chris Hawblitzel" userId="a8c48eef2a52f1db" providerId="LiveId" clId="{3B76E6B8-BC45-4E45-91C6-F0F33EC631A4}" dt="2026-05-12T13:56:04.955" v="16614" actId="1076"/>
          <ac:spMkLst>
            <pc:docMk/>
            <pc:sldMk cId="1275560688" sldId="2147480121"/>
            <ac:spMk id="9" creationId="{8364E5BD-CC59-3F17-A4F7-2A54EA6967EC}"/>
          </ac:spMkLst>
        </pc:spChg>
        <pc:spChg chg="add mod">
          <ac:chgData name="Chris Hawblitzel" userId="a8c48eef2a52f1db" providerId="LiveId" clId="{3B76E6B8-BC45-4E45-91C6-F0F33EC631A4}" dt="2026-05-12T13:58:15.581" v="16680" actId="20577"/>
          <ac:spMkLst>
            <pc:docMk/>
            <pc:sldMk cId="1275560688" sldId="2147480121"/>
            <ac:spMk id="10" creationId="{DE0E7B93-D999-6F18-FC3C-64220F8A69D1}"/>
          </ac:spMkLst>
        </pc:spChg>
        <pc:spChg chg="add mod">
          <ac:chgData name="Chris Hawblitzel" userId="a8c48eef2a52f1db" providerId="LiveId" clId="{3B76E6B8-BC45-4E45-91C6-F0F33EC631A4}" dt="2026-05-12T13:57:11.361" v="16651" actId="20577"/>
          <ac:spMkLst>
            <pc:docMk/>
            <pc:sldMk cId="1275560688" sldId="2147480121"/>
            <ac:spMk id="11" creationId="{84B0877C-1BFC-814D-294D-E95AC422FDA2}"/>
          </ac:spMkLst>
        </pc:spChg>
        <pc:spChg chg="add mod">
          <ac:chgData name="Chris Hawblitzel" userId="a8c48eef2a52f1db" providerId="LiveId" clId="{3B76E6B8-BC45-4E45-91C6-F0F33EC631A4}" dt="2026-05-12T13:57:28.961" v="16658" actId="20577"/>
          <ac:spMkLst>
            <pc:docMk/>
            <pc:sldMk cId="1275560688" sldId="2147480121"/>
            <ac:spMk id="12" creationId="{C85B6B61-0438-0903-30ED-08F8C0010DA5}"/>
          </ac:spMkLst>
        </pc:spChg>
        <pc:spChg chg="add mod">
          <ac:chgData name="Chris Hawblitzel" userId="a8c48eef2a52f1db" providerId="LiveId" clId="{3B76E6B8-BC45-4E45-91C6-F0F33EC631A4}" dt="2026-05-12T13:58:37.102" v="16683" actId="20577"/>
          <ac:spMkLst>
            <pc:docMk/>
            <pc:sldMk cId="1275560688" sldId="2147480121"/>
            <ac:spMk id="13" creationId="{25AEA255-D745-7F58-0038-F2E35DB58282}"/>
          </ac:spMkLst>
        </pc:spChg>
        <pc:spChg chg="add mod">
          <ac:chgData name="Chris Hawblitzel" userId="a8c48eef2a52f1db" providerId="LiveId" clId="{3B76E6B8-BC45-4E45-91C6-F0F33EC631A4}" dt="2026-05-12T14:22:31.853" v="17294" actId="1076"/>
          <ac:spMkLst>
            <pc:docMk/>
            <pc:sldMk cId="1275560688" sldId="2147480121"/>
            <ac:spMk id="23" creationId="{B1EC5AFF-EE88-6625-6D5D-FED8A75BDDF8}"/>
          </ac:spMkLst>
        </pc:spChg>
        <pc:spChg chg="add mod">
          <ac:chgData name="Chris Hawblitzel" userId="a8c48eef2a52f1db" providerId="LiveId" clId="{3B76E6B8-BC45-4E45-91C6-F0F33EC631A4}" dt="2026-05-12T14:22:39.570" v="17295" actId="1076"/>
          <ac:spMkLst>
            <pc:docMk/>
            <pc:sldMk cId="1275560688" sldId="2147480121"/>
            <ac:spMk id="24" creationId="{1143FE9E-8464-3662-5E37-944A315B9A04}"/>
          </ac:spMkLst>
        </pc:spChg>
        <pc:spChg chg="add mod">
          <ac:chgData name="Chris Hawblitzel" userId="a8c48eef2a52f1db" providerId="LiveId" clId="{3B76E6B8-BC45-4E45-91C6-F0F33EC631A4}" dt="2026-05-12T14:26:15.713" v="17511" actId="20577"/>
          <ac:spMkLst>
            <pc:docMk/>
            <pc:sldMk cId="1275560688" sldId="2147480121"/>
            <ac:spMk id="25" creationId="{69951D1F-79B3-3190-CE11-E103E573570D}"/>
          </ac:spMkLst>
        </pc:spChg>
        <pc:cxnChg chg="add mod">
          <ac:chgData name="Chris Hawblitzel" userId="a8c48eef2a52f1db" providerId="LiveId" clId="{3B76E6B8-BC45-4E45-91C6-F0F33EC631A4}" dt="2026-05-12T14:01:12.959" v="16717" actId="14100"/>
          <ac:cxnSpMkLst>
            <pc:docMk/>
            <pc:sldMk cId="1275560688" sldId="2147480121"/>
            <ac:cxnSpMk id="15" creationId="{279DBC53-5FE3-F2C2-D252-375EFE226C04}"/>
          </ac:cxnSpMkLst>
        </pc:cxnChg>
        <pc:cxnChg chg="add">
          <ac:chgData name="Chris Hawblitzel" userId="a8c48eef2a52f1db" providerId="LiveId" clId="{3B76E6B8-BC45-4E45-91C6-F0F33EC631A4}" dt="2026-05-12T14:00:52.676" v="16715" actId="11529"/>
          <ac:cxnSpMkLst>
            <pc:docMk/>
            <pc:sldMk cId="1275560688" sldId="2147480121"/>
            <ac:cxnSpMk id="17" creationId="{4F217D76-2BA8-3B08-FBB4-C038BB660050}"/>
          </ac:cxnSpMkLst>
        </pc:cxnChg>
        <pc:cxnChg chg="add">
          <ac:chgData name="Chris Hawblitzel" userId="a8c48eef2a52f1db" providerId="LiveId" clId="{3B76E6B8-BC45-4E45-91C6-F0F33EC631A4}" dt="2026-05-12T14:01:05.898" v="16716" actId="11529"/>
          <ac:cxnSpMkLst>
            <pc:docMk/>
            <pc:sldMk cId="1275560688" sldId="2147480121"/>
            <ac:cxnSpMk id="19" creationId="{6D4E046F-5FCC-2E7E-1122-46CF87E4755E}"/>
          </ac:cxnSpMkLst>
        </pc:cxnChg>
        <pc:cxnChg chg="add">
          <ac:chgData name="Chris Hawblitzel" userId="a8c48eef2a52f1db" providerId="LiveId" clId="{3B76E6B8-BC45-4E45-91C6-F0F33EC631A4}" dt="2026-05-12T14:01:22.848" v="16718" actId="11529"/>
          <ac:cxnSpMkLst>
            <pc:docMk/>
            <pc:sldMk cId="1275560688" sldId="2147480121"/>
            <ac:cxnSpMk id="22" creationId="{30D52E33-8E62-9988-34D7-04A584A82C5A}"/>
          </ac:cxnSpMkLst>
        </pc:cxnChg>
      </pc:sldChg>
      <pc:sldChg chg="addSp delSp modSp add mod">
        <pc:chgData name="Chris Hawblitzel" userId="a8c48eef2a52f1db" providerId="LiveId" clId="{3B76E6B8-BC45-4E45-91C6-F0F33EC631A4}" dt="2026-05-12T14:21:26.361" v="17293" actId="114"/>
        <pc:sldMkLst>
          <pc:docMk/>
          <pc:sldMk cId="552931665" sldId="2147480123"/>
        </pc:sldMkLst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11" creationId="{65FE5D28-EB20-DBD7-AAC2-34C4D85142D4}"/>
          </ac:spMkLst>
        </pc:spChg>
        <pc:spChg chg="mod">
          <ac:chgData name="Chris Hawblitzel" userId="a8c48eef2a52f1db" providerId="LiveId" clId="{3B76E6B8-BC45-4E45-91C6-F0F33EC631A4}" dt="2026-05-12T14:21:26.361" v="17293" actId="114"/>
          <ac:spMkLst>
            <pc:docMk/>
            <pc:sldMk cId="552931665" sldId="2147480123"/>
            <ac:spMk id="16" creationId="{BF559D17-441E-20B5-4DDB-5438D9B33194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17" creationId="{F8F75D85-2F5B-6847-EE0A-3F22A3C6E271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18" creationId="{D6ADD30B-C6F7-8C28-1D8C-FEC2AD1E2200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19" creationId="{8FA7772B-47D5-CA85-A718-C0C0E0F77B35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20" creationId="{DFD5FBEF-B4D5-ED06-3730-306DD459E9FB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21" creationId="{C8D2C583-3890-B2B0-9A6E-4561F56CC13A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29" creationId="{2A3B29AF-6D47-0C38-6269-4DDEC7F34EBA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31" creationId="{A1D7CC85-3608-6719-27A0-98F3786CE006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32" creationId="{F4B95883-697E-E99A-150A-9CC7D19983D7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33" creationId="{F90CF513-20D4-8C53-7E8C-FBB70479EA8C}"/>
          </ac:spMkLst>
        </pc:spChg>
      </pc:sldChg>
      <pc:sldChg chg="addSp delSp modSp add mod">
        <pc:chgData name="Chris Hawblitzel" userId="a8c48eef2a52f1db" providerId="LiveId" clId="{3B76E6B8-BC45-4E45-91C6-F0F33EC631A4}" dt="2026-05-12T14:21:23.466" v="17292" actId="114"/>
        <pc:sldMkLst>
          <pc:docMk/>
          <pc:sldMk cId="1291826190" sldId="2147480124"/>
        </pc:sldMkLst>
        <pc:spChg chg="add mod">
          <ac:chgData name="Chris Hawblitzel" userId="a8c48eef2a52f1db" providerId="LiveId" clId="{3B76E6B8-BC45-4E45-91C6-F0F33EC631A4}" dt="2026-05-12T14:18:07.819" v="17196" actId="1076"/>
          <ac:spMkLst>
            <pc:docMk/>
            <pc:sldMk cId="1291826190" sldId="2147480124"/>
            <ac:spMk id="3" creationId="{267A0BE5-05FF-6EE0-062F-D8F2F2795FBE}"/>
          </ac:spMkLst>
        </pc:spChg>
        <pc:spChg chg="add mod">
          <ac:chgData name="Chris Hawblitzel" userId="a8c48eef2a52f1db" providerId="LiveId" clId="{3B76E6B8-BC45-4E45-91C6-F0F33EC631A4}" dt="2026-05-12T14:19:12.066" v="17289" actId="20577"/>
          <ac:spMkLst>
            <pc:docMk/>
            <pc:sldMk cId="1291826190" sldId="2147480124"/>
            <ac:spMk id="4" creationId="{E6979067-2F5A-9273-841D-3CFA802CA0F9}"/>
          </ac:spMkLst>
        </pc:spChg>
        <pc:spChg chg="mod">
          <ac:chgData name="Chris Hawblitzel" userId="a8c48eef2a52f1db" providerId="LiveId" clId="{3B76E6B8-BC45-4E45-91C6-F0F33EC631A4}" dt="2026-05-12T14:21:23.466" v="17292" actId="114"/>
          <ac:spMkLst>
            <pc:docMk/>
            <pc:sldMk cId="1291826190" sldId="2147480124"/>
            <ac:spMk id="16" creationId="{BF559D17-441E-20B5-4DDB-5438D9B33194}"/>
          </ac:spMkLst>
        </pc:spChg>
      </pc:sldChg>
      <pc:sldChg chg="delSp modSp add mod modAnim">
        <pc:chgData name="Chris Hawblitzel" userId="a8c48eef2a52f1db" providerId="LiveId" clId="{3B76E6B8-BC45-4E45-91C6-F0F33EC631A4}" dt="2026-05-12T14:31:44.145" v="17627"/>
        <pc:sldMkLst>
          <pc:docMk/>
          <pc:sldMk cId="1720143762" sldId="2147480125"/>
        </pc:sldMkLst>
        <pc:spChg chg="mod">
          <ac:chgData name="Chris Hawblitzel" userId="a8c48eef2a52f1db" providerId="LiveId" clId="{3B76E6B8-BC45-4E45-91C6-F0F33EC631A4}" dt="2026-05-12T14:30:29.519" v="17625" actId="20577"/>
          <ac:spMkLst>
            <pc:docMk/>
            <pc:sldMk cId="1720143762" sldId="2147480125"/>
            <ac:spMk id="2" creationId="{A846C91B-92D2-5A40-84C6-A0681346DC1A}"/>
          </ac:spMkLst>
        </pc:spChg>
        <pc:spChg chg="mod">
          <ac:chgData name="Chris Hawblitzel" userId="a8c48eef2a52f1db" providerId="LiveId" clId="{3B76E6B8-BC45-4E45-91C6-F0F33EC631A4}" dt="2026-05-12T14:28:34.432" v="17563" actId="1076"/>
          <ac:spMkLst>
            <pc:docMk/>
            <pc:sldMk cId="1720143762" sldId="2147480125"/>
            <ac:spMk id="4" creationId="{BF502D31-7F03-2CA7-29D1-3D1677A8F77E}"/>
          </ac:spMkLst>
        </pc:spChg>
        <pc:spChg chg="mod">
          <ac:chgData name="Chris Hawblitzel" userId="a8c48eef2a52f1db" providerId="LiveId" clId="{3B76E6B8-BC45-4E45-91C6-F0F33EC631A4}" dt="2026-05-12T14:28:34.432" v="17563" actId="1076"/>
          <ac:spMkLst>
            <pc:docMk/>
            <pc:sldMk cId="1720143762" sldId="2147480125"/>
            <ac:spMk id="5" creationId="{8DCAC1A3-25ED-F250-5F3F-6263C88FBBAA}"/>
          </ac:spMkLst>
        </pc:spChg>
        <pc:spChg chg="mod">
          <ac:chgData name="Chris Hawblitzel" userId="a8c48eef2a52f1db" providerId="LiveId" clId="{3B76E6B8-BC45-4E45-91C6-F0F33EC631A4}" dt="2026-05-12T14:28:48.275" v="17577" actId="1076"/>
          <ac:spMkLst>
            <pc:docMk/>
            <pc:sldMk cId="1720143762" sldId="2147480125"/>
            <ac:spMk id="6" creationId="{D4DB60F6-2B86-6898-74CF-41DE9B1B529C}"/>
          </ac:spMkLst>
        </pc:spChg>
        <pc:spChg chg="mod">
          <ac:chgData name="Chris Hawblitzel" userId="a8c48eef2a52f1db" providerId="LiveId" clId="{3B76E6B8-BC45-4E45-91C6-F0F33EC631A4}" dt="2026-05-12T14:28:34.432" v="17563" actId="1076"/>
          <ac:spMkLst>
            <pc:docMk/>
            <pc:sldMk cId="1720143762" sldId="2147480125"/>
            <ac:spMk id="7" creationId="{321A9C03-43BC-C9A1-D9BF-9C4A8F8AD573}"/>
          </ac:spMkLst>
        </pc:spChg>
        <pc:spChg chg="mod">
          <ac:chgData name="Chris Hawblitzel" userId="a8c48eef2a52f1db" providerId="LiveId" clId="{3B76E6B8-BC45-4E45-91C6-F0F33EC631A4}" dt="2026-05-12T14:28:34.432" v="17563" actId="1076"/>
          <ac:spMkLst>
            <pc:docMk/>
            <pc:sldMk cId="1720143762" sldId="2147480125"/>
            <ac:spMk id="8" creationId="{B90AE8D4-EA27-65AF-9076-DBFD34EC8828}"/>
          </ac:spMkLst>
        </pc:spChg>
        <pc:spChg chg="mod">
          <ac:chgData name="Chris Hawblitzel" userId="a8c48eef2a52f1db" providerId="LiveId" clId="{3B76E6B8-BC45-4E45-91C6-F0F33EC631A4}" dt="2026-05-12T14:28:38.611" v="17564" actId="1076"/>
          <ac:spMkLst>
            <pc:docMk/>
            <pc:sldMk cId="1720143762" sldId="2147480125"/>
            <ac:spMk id="9" creationId="{DAA3BCFC-AF29-FF57-C770-8B382B310685}"/>
          </ac:spMkLst>
        </pc:spChg>
        <pc:spChg chg="mod">
          <ac:chgData name="Chris Hawblitzel" userId="a8c48eef2a52f1db" providerId="LiveId" clId="{3B76E6B8-BC45-4E45-91C6-F0F33EC631A4}" dt="2026-05-12T14:28:34.432" v="17563" actId="1076"/>
          <ac:spMkLst>
            <pc:docMk/>
            <pc:sldMk cId="1720143762" sldId="2147480125"/>
            <ac:spMk id="11" creationId="{9FF69989-849D-7FDF-9952-5E5C06FD55E3}"/>
          </ac:spMkLst>
        </pc:spChg>
        <pc:spChg chg="mod">
          <ac:chgData name="Chris Hawblitzel" userId="a8c48eef2a52f1db" providerId="LiveId" clId="{3B76E6B8-BC45-4E45-91C6-F0F33EC631A4}" dt="2026-05-12T14:28:34.432" v="17563" actId="1076"/>
          <ac:spMkLst>
            <pc:docMk/>
            <pc:sldMk cId="1720143762" sldId="2147480125"/>
            <ac:spMk id="12" creationId="{B0961818-50ED-DE8A-7297-5902CC31054B}"/>
          </ac:spMkLst>
        </pc:spChg>
      </pc:sldChg>
      <pc:sldChg chg="addSp delSp modSp add mod delAnim">
        <pc:chgData name="Chris Hawblitzel" userId="a8c48eef2a52f1db" providerId="LiveId" clId="{3B76E6B8-BC45-4E45-91C6-F0F33EC631A4}" dt="2026-05-12T14:32:34.458" v="17642" actId="113"/>
        <pc:sldMkLst>
          <pc:docMk/>
          <pc:sldMk cId="3687824135" sldId="2147480127"/>
        </pc:sldMkLst>
        <pc:spChg chg="add mod">
          <ac:chgData name="Chris Hawblitzel" userId="a8c48eef2a52f1db" providerId="LiveId" clId="{3B76E6B8-BC45-4E45-91C6-F0F33EC631A4}" dt="2026-05-12T14:32:34.458" v="17642" actId="113"/>
          <ac:spMkLst>
            <pc:docMk/>
            <pc:sldMk cId="3687824135" sldId="2147480127"/>
            <ac:spMk id="3" creationId="{70C49275-63A7-7821-5B0E-68FBCDC548BE}"/>
          </ac:spMkLst>
        </pc:spChg>
        <pc:spChg chg="mod">
          <ac:chgData name="Chris Hawblitzel" userId="a8c48eef2a52f1db" providerId="LiveId" clId="{3B76E6B8-BC45-4E45-91C6-F0F33EC631A4}" dt="2026-05-12T14:32:17.776" v="17632" actId="20577"/>
          <ac:spMkLst>
            <pc:docMk/>
            <pc:sldMk cId="3687824135" sldId="2147480127"/>
            <ac:spMk id="12" creationId="{41AC9617-4122-BA26-AF6D-32347D6B73B5}"/>
          </ac:spMkLst>
        </pc:spChg>
      </pc:sldChg>
      <pc:sldChg chg="modSp add mod">
        <pc:chgData name="Chris Hawblitzel" userId="a8c48eef2a52f1db" providerId="LiveId" clId="{3B76E6B8-BC45-4E45-91C6-F0F33EC631A4}" dt="2026-05-12T14:33:04.298" v="17659" actId="20577"/>
        <pc:sldMkLst>
          <pc:docMk/>
          <pc:sldMk cId="3665122483" sldId="2147480128"/>
        </pc:sldMkLst>
        <pc:spChg chg="mod">
          <ac:chgData name="Chris Hawblitzel" userId="a8c48eef2a52f1db" providerId="LiveId" clId="{3B76E6B8-BC45-4E45-91C6-F0F33EC631A4}" dt="2026-05-12T14:33:00.894" v="17658" actId="20577"/>
          <ac:spMkLst>
            <pc:docMk/>
            <pc:sldMk cId="3665122483" sldId="2147480128"/>
            <ac:spMk id="3" creationId="{67CA39F1-CD1D-D6F6-E14C-DC7EE87D361D}"/>
          </ac:spMkLst>
        </pc:spChg>
        <pc:spChg chg="mod">
          <ac:chgData name="Chris Hawblitzel" userId="a8c48eef2a52f1db" providerId="LiveId" clId="{3B76E6B8-BC45-4E45-91C6-F0F33EC631A4}" dt="2026-05-12T14:33:04.298" v="17659" actId="20577"/>
          <ac:spMkLst>
            <pc:docMk/>
            <pc:sldMk cId="3665122483" sldId="2147480128"/>
            <ac:spMk id="12" creationId="{E630ED52-CF0E-90E9-6C80-8A88C6467CF0}"/>
          </ac:spMkLst>
        </pc:spChg>
      </pc:sldChg>
      <pc:sldChg chg="addSp modSp add mod modAnim">
        <pc:chgData name="Chris Hawblitzel" userId="a8c48eef2a52f1db" providerId="LiveId" clId="{3B76E6B8-BC45-4E45-91C6-F0F33EC631A4}" dt="2026-05-12T14:34:23.889" v="17670" actId="20577"/>
        <pc:sldMkLst>
          <pc:docMk/>
          <pc:sldMk cId="2827383064" sldId="2147480129"/>
        </pc:sldMkLst>
        <pc:spChg chg="add mod">
          <ac:chgData name="Chris Hawblitzel" userId="a8c48eef2a52f1db" providerId="LiveId" clId="{3B76E6B8-BC45-4E45-91C6-F0F33EC631A4}" dt="2026-05-12T14:34:23.889" v="17670" actId="20577"/>
          <ac:spMkLst>
            <pc:docMk/>
            <pc:sldMk cId="2827383064" sldId="2147480129"/>
            <ac:spMk id="3" creationId="{16C664FE-5B00-13BA-BCBE-E80EDC534D6A}"/>
          </ac:spMkLst>
        </pc:spChg>
        <pc:spChg chg="mod">
          <ac:chgData name="Chris Hawblitzel" userId="a8c48eef2a52f1db" providerId="LiveId" clId="{3B76E6B8-BC45-4E45-91C6-F0F33EC631A4}" dt="2026-05-12T14:34:10.890" v="17664" actId="20577"/>
          <ac:spMkLst>
            <pc:docMk/>
            <pc:sldMk cId="2827383064" sldId="2147480129"/>
            <ac:spMk id="9" creationId="{F1F49A9D-E85B-07CA-87D8-604E465E9FBE}"/>
          </ac:spMkLst>
        </pc:spChg>
        <pc:spChg chg="mod">
          <ac:chgData name="Chris Hawblitzel" userId="a8c48eef2a52f1db" providerId="LiveId" clId="{3B76E6B8-BC45-4E45-91C6-F0F33EC631A4}" dt="2026-05-12T14:34:08.919" v="17663" actId="20577"/>
          <ac:spMkLst>
            <pc:docMk/>
            <pc:sldMk cId="2827383064" sldId="2147480129"/>
            <ac:spMk id="12" creationId="{6076C214-4DF3-F42A-DD74-8AB09D637FE9}"/>
          </ac:spMkLst>
        </pc:spChg>
      </pc:sldChg>
      <pc:sldChg chg="addSp modSp add mod modAnim">
        <pc:chgData name="Chris Hawblitzel" userId="a8c48eef2a52f1db" providerId="LiveId" clId="{3B76E6B8-BC45-4E45-91C6-F0F33EC631A4}" dt="2026-05-12T14:39:57.706" v="17759" actId="20577"/>
        <pc:sldMkLst>
          <pc:docMk/>
          <pc:sldMk cId="3656489614" sldId="2147480130"/>
        </pc:sldMkLst>
        <pc:spChg chg="mod">
          <ac:chgData name="Chris Hawblitzel" userId="a8c48eef2a52f1db" providerId="LiveId" clId="{3B76E6B8-BC45-4E45-91C6-F0F33EC631A4}" dt="2026-05-12T14:36:39.537" v="17709" actId="20577"/>
          <ac:spMkLst>
            <pc:docMk/>
            <pc:sldMk cId="3656489614" sldId="2147480130"/>
            <ac:spMk id="2" creationId="{1BD25BBF-4A05-8253-B781-E810372B2D32}"/>
          </ac:spMkLst>
        </pc:spChg>
        <pc:spChg chg="add mod">
          <ac:chgData name="Chris Hawblitzel" userId="a8c48eef2a52f1db" providerId="LiveId" clId="{3B76E6B8-BC45-4E45-91C6-F0F33EC631A4}" dt="2026-05-12T14:37:45.099" v="17711" actId="1076"/>
          <ac:spMkLst>
            <pc:docMk/>
            <pc:sldMk cId="3656489614" sldId="2147480130"/>
            <ac:spMk id="3" creationId="{B79EA5AB-075D-374A-E0FC-FAA7AD710EA5}"/>
          </ac:spMkLst>
        </pc:spChg>
        <pc:spChg chg="mod">
          <ac:chgData name="Chris Hawblitzel" userId="a8c48eef2a52f1db" providerId="LiveId" clId="{3B76E6B8-BC45-4E45-91C6-F0F33EC631A4}" dt="2026-05-12T14:39:55.601" v="17758" actId="20577"/>
          <ac:spMkLst>
            <pc:docMk/>
            <pc:sldMk cId="3656489614" sldId="2147480130"/>
            <ac:spMk id="6" creationId="{00B6B745-9F39-0C37-7138-CEA9DAED1924}"/>
          </ac:spMkLst>
        </pc:spChg>
        <pc:spChg chg="mod">
          <ac:chgData name="Chris Hawblitzel" userId="a8c48eef2a52f1db" providerId="LiveId" clId="{3B76E6B8-BC45-4E45-91C6-F0F33EC631A4}" dt="2026-05-12T14:39:57.706" v="17759" actId="20577"/>
          <ac:spMkLst>
            <pc:docMk/>
            <pc:sldMk cId="3656489614" sldId="2147480130"/>
            <ac:spMk id="9" creationId="{267C907D-28F7-113C-7E14-F58037DA1313}"/>
          </ac:spMkLst>
        </pc:spChg>
        <pc:spChg chg="add mod">
          <ac:chgData name="Chris Hawblitzel" userId="a8c48eef2a52f1db" providerId="LiveId" clId="{3B76E6B8-BC45-4E45-91C6-F0F33EC631A4}" dt="2026-05-12T14:37:51.148" v="17725" actId="20577"/>
          <ac:spMkLst>
            <pc:docMk/>
            <pc:sldMk cId="3656489614" sldId="2147480130"/>
            <ac:spMk id="10" creationId="{56537A09-95E9-2E9E-3FDA-ECCD42921213}"/>
          </ac:spMkLst>
        </pc:spChg>
        <pc:spChg chg="mod">
          <ac:chgData name="Chris Hawblitzel" userId="a8c48eef2a52f1db" providerId="LiveId" clId="{3B76E6B8-BC45-4E45-91C6-F0F33EC631A4}" dt="2026-05-12T14:39:38.588" v="17757" actId="20577"/>
          <ac:spMkLst>
            <pc:docMk/>
            <pc:sldMk cId="3656489614" sldId="2147480130"/>
            <ac:spMk id="12" creationId="{BADF7F2B-5717-3CC7-37C1-5478E6B06E1D}"/>
          </ac:spMkLst>
        </pc:spChg>
      </pc:sldChg>
      <pc:sldChg chg="addSp delSp modSp add mod modAnim">
        <pc:chgData name="Chris Hawblitzel" userId="a8c48eef2a52f1db" providerId="LiveId" clId="{3B76E6B8-BC45-4E45-91C6-F0F33EC631A4}" dt="2026-05-12T14:50:28.074" v="17896" actId="113"/>
        <pc:sldMkLst>
          <pc:docMk/>
          <pc:sldMk cId="1967681561" sldId="2147480131"/>
        </pc:sldMkLst>
        <pc:spChg chg="mod">
          <ac:chgData name="Chris Hawblitzel" userId="a8c48eef2a52f1db" providerId="LiveId" clId="{3B76E6B8-BC45-4E45-91C6-F0F33EC631A4}" dt="2026-05-12T14:42:57.161" v="17787" actId="113"/>
          <ac:spMkLst>
            <pc:docMk/>
            <pc:sldMk cId="1967681561" sldId="2147480131"/>
            <ac:spMk id="6" creationId="{89658069-C16B-C43B-F0AD-72ECBE521BFF}"/>
          </ac:spMkLst>
        </pc:spChg>
        <pc:spChg chg="mod">
          <ac:chgData name="Chris Hawblitzel" userId="a8c48eef2a52f1db" providerId="LiveId" clId="{3B76E6B8-BC45-4E45-91C6-F0F33EC631A4}" dt="2026-05-12T14:42:58.869" v="17788" actId="113"/>
          <ac:spMkLst>
            <pc:docMk/>
            <pc:sldMk cId="1967681561" sldId="2147480131"/>
            <ac:spMk id="9" creationId="{E5C23A00-46FA-21B6-F6A3-7D43063A3509}"/>
          </ac:spMkLst>
        </pc:spChg>
        <pc:spChg chg="mod">
          <ac:chgData name="Chris Hawblitzel" userId="a8c48eef2a52f1db" providerId="LiveId" clId="{3B76E6B8-BC45-4E45-91C6-F0F33EC631A4}" dt="2026-05-12T14:42:55.604" v="17786" actId="113"/>
          <ac:spMkLst>
            <pc:docMk/>
            <pc:sldMk cId="1967681561" sldId="2147480131"/>
            <ac:spMk id="12" creationId="{71A37CF5-24ED-BB0E-46E6-D16BBF826F21}"/>
          </ac:spMkLst>
        </pc:spChg>
        <pc:spChg chg="add mod">
          <ac:chgData name="Chris Hawblitzel" userId="a8c48eef2a52f1db" providerId="LiveId" clId="{3B76E6B8-BC45-4E45-91C6-F0F33EC631A4}" dt="2026-05-12T14:43:26.188" v="17796" actId="20577"/>
          <ac:spMkLst>
            <pc:docMk/>
            <pc:sldMk cId="1967681561" sldId="2147480131"/>
            <ac:spMk id="17" creationId="{9A9459D2-5CCD-BA6D-2D2D-19EF8963B78D}"/>
          </ac:spMkLst>
        </pc:spChg>
        <pc:spChg chg="add mod">
          <ac:chgData name="Chris Hawblitzel" userId="a8c48eef2a52f1db" providerId="LiveId" clId="{3B76E6B8-BC45-4E45-91C6-F0F33EC631A4}" dt="2026-05-12T14:43:31.920" v="17797" actId="571"/>
          <ac:spMkLst>
            <pc:docMk/>
            <pc:sldMk cId="1967681561" sldId="2147480131"/>
            <ac:spMk id="18" creationId="{5557F393-0FF2-342A-B179-6D1CA644EA67}"/>
          </ac:spMkLst>
        </pc:spChg>
        <pc:spChg chg="add mod">
          <ac:chgData name="Chris Hawblitzel" userId="a8c48eef2a52f1db" providerId="LiveId" clId="{3B76E6B8-BC45-4E45-91C6-F0F33EC631A4}" dt="2026-05-12T14:50:28.074" v="17896" actId="113"/>
          <ac:spMkLst>
            <pc:docMk/>
            <pc:sldMk cId="1967681561" sldId="2147480131"/>
            <ac:spMk id="19" creationId="{4F50E595-4B7D-81F4-E447-E74AE89D6C76}"/>
          </ac:spMkLst>
        </pc:spChg>
        <pc:spChg chg="add mod">
          <ac:chgData name="Chris Hawblitzel" userId="a8c48eef2a52f1db" providerId="LiveId" clId="{3B76E6B8-BC45-4E45-91C6-F0F33EC631A4}" dt="2026-05-12T14:48:52.558" v="17886" actId="20577"/>
          <ac:spMkLst>
            <pc:docMk/>
            <pc:sldMk cId="1967681561" sldId="2147480131"/>
            <ac:spMk id="20" creationId="{7433CE08-35DE-F199-20BE-BEB348E4D47A}"/>
          </ac:spMkLst>
        </pc:spChg>
        <pc:cxnChg chg="add">
          <ac:chgData name="Chris Hawblitzel" userId="a8c48eef2a52f1db" providerId="LiveId" clId="{3B76E6B8-BC45-4E45-91C6-F0F33EC631A4}" dt="2026-05-12T14:43:12.619" v="17789" actId="11529"/>
          <ac:cxnSpMkLst>
            <pc:docMk/>
            <pc:sldMk cId="1967681561" sldId="2147480131"/>
            <ac:cxnSpMk id="14" creationId="{311FFA4C-C949-705A-6385-83ABE439F7B2}"/>
          </ac:cxnSpMkLst>
        </pc:cxnChg>
        <pc:cxnChg chg="add">
          <ac:chgData name="Chris Hawblitzel" userId="a8c48eef2a52f1db" providerId="LiveId" clId="{3B76E6B8-BC45-4E45-91C6-F0F33EC631A4}" dt="2026-05-12T14:43:21.042" v="17790" actId="11529"/>
          <ac:cxnSpMkLst>
            <pc:docMk/>
            <pc:sldMk cId="1967681561" sldId="2147480131"/>
            <ac:cxnSpMk id="16" creationId="{C1E6497A-DD95-0756-D5A8-0F6C195E6B75}"/>
          </ac:cxnSpMkLst>
        </pc:cxnChg>
      </pc:sldChg>
      <pc:sldChg chg="addSp delSp modSp add mod">
        <pc:chgData name="Chris Hawblitzel" userId="a8c48eef2a52f1db" providerId="LiveId" clId="{3B76E6B8-BC45-4E45-91C6-F0F33EC631A4}" dt="2026-05-12T15:12:14.964" v="18177" actId="6549"/>
        <pc:sldMkLst>
          <pc:docMk/>
          <pc:sldMk cId="3664310486" sldId="2147480132"/>
        </pc:sldMkLst>
        <pc:spChg chg="add mod">
          <ac:chgData name="Chris Hawblitzel" userId="a8c48eef2a52f1db" providerId="LiveId" clId="{3B76E6B8-BC45-4E45-91C6-F0F33EC631A4}" dt="2026-05-12T15:12:14.964" v="18177" actId="6549"/>
          <ac:spMkLst>
            <pc:docMk/>
            <pc:sldMk cId="3664310486" sldId="2147480132"/>
            <ac:spMk id="14" creationId="{1F4E4AEC-5E76-A073-067F-FD284C2DD0D1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16" creationId="{14EFBF4D-A89D-22ED-4FA5-122B85C7EEDA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18" creationId="{04785CD7-E8B1-6CB3-BA46-0435B240ACC0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20" creationId="{6E0765D2-9F08-8964-4FC6-A06F8088B775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21" creationId="{CD9A80E9-8888-EE9F-242C-2674D4A7A626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26" creationId="{D135FC9E-BEFA-7C62-3CC3-6E83EC7F4D3D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27" creationId="{2D365619-4CCB-734E-6844-EFCE5740BC11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28" creationId="{B7DD9A75-B09F-4663-30D0-C5E01E219A92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29" creationId="{D097FA47-3F09-81DD-DAAB-A64FB118A6F2}"/>
          </ac:spMkLst>
        </pc:spChg>
      </pc:sldChg>
      <pc:sldChg chg="delSp modSp add mod">
        <pc:chgData name="Chris Hawblitzel" userId="a8c48eef2a52f1db" providerId="LiveId" clId="{3B76E6B8-BC45-4E45-91C6-F0F33EC631A4}" dt="2026-05-12T15:12:09.639" v="18175" actId="6549"/>
        <pc:sldMkLst>
          <pc:docMk/>
          <pc:sldMk cId="3211449667" sldId="2147480133"/>
        </pc:sldMkLst>
        <pc:spChg chg="mod">
          <ac:chgData name="Chris Hawblitzel" userId="a8c48eef2a52f1db" providerId="LiveId" clId="{3B76E6B8-BC45-4E45-91C6-F0F33EC631A4}" dt="2026-05-12T15:12:09.639" v="18175" actId="6549"/>
          <ac:spMkLst>
            <pc:docMk/>
            <pc:sldMk cId="3211449667" sldId="2147480133"/>
            <ac:spMk id="14" creationId="{82AE743E-DF0E-6E44-D65C-0A6C0BB668A5}"/>
          </ac:spMkLst>
        </pc:spChg>
      </pc:sldChg>
      <pc:sldChg chg="addSp modSp add mod modAnim">
        <pc:chgData name="Chris Hawblitzel" userId="a8c48eef2a52f1db" providerId="LiveId" clId="{3B76E6B8-BC45-4E45-91C6-F0F33EC631A4}" dt="2026-05-12T15:14:01.281" v="18250" actId="20577"/>
        <pc:sldMkLst>
          <pc:docMk/>
          <pc:sldMk cId="4053785083" sldId="2147480134"/>
        </pc:sldMkLst>
        <pc:spChg chg="add mod">
          <ac:chgData name="Chris Hawblitzel" userId="a8c48eef2a52f1db" providerId="LiveId" clId="{3B76E6B8-BC45-4E45-91C6-F0F33EC631A4}" dt="2026-05-12T15:14:01.281" v="18250" actId="20577"/>
          <ac:spMkLst>
            <pc:docMk/>
            <pc:sldMk cId="4053785083" sldId="2147480134"/>
            <ac:spMk id="3" creationId="{C216CDFD-D74A-C9DE-C6FB-B60CEABDAD64}"/>
          </ac:spMkLst>
        </pc:spChg>
        <pc:spChg chg="mod">
          <ac:chgData name="Chris Hawblitzel" userId="a8c48eef2a52f1db" providerId="LiveId" clId="{3B76E6B8-BC45-4E45-91C6-F0F33EC631A4}" dt="2026-05-12T15:06:55.513" v="18132" actId="1076"/>
          <ac:spMkLst>
            <pc:docMk/>
            <pc:sldMk cId="4053785083" sldId="2147480134"/>
            <ac:spMk id="9" creationId="{F0B24552-792F-2F81-EF5B-129E5DBC502A}"/>
          </ac:spMkLst>
        </pc:spChg>
        <pc:spChg chg="add mod">
          <ac:chgData name="Chris Hawblitzel" userId="a8c48eef2a52f1db" providerId="LiveId" clId="{3B76E6B8-BC45-4E45-91C6-F0F33EC631A4}" dt="2026-05-12T15:13:53.235" v="18248" actId="1076"/>
          <ac:spMkLst>
            <pc:docMk/>
            <pc:sldMk cId="4053785083" sldId="2147480134"/>
            <ac:spMk id="10" creationId="{602A81DC-9C70-4366-F5D1-BCF240F607FC}"/>
          </ac:spMkLst>
        </pc:spChg>
        <pc:spChg chg="mod">
          <ac:chgData name="Chris Hawblitzel" userId="a8c48eef2a52f1db" providerId="LiveId" clId="{3B76E6B8-BC45-4E45-91C6-F0F33EC631A4}" dt="2026-05-12T15:06:44.224" v="18131" actId="20577"/>
          <ac:spMkLst>
            <pc:docMk/>
            <pc:sldMk cId="4053785083" sldId="2147480134"/>
            <ac:spMk id="12" creationId="{F5BA2C7F-D24C-A020-2375-682C391B718A}"/>
          </ac:spMkLst>
        </pc:spChg>
      </pc:sldChg>
      <pc:sldChg chg="modSp add mod">
        <pc:chgData name="Chris Hawblitzel" userId="a8c48eef2a52f1db" providerId="LiveId" clId="{3B76E6B8-BC45-4E45-91C6-F0F33EC631A4}" dt="2026-05-12T15:17:12.911" v="18252" actId="113"/>
        <pc:sldMkLst>
          <pc:docMk/>
          <pc:sldMk cId="398723524" sldId="2147480135"/>
        </pc:sldMkLst>
        <pc:spChg chg="mod">
          <ac:chgData name="Chris Hawblitzel" userId="a8c48eef2a52f1db" providerId="LiveId" clId="{3B76E6B8-BC45-4E45-91C6-F0F33EC631A4}" dt="2026-05-12T15:17:12.911" v="18252" actId="113"/>
          <ac:spMkLst>
            <pc:docMk/>
            <pc:sldMk cId="398723524" sldId="2147480135"/>
            <ac:spMk id="6" creationId="{2715112E-963F-1A36-D8B9-4B437EF7A3A3}"/>
          </ac:spMkLst>
        </pc:spChg>
      </pc:sldChg>
      <pc:sldChg chg="modSp add mod">
        <pc:chgData name="Chris Hawblitzel" userId="a8c48eef2a52f1db" providerId="LiveId" clId="{3B76E6B8-BC45-4E45-91C6-F0F33EC631A4}" dt="2026-05-12T15:17:30.785" v="18254" actId="113"/>
        <pc:sldMkLst>
          <pc:docMk/>
          <pc:sldMk cId="3360182756" sldId="2147480136"/>
        </pc:sldMkLst>
        <pc:spChg chg="mod">
          <ac:chgData name="Chris Hawblitzel" userId="a8c48eef2a52f1db" providerId="LiveId" clId="{3B76E6B8-BC45-4E45-91C6-F0F33EC631A4}" dt="2026-05-12T15:17:30.785" v="18254" actId="113"/>
          <ac:spMkLst>
            <pc:docMk/>
            <pc:sldMk cId="3360182756" sldId="2147480136"/>
            <ac:spMk id="6" creationId="{3A727E2F-98AA-9037-C588-AFC6C9F162DB}"/>
          </ac:spMkLst>
        </pc:spChg>
      </pc:sldChg>
      <pc:sldChg chg="modSp new mod">
        <pc:chgData name="Chris Hawblitzel" userId="a8c48eef2a52f1db" providerId="LiveId" clId="{3B76E6B8-BC45-4E45-91C6-F0F33EC631A4}" dt="2026-05-12T15:25:04.371" v="18298" actId="20577"/>
        <pc:sldMkLst>
          <pc:docMk/>
          <pc:sldMk cId="1612976869" sldId="2147480137"/>
        </pc:sldMkLst>
        <pc:spChg chg="mod">
          <ac:chgData name="Chris Hawblitzel" userId="a8c48eef2a52f1db" providerId="LiveId" clId="{3B76E6B8-BC45-4E45-91C6-F0F33EC631A4}" dt="2026-05-12T15:25:04.371" v="18298" actId="20577"/>
          <ac:spMkLst>
            <pc:docMk/>
            <pc:sldMk cId="1612976869" sldId="2147480137"/>
            <ac:spMk id="2" creationId="{01DE7320-56BD-91EC-92F7-9ABDE0E1443E}"/>
          </ac:spMkLst>
        </pc:spChg>
      </pc:sldChg>
      <pc:sldChg chg="modSp add mod">
        <pc:chgData name="Chris Hawblitzel" userId="a8c48eef2a52f1db" providerId="LiveId" clId="{3B76E6B8-BC45-4E45-91C6-F0F33EC631A4}" dt="2026-05-12T15:25:21.468" v="18310" actId="20577"/>
        <pc:sldMkLst>
          <pc:docMk/>
          <pc:sldMk cId="1518111093" sldId="2147480138"/>
        </pc:sldMkLst>
        <pc:spChg chg="mod">
          <ac:chgData name="Chris Hawblitzel" userId="a8c48eef2a52f1db" providerId="LiveId" clId="{3B76E6B8-BC45-4E45-91C6-F0F33EC631A4}" dt="2026-05-12T15:25:21.468" v="18310" actId="20577"/>
          <ac:spMkLst>
            <pc:docMk/>
            <pc:sldMk cId="1518111093" sldId="2147480138"/>
            <ac:spMk id="2" creationId="{39783382-5F11-CD7F-5E14-170FF15CB912}"/>
          </ac:spMkLst>
        </pc:spChg>
      </pc:sldChg>
      <pc:sldChg chg="modSp add mod">
        <pc:chgData name="Chris Hawblitzel" userId="a8c48eef2a52f1db" providerId="LiveId" clId="{3B76E6B8-BC45-4E45-91C6-F0F33EC631A4}" dt="2026-05-12T15:26:03.252" v="18349" actId="20577"/>
        <pc:sldMkLst>
          <pc:docMk/>
          <pc:sldMk cId="3306200385" sldId="2147480139"/>
        </pc:sldMkLst>
        <pc:spChg chg="mod">
          <ac:chgData name="Chris Hawblitzel" userId="a8c48eef2a52f1db" providerId="LiveId" clId="{3B76E6B8-BC45-4E45-91C6-F0F33EC631A4}" dt="2026-05-12T15:26:03.252" v="18349" actId="20577"/>
          <ac:spMkLst>
            <pc:docMk/>
            <pc:sldMk cId="3306200385" sldId="2147480139"/>
            <ac:spMk id="2" creationId="{91A449BB-9302-0EFB-DE64-01EEF3C54D13}"/>
          </ac:spMkLst>
        </pc:spChg>
      </pc:sldChg>
      <pc:sldChg chg="modSp add mod">
        <pc:chgData name="Chris Hawblitzel" userId="a8c48eef2a52f1db" providerId="LiveId" clId="{3B76E6B8-BC45-4E45-91C6-F0F33EC631A4}" dt="2026-05-12T15:26:27.899" v="18364" actId="20577"/>
        <pc:sldMkLst>
          <pc:docMk/>
          <pc:sldMk cId="2571801745" sldId="2147480140"/>
        </pc:sldMkLst>
        <pc:spChg chg="mod">
          <ac:chgData name="Chris Hawblitzel" userId="a8c48eef2a52f1db" providerId="LiveId" clId="{3B76E6B8-BC45-4E45-91C6-F0F33EC631A4}" dt="2026-05-12T15:26:27.899" v="18364" actId="20577"/>
          <ac:spMkLst>
            <pc:docMk/>
            <pc:sldMk cId="2571801745" sldId="2147480140"/>
            <ac:spMk id="2" creationId="{501F0E00-1E14-3797-4C94-97CF750EE986}"/>
          </ac:spMkLst>
        </pc:spChg>
      </pc:sldChg>
      <pc:sldChg chg="modSp add mod">
        <pc:chgData name="Chris Hawblitzel" userId="a8c48eef2a52f1db" providerId="LiveId" clId="{3B76E6B8-BC45-4E45-91C6-F0F33EC631A4}" dt="2026-05-12T15:27:26.679" v="18396" actId="20577"/>
        <pc:sldMkLst>
          <pc:docMk/>
          <pc:sldMk cId="716807172" sldId="2147480141"/>
        </pc:sldMkLst>
        <pc:spChg chg="mod">
          <ac:chgData name="Chris Hawblitzel" userId="a8c48eef2a52f1db" providerId="LiveId" clId="{3B76E6B8-BC45-4E45-91C6-F0F33EC631A4}" dt="2026-05-12T15:27:26.679" v="18396" actId="20577"/>
          <ac:spMkLst>
            <pc:docMk/>
            <pc:sldMk cId="716807172" sldId="2147480141"/>
            <ac:spMk id="2" creationId="{CA71205B-48A0-FC1D-7A15-D84630F40F33}"/>
          </ac:spMkLst>
        </pc:spChg>
      </pc:sldChg>
      <pc:sldChg chg="modSp add mod ord">
        <pc:chgData name="Chris Hawblitzel" userId="a8c48eef2a52f1db" providerId="LiveId" clId="{3B76E6B8-BC45-4E45-91C6-F0F33EC631A4}" dt="2026-05-12T15:28:56.029" v="18452" actId="20577"/>
        <pc:sldMkLst>
          <pc:docMk/>
          <pc:sldMk cId="75218096" sldId="2147480142"/>
        </pc:sldMkLst>
        <pc:spChg chg="mod">
          <ac:chgData name="Chris Hawblitzel" userId="a8c48eef2a52f1db" providerId="LiveId" clId="{3B76E6B8-BC45-4E45-91C6-F0F33EC631A4}" dt="2026-05-12T15:28:56.029" v="18452" actId="20577"/>
          <ac:spMkLst>
            <pc:docMk/>
            <pc:sldMk cId="75218096" sldId="2147480142"/>
            <ac:spMk id="2" creationId="{4670A725-99C3-AE5F-4F04-7191558DB7CA}"/>
          </ac:spMkLst>
        </pc:spChg>
      </pc:sldChg>
      <pc:sldChg chg="modSp add mod ord">
        <pc:chgData name="Chris Hawblitzel" userId="a8c48eef2a52f1db" providerId="LiveId" clId="{3B76E6B8-BC45-4E45-91C6-F0F33EC631A4}" dt="2026-05-20T21:30:55.080" v="18925"/>
        <pc:sldMkLst>
          <pc:docMk/>
          <pc:sldMk cId="2931383245" sldId="2147480143"/>
        </pc:sldMkLst>
        <pc:spChg chg="mod">
          <ac:chgData name="Chris Hawblitzel" userId="a8c48eef2a52f1db" providerId="LiveId" clId="{3B76E6B8-BC45-4E45-91C6-F0F33EC631A4}" dt="2026-05-12T15:30:13.702" v="18508" actId="20577"/>
          <ac:spMkLst>
            <pc:docMk/>
            <pc:sldMk cId="2931383245" sldId="2147480143"/>
            <ac:spMk id="2" creationId="{E1F406FC-5964-CD2D-ABC3-662C93569060}"/>
          </ac:spMkLst>
        </pc:spChg>
      </pc:sldChg>
      <pc:sldChg chg="modSp add mod">
        <pc:chgData name="Chris Hawblitzel" userId="a8c48eef2a52f1db" providerId="LiveId" clId="{3B76E6B8-BC45-4E45-91C6-F0F33EC631A4}" dt="2026-05-12T15:32:35.629" v="18557" actId="20577"/>
        <pc:sldMkLst>
          <pc:docMk/>
          <pc:sldMk cId="3400215132" sldId="2147480144"/>
        </pc:sldMkLst>
        <pc:spChg chg="mod">
          <ac:chgData name="Chris Hawblitzel" userId="a8c48eef2a52f1db" providerId="LiveId" clId="{3B76E6B8-BC45-4E45-91C6-F0F33EC631A4}" dt="2026-05-12T15:32:35.629" v="18557" actId="20577"/>
          <ac:spMkLst>
            <pc:docMk/>
            <pc:sldMk cId="3400215132" sldId="2147480144"/>
            <ac:spMk id="2" creationId="{5DD41DBB-E1E5-3A61-7FB5-07403C9D19FA}"/>
          </ac:spMkLst>
        </pc:spChg>
      </pc:sldChg>
      <pc:sldChg chg="modSp new mod">
        <pc:chgData name="Chris Hawblitzel" userId="a8c48eef2a52f1db" providerId="LiveId" clId="{3B76E6B8-BC45-4E45-91C6-F0F33EC631A4}" dt="2026-05-12T15:34:48.665" v="18772" actId="20577"/>
        <pc:sldMkLst>
          <pc:docMk/>
          <pc:sldMk cId="4176188717" sldId="2147480145"/>
        </pc:sldMkLst>
        <pc:spChg chg="mod">
          <ac:chgData name="Chris Hawblitzel" userId="a8c48eef2a52f1db" providerId="LiveId" clId="{3B76E6B8-BC45-4E45-91C6-F0F33EC631A4}" dt="2026-05-12T15:33:30.864" v="18581" actId="20577"/>
          <ac:spMkLst>
            <pc:docMk/>
            <pc:sldMk cId="4176188717" sldId="2147480145"/>
            <ac:spMk id="2" creationId="{D1204542-7148-E779-A5F2-CD2C86853895}"/>
          </ac:spMkLst>
        </pc:spChg>
        <pc:spChg chg="mod">
          <ac:chgData name="Chris Hawblitzel" userId="a8c48eef2a52f1db" providerId="LiveId" clId="{3B76E6B8-BC45-4E45-91C6-F0F33EC631A4}" dt="2026-05-12T15:34:48.665" v="18772" actId="20577"/>
          <ac:spMkLst>
            <pc:docMk/>
            <pc:sldMk cId="4176188717" sldId="2147480145"/>
            <ac:spMk id="3" creationId="{D7C6FA4A-D243-7815-385C-24281B5A7A47}"/>
          </ac:spMkLst>
        </pc:spChg>
      </pc:sldChg>
      <pc:sldMasterChg chg="modSldLayout">
        <pc:chgData name="Chris Hawblitzel" userId="a8c48eef2a52f1db" providerId="LiveId" clId="{3B76E6B8-BC45-4E45-91C6-F0F33EC631A4}" dt="2026-05-09T22:33:28.119" v="1600" actId="478"/>
        <pc:sldMasterMkLst>
          <pc:docMk/>
          <pc:sldMasterMk cId="3298106536" sldId="2147483724"/>
        </pc:sldMasterMkLst>
        <pc:sldLayoutChg chg="addSp delSp mod">
          <pc:chgData name="Chris Hawblitzel" userId="a8c48eef2a52f1db" providerId="LiveId" clId="{3B76E6B8-BC45-4E45-91C6-F0F33EC631A4}" dt="2026-05-09T22:22:12.839" v="1579" actId="478"/>
          <pc:sldLayoutMkLst>
            <pc:docMk/>
            <pc:sldMasterMk cId="3298106536" sldId="2147483724"/>
            <pc:sldLayoutMk cId="1728731719" sldId="2147483726"/>
          </pc:sldLayoutMkLst>
        </pc:sldLayoutChg>
        <pc:sldLayoutChg chg="delSp mod">
          <pc:chgData name="Chris Hawblitzel" userId="a8c48eef2a52f1db" providerId="LiveId" clId="{3B76E6B8-BC45-4E45-91C6-F0F33EC631A4}" dt="2026-05-09T22:22:18.162" v="1580" actId="478"/>
          <pc:sldLayoutMkLst>
            <pc:docMk/>
            <pc:sldMasterMk cId="3298106536" sldId="2147483724"/>
            <pc:sldLayoutMk cId="2209804897" sldId="2147483727"/>
          </pc:sldLayoutMkLst>
        </pc:sldLayoutChg>
        <pc:sldLayoutChg chg="delSp mod">
          <pc:chgData name="Chris Hawblitzel" userId="a8c48eef2a52f1db" providerId="LiveId" clId="{3B76E6B8-BC45-4E45-91C6-F0F33EC631A4}" dt="2026-05-09T22:33:17.200" v="1596" actId="478"/>
          <pc:sldLayoutMkLst>
            <pc:docMk/>
            <pc:sldMasterMk cId="3298106536" sldId="2147483724"/>
            <pc:sldLayoutMk cId="2355007621" sldId="2147483728"/>
          </pc:sldLayoutMkLst>
        </pc:sldLayoutChg>
        <pc:sldLayoutChg chg="delSp mod">
          <pc:chgData name="Chris Hawblitzel" userId="a8c48eef2a52f1db" providerId="LiveId" clId="{3B76E6B8-BC45-4E45-91C6-F0F33EC631A4}" dt="2026-05-09T22:33:20.255" v="1597" actId="478"/>
          <pc:sldLayoutMkLst>
            <pc:docMk/>
            <pc:sldMasterMk cId="3298106536" sldId="2147483724"/>
            <pc:sldLayoutMk cId="2981917420" sldId="2147483729"/>
          </pc:sldLayoutMkLst>
        </pc:sldLayoutChg>
        <pc:sldLayoutChg chg="delSp mod">
          <pc:chgData name="Chris Hawblitzel" userId="a8c48eef2a52f1db" providerId="LiveId" clId="{3B76E6B8-BC45-4E45-91C6-F0F33EC631A4}" dt="2026-05-09T22:33:24.989" v="1599" actId="478"/>
          <pc:sldLayoutMkLst>
            <pc:docMk/>
            <pc:sldMasterMk cId="3298106536" sldId="2147483724"/>
            <pc:sldLayoutMk cId="4121508745" sldId="2147483730"/>
          </pc:sldLayoutMkLst>
        </pc:sldLayoutChg>
        <pc:sldLayoutChg chg="delSp mod">
          <pc:chgData name="Chris Hawblitzel" userId="a8c48eef2a52f1db" providerId="LiveId" clId="{3B76E6B8-BC45-4E45-91C6-F0F33EC631A4}" dt="2026-05-09T22:33:28.119" v="1600" actId="478"/>
          <pc:sldLayoutMkLst>
            <pc:docMk/>
            <pc:sldMasterMk cId="3298106536" sldId="2147483724"/>
            <pc:sldLayoutMk cId="335271917" sldId="2147483731"/>
          </pc:sldLayoutMkLst>
        </pc:sldLayoutChg>
        <pc:sldLayoutChg chg="delSp mod">
          <pc:chgData name="Chris Hawblitzel" userId="a8c48eef2a52f1db" providerId="LiveId" clId="{3B76E6B8-BC45-4E45-91C6-F0F33EC631A4}" dt="2026-05-09T22:33:22.686" v="1598" actId="478"/>
          <pc:sldLayoutMkLst>
            <pc:docMk/>
            <pc:sldMasterMk cId="3298106536" sldId="2147483724"/>
            <pc:sldLayoutMk cId="4112158247" sldId="2147483732"/>
          </pc:sldLayoutMkLst>
        </pc:sldLayoutChg>
      </pc:sldMasterChg>
      <pc:sldMasterChg chg="delSp mod">
        <pc:chgData name="Chris Hawblitzel" userId="a8c48eef2a52f1db" providerId="LiveId" clId="{3B76E6B8-BC45-4E45-91C6-F0F33EC631A4}" dt="2026-05-09T22:33:31.946" v="1601" actId="478"/>
        <pc:sldMasterMkLst>
          <pc:docMk/>
          <pc:sldMasterMk cId="3563446145" sldId="2147483733"/>
        </pc:sldMasterMkLst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574379-8F9E-4710-96C7-6DD6DF592DD1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B0EFCB-6834-43DA-88B6-3F84218498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669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A3E0E-F671-9FE8-C09F-52D17B8A6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CAC3E9-F5FE-AA11-9396-E9A159B0F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4875DA-E370-4BE1-EA1D-FAD017556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1B1324-01D7-4253-2C0D-5A4EEB6523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F207BC1-03EF-4B43-BED2-08706C84E06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94455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(based on </a:t>
            </a:r>
            <a:r>
              <a:rPr lang="en-US"/>
              <a:t>feedback from talk): </a:t>
            </a:r>
            <a:r>
              <a:rPr lang="en-US" dirty="0"/>
              <a:t>it would be clearer if the figures on this slide and the next slide were embedded in the yellow boxes from the previous slide, so that the state machine clearly visually </a:t>
            </a:r>
            <a:r>
              <a:rPr lang="en-US"/>
              <a:t>aligns with </a:t>
            </a:r>
            <a:r>
              <a:rPr lang="en-US" dirty="0"/>
              <a:t>the “whole system” perspective.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CC55A0B-6B30-43EF-8462-5D7D8D548DC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7147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122363"/>
            <a:ext cx="10363200" cy="2387600"/>
          </a:xfrm>
        </p:spPr>
        <p:txBody>
          <a:bodyPr anchor="b">
            <a:normAutofit/>
          </a:bodyPr>
          <a:lstStyle>
            <a:lvl1pPr algn="l">
              <a:defRPr sz="5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14400" y="3602039"/>
            <a:ext cx="9144000" cy="620827"/>
          </a:xfrm>
        </p:spPr>
        <p:txBody>
          <a:bodyPr>
            <a:normAutofit/>
          </a:bodyPr>
          <a:lstStyle>
            <a:lvl1pPr marL="0" indent="0" algn="l">
              <a:buNone/>
              <a:defRPr sz="3600">
                <a:solidFill>
                  <a:srgbClr val="95373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Name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7067EBD-E445-804B-B63D-B8DBA318B12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14401" y="4405313"/>
            <a:ext cx="8506884" cy="1022350"/>
          </a:xfrm>
        </p:spPr>
        <p:txBody>
          <a:bodyPr/>
          <a:lstStyle>
            <a:lvl1pPr marL="0" indent="0">
              <a:buNone/>
              <a:defRPr i="1"/>
            </a:lvl1pPr>
          </a:lstStyle>
          <a:p>
            <a:pPr lvl="0"/>
            <a:r>
              <a:rPr lang="en-US" dirty="0"/>
              <a:t>Affiliation</a:t>
            </a:r>
          </a:p>
        </p:txBody>
      </p:sp>
    </p:spTree>
    <p:extLst>
      <p:ext uri="{BB962C8B-B14F-4D97-AF65-F5344CB8AC3E}">
        <p14:creationId xmlns:p14="http://schemas.microsoft.com/office/powerpoint/2010/main" val="4229191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9836426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 marL="685800" indent="-228600">
              <a:buFont typeface="System Font Regular"/>
              <a:buChar char="–"/>
              <a:defRPr sz="2800"/>
            </a:lvl2pPr>
            <a:lvl3pPr>
              <a:defRPr sz="2400"/>
            </a:lvl3pPr>
            <a:lvl4pPr marL="1600200" indent="-228600">
              <a:buFont typeface="System Font Regular"/>
              <a:buChar char="–"/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B4C254-09E5-2D47-BEBE-1C9EFF680E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6244B543-AA52-EB47-B3A9-0A2A6FE25F7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8731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1851" y="2759826"/>
            <a:ext cx="10515600" cy="1802651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Subsection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5C5E58-D26A-5840-B198-EC698481E1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6244B543-AA52-EB47-B3A9-0A2A6FE25F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8048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9776791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0076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19174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ut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01A73-D90D-8640-BB04-0C66EEC43D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6"/>
            <a:ext cx="9776791" cy="1325563"/>
          </a:xfrm>
        </p:spPr>
        <p:txBody>
          <a:bodyPr/>
          <a:lstStyle/>
          <a:p>
            <a:r>
              <a:rPr lang="en-US" dirty="0"/>
              <a:t>Talk Overview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14C222-25BF-8040-83FB-1999DA0E97D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201" y="1862139"/>
            <a:ext cx="8549217" cy="506989"/>
          </a:xfrm>
        </p:spPr>
        <p:txBody>
          <a:bodyPr/>
          <a:lstStyle>
            <a:lvl1pPr marL="514350" indent="-514350">
              <a:buFont typeface="+mj-lt"/>
              <a:buAutoNum type="arabicPeriod"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Introduction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85716EE-CB24-1D41-9951-614D4ECDDB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2686938"/>
            <a:ext cx="7895167" cy="527440"/>
          </a:xfrm>
        </p:spPr>
        <p:txBody>
          <a:bodyPr/>
          <a:lstStyle>
            <a:lvl1pPr marL="0" indent="0">
              <a:buFont typeface="+mj-lt"/>
              <a:buNone/>
              <a:defRPr>
                <a:solidFill>
                  <a:srgbClr val="953734"/>
                </a:solidFill>
              </a:defRPr>
            </a:lvl1pPr>
          </a:lstStyle>
          <a:p>
            <a:pPr lvl="0"/>
            <a:r>
              <a:rPr lang="en-US" dirty="0"/>
              <a:t>2.  Current Topic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BC17B90-B13C-1E44-839C-37F52BF3CD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3532189"/>
            <a:ext cx="7895167" cy="499484"/>
          </a:xfrm>
        </p:spPr>
        <p:txBody>
          <a:bodyPr/>
          <a:lstStyle>
            <a:lvl1pPr marL="0" indent="0">
              <a:buNone/>
              <a:defRPr/>
            </a:lvl1pPr>
            <a:lvl3pPr marL="914400" indent="0">
              <a:buNone/>
              <a:defRPr/>
            </a:lvl3pPr>
          </a:lstStyle>
          <a:p>
            <a:pPr lvl="0"/>
            <a:r>
              <a:rPr lang="en-US" dirty="0"/>
              <a:t>3.  Next Topic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4112158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1508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271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50721-5F15-4E99-97D4-9F695668E2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A7DAF6-6194-4ABA-969D-4F3335259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370C9D-1A44-4706-8A8F-D343366E5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773171-E237-4918-B566-1A3B6A67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84064-6F96-452A-B6E2-A38DA03BE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973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50721-5F15-4E99-97D4-9F695668E2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A7DAF6-6194-4ABA-969D-4F3335259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370C9D-1A44-4706-8A8F-D343366E5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773171-E237-4918-B566-1A3B6A67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84064-6F96-452A-B6E2-A38DA03BE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2042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9BE16-7430-432E-95BF-EAA0FBB33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56C8F-7D04-4760-8FC6-4AC1F415F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C5131A-52B6-48B4-97D7-73483C5E7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3B3948-786E-4DFA-A418-D24255C0E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DC90-E558-4011-9610-44C933070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8627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769C2-44E6-45D6-884D-FC152D262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F6EABD-3397-400A-BCD9-29F2228D7B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97A7AA-315A-4F98-B8DB-02034F538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1393E-692B-4CC1-94BB-E69AFE9FB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939A79-9379-4A58-AFB9-18B2901BA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9448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62A58-2B51-416E-97B5-784B0890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4A356-72AA-4F37-8704-92A07D77C6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92AB06-2A56-47E6-8FB3-271160931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CB2116-6548-4471-AAFB-171B71EB6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52F8E7-75F1-4C65-AE88-64F76AB22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1A4B2B-EA17-49BF-B528-708D2A812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6907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F2352-4F6F-48E4-B9B9-6B27878A5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AF395E-AC49-414C-A108-8B72DF9E95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CDAD35-EF94-4651-ABFD-8FA85A09D8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BD95E2-8139-4FAA-BF23-DC319F1EB7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D7ED80-E31F-4947-9A7D-4CEDBF6D9B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4384B2-750D-446F-92E7-5CF72EF64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9EAD9F-D578-4390-B51E-5A6DD3B39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EE60A8-4DE1-4BF8-88FE-7E0BF7E5D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8618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924B4-A081-4964-9065-A22E91115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A46C1E-4735-400B-B41F-3215AF33A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9193D1-0712-42BA-A211-318FE0DBB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B5CC3B-D81B-4272-ADDE-24E96579D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141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4EB23A-A51E-4FB9-AF7A-F549A6ED0B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555474-D93B-42A5-8F2C-39015DF71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9FFF3-F471-4E33-8B5B-F706CD0BF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659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AC12D-C322-41CD-8B7B-89179A8BC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6EA9D7-9A72-4400-9B62-6C67553120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1573BA-72D3-4B41-9A86-A03C08E550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491851-17E4-4F67-B8A2-6DF01E713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EA34F1-56BF-443A-BF36-DF53272AB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C20773-B2FD-4867-9B6D-B59CF6EA0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5401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5A46B-2A81-446D-92C8-DD45E6C31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9D88EF-D3C1-4E1A-A4EF-6478D0F775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637EEF-2268-4D13-8060-5E17C8E52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01A122-B78C-448F-952C-F3B90C2ED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3E3CC2-E21D-4F67-9E09-CEC64C57A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0F3F66-B91B-4B0A-A124-C1260D861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21961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DDC41-3455-4904-96E3-418F1A162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C8995D-8CA2-456D-957D-13CFE2650B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206892-2D42-495F-A2BA-BE2FD8B0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9BE6E1-D1E4-4F66-A14D-E05B8BAA8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35CD2-03DF-46D1-A5CD-AE432BA00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5260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FC2F9C-9635-4474-9830-44306BEDA3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2BEE75-666D-45AE-BCA0-4014043844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2258D9-C9B5-4649-B325-F5708BC23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3DEB2-B15A-49C3-BB3E-8BBEFFBC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DE455-FD46-4DB8-BEA7-8A6957A6C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0740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llins Content: 1 column/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Body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2008402"/>
            <a:ext cx="10829543" cy="3782798"/>
          </a:xfrm>
          <a:noFill/>
        </p:spPr>
        <p:txBody>
          <a:bodyPr/>
          <a:lstStyle>
            <a:lvl1pPr marL="219446" indent="-219446" algn="l" defTabSz="91435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CE1126"/>
              </a:buClr>
              <a:buSzPct val="75000"/>
              <a:buFont typeface="Arial" panose="020B0604020202020204" pitchFamily="34" charset="0"/>
              <a:buChar char="•"/>
              <a:defRPr lang="en-US" sz="2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indent="-219446" algn="l" defTabSz="91435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defRPr lang="en-US" sz="20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indent="-219446" algn="l" defTabSz="91435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defRPr lang="en-US" sz="18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indent="-219446" algn="l" defTabSz="91435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defRPr lang="en-US" sz="16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indent="-219446" algn="l" defTabSz="91435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defRPr lang="en-US" sz="16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Main bullet. 22 pt. Black. Sentence case.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685801" y="1572733"/>
            <a:ext cx="10820400" cy="387798"/>
          </a:xfrm>
          <a:noFill/>
        </p:spPr>
        <p:txBody>
          <a:bodyPr wrap="square" bIns="91440">
            <a:spAutoFit/>
          </a:bodyPr>
          <a:lstStyle>
            <a:lvl1pPr marL="0" marR="0" indent="0" algn="l" defTabSz="91435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 typeface="Arial" panose="020B0604020202020204" pitchFamily="34" charset="0"/>
              <a:buNone/>
              <a:tabLst/>
              <a:defRPr sz="1800" b="1" baseline="0">
                <a:solidFill>
                  <a:srgbClr val="CE1126"/>
                </a:solidFill>
              </a:defRPr>
            </a:lvl1pPr>
          </a:lstStyle>
          <a:p>
            <a:pPr marL="0" marR="0" lvl="0" indent="0" algn="l" defTabSz="91435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 18 pt. RTX red. Bold. Sentence case.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4"/>
          </p:nvPr>
        </p:nvSpPr>
        <p:spPr>
          <a:xfrm>
            <a:off x="10983397" y="6380414"/>
            <a:ext cx="531946" cy="365125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lang="en-US" sz="1200" kern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07165E6F-54ED-4977-A15E-D44BE7238A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>
          <a:xfrm>
            <a:off x="694945" y="514474"/>
            <a:ext cx="10811256" cy="676653"/>
          </a:xfrm>
          <a:prstGeom prst="rect">
            <a:avLst/>
          </a:prstGeom>
        </p:spPr>
        <p:txBody>
          <a:bodyPr anchor="t" anchorCtr="0"/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TITLE. 32 PT. BLACK. REGULAR. UPPERCASE. TWO LINES MAX.</a:t>
            </a:r>
          </a:p>
        </p:txBody>
      </p:sp>
      <p:sp>
        <p:nvSpPr>
          <p:cNvPr id="8" name="Takeaway bar"/>
          <p:cNvSpPr>
            <a:spLocks noGrp="1"/>
          </p:cNvSpPr>
          <p:nvPr>
            <p:ph type="body" sz="quarter" idx="15" hasCustomPrompt="1"/>
          </p:nvPr>
        </p:nvSpPr>
        <p:spPr>
          <a:xfrm>
            <a:off x="694945" y="5912568"/>
            <a:ext cx="10820399" cy="273280"/>
          </a:xfrm>
          <a:solidFill>
            <a:schemeClr val="accent1"/>
          </a:solidFill>
        </p:spPr>
        <p:txBody>
          <a:bodyPr vert="horz" wrap="square" lIns="621792" tIns="64008" rIns="621792" bIns="36576" rtlCol="0" anchor="b" anchorCtr="0">
            <a:spAutoFit/>
          </a:bodyPr>
          <a:lstStyle>
            <a:lvl1pPr marL="0" indent="0" algn="ctr" defTabSz="0">
              <a:lnSpc>
                <a:spcPts val="1300"/>
              </a:lnSpc>
              <a:spcBef>
                <a:spcPts val="0"/>
              </a:spcBef>
              <a:buFontTx/>
              <a:buNone/>
              <a:defRPr lang="en-US" sz="1600" b="1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lvl="0" indent="0" algn="ctr">
              <a:buNone/>
            </a:pPr>
            <a:r>
              <a:rPr lang="en-US"/>
              <a:t>Optional takeaway bar. White. Bold. 16 pt. Centered. Sentence case.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8CC1998-8757-C840-AADE-7B8BA99317B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>
                <a:cs typeface="DIN-Light"/>
              </a:rPr>
              <a:t>© 2024 Collins Aerospace.    |  This document does not include any export controlled technical data.  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613048"/>
      </p:ext>
    </p:extLst>
  </p:cSld>
  <p:clrMapOvr>
    <a:masterClrMapping/>
  </p:clrMapOvr>
  <p:transition spd="slow">
    <p:wipe/>
  </p:transition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10959-0236-8BE3-3CCF-73AE25BEB5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25080B-D805-18A2-8A8A-4ECBD4347D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3A9B9-E7EA-3200-1C99-A3C2FE831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7C4992-1708-F372-E131-72D85CE38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C7A5F7-481A-3883-74E7-D5A57B0FB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6426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B2571-DA2E-28B4-0098-C81FB8FC3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FE9B0A-64BF-7033-ED78-1F27365B9E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EB4769-A147-972C-4939-AA8F1418D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2E5A11-BC0C-0988-4D66-9038E1A05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349C95-B553-793D-AA49-869A67C3A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7119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81FA4-926A-C92B-AAFD-7FFDD9611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3036A-1694-F101-B3B0-86E229543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ECBE3-512B-3D00-0EDD-FC5714F24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C99C8C-E9FF-31A5-DFF5-4EBEB2020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DB2AAD-D069-29C7-CAC3-BF23FD91C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23584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FEE45-B4BD-49E6-3B8E-B1CD422F5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392801-CB60-2A46-379A-F9402F6D87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819164-D928-D5AD-55B8-64D2D85D39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8ADFEB-9B1E-C2AB-57C9-E3EE9B817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42451E-C1F5-7970-2763-3A3FF5911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E07E1B-A361-84FD-8B66-024F8C774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01293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16E94-7C53-FA61-5D9C-B61D4EA43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047EA6-B91C-BD23-C14F-B6686562EE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6086DB-4E7C-471A-75D3-0D1B43C4B5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4D8D94-A04D-EE26-A2C4-AD7B91FBFD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EB47DC-BA82-E2F2-9F03-CEB5FB3870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A9F31C-BD58-1F96-7431-7C381A9ED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038453-0FE4-CF0F-CF9E-DE97488E0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629FF8-329A-692B-B675-7F029FAFB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20947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CA4B1-CFAD-B3CB-8149-FA0166D90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6775D1-2EE0-BB21-B096-DD3C0D38F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9B6B8-7FBF-8905-4D57-3BCAF1D67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72DA03-1593-8414-F8B1-690525C0B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64067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B52ACB5-891B-5A17-9FEA-10E88FF02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FEC805-D737-5554-705F-E10186190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DF5F58-ECA8-6D29-0B61-1A912A1AF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15883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A57A9-D52F-36F2-ACF7-47B28659C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12D4B1-9A8C-9962-F9FD-2250D7C1D5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51F200-7BE2-7A78-35D9-0F93E5CA27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A0C3E7-829D-4BFE-3E50-01010F3ED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1E9286-7349-5502-0C59-B67E63600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F1929C-8A51-8CBB-E1AD-AE6B5450E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20733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33AA6-6C68-E1EF-D68A-32F1062F5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94B52B-6E54-7C95-D9D0-B0166331D5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273E06-2518-0AFC-A026-030990CA49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9828EC-42EA-14E5-7F39-5B20455C4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8655FC-9335-E537-9C7E-26DABC26C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219105-FA6C-3168-AD8D-2D54F5C19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57269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CC211-69FE-687E-65FF-C416FB3E0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3808A2-3FDD-73B9-5DCD-38C75A25F0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DD0F40-6FA2-EF21-8770-C011220E3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C0B5A5-EC62-2FE0-B938-1E0A1FFE7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FCA42-BE4D-BC15-DB50-9E5CA7977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3620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A1BDB9-25C6-E614-BBDA-D96BF8897B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9B79FD-0155-AF7E-A0A3-192D39C152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6C351C-2058-B2B2-B573-F9B46823E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5EB8B0-173E-32F7-F9C4-77FAFE6CC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13E2C7-4ADC-1579-7355-66BE4B782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13631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DB5F4-5ECF-478E-A378-DD4AB3DEA6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5BAAF2-D9BF-D6A5-FEC9-5198C7B065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91DD47-AE09-60ED-D41C-F11796D6F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0A6F4-E380-448B-AB42-F02CF18F8059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654129-B76C-5683-DA7D-AE25EA11E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40B112-C6CD-F8F8-ABFC-E975D66E2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06003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95DA02-889A-FE78-249D-CD9FEB772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42BC8-141F-31BF-4D37-2E889210D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4EF07D-3EC0-1CC9-0C83-598BE09E7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EEF63-E4A9-4A6B-AA2A-BE0F90C2C53B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0E50EA-FB50-5E4F-217B-B50A6EAE7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86AACC-0011-E721-1787-AF27F4692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53632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9BDDC-4FDC-CB55-E9B4-14633195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1672B0-3A56-E920-34D4-89E660340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2BADB3-0CCF-881F-1495-97A1B8588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72C980-688F-459A-BB8E-665C308DEA3B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253FD0-17B6-5258-3AED-3335009CBC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5BE431-759C-8FF7-1AF1-CDA4D9EB2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93689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584DD-B630-CCD7-7B96-4981804A8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824A31-055C-FC51-86AA-FF7062AD6F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3897C6-2B3D-DCCC-4210-59134103FC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56A53A-A83E-FC56-2B82-E255BAFE0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E5BEA-4F56-40BA-8C68-FEEE1FA9C681}" type="datetime1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722698-E72F-3C2D-FCA6-08319FCED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371DD3-55AF-4ACB-6EBE-591234501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47650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CA9C6-E0AC-2FD8-E9AC-2F7EA0047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9A3B7C-B5DA-F92C-D2D1-0A3516AC89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D251A5-83C9-C9A8-48A0-220CF915E0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278E02-D285-8BA8-DE7B-BE5883C09E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2E7CF7-A1CB-AA7C-DD26-3E61309A7D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62BCBC-4EDD-06B5-45D7-016DC19AA9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DB3A2-B24B-4370-91DC-375078C41B9D}" type="datetime1">
              <a:rPr lang="en-US" smtClean="0"/>
              <a:t>5/24/2026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5123B6-F29A-125F-317B-205D96954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472EEC-8830-03FA-28A8-5F3C847DC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46979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ABB2D-6E05-90C5-3E6A-C8BA358D8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FEFCFD-8DDC-407B-73FA-1E14838E0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4253EF-6002-4A9F-B752-1E1574068DF4}" type="datetime1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C2E1D3-6DCD-5DED-EBC9-92561E905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BE0ABF-0802-1B65-AA52-4623CD399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08106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6E37645-C399-FF8B-CC39-4FACE9A35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DBCF7B-56A5-4CB0-94ED-D456961A7CA8}" type="datetime1">
              <a:rPr lang="en-US" smtClean="0"/>
              <a:t>5/24/2026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03A2DD-1185-15A4-8057-117637994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E0C0E4-04BA-1C69-6F93-A3B2864B7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62891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6CF9E-4FFF-02C6-679C-CB19D9506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293F9D-73DB-2FCE-711C-2321C1D42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1C3914-4A5E-8023-F8F1-96A2470DAE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C0A183-DA2B-B3E2-E185-308965347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3AA687-ABC1-44BE-9527-2FC5FC288200}" type="datetime1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226A0F-02DD-25D8-5853-9FF680C0A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DC7B98-F3B6-FFF1-BBD0-8DD10ED84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80719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D955A-A0F0-1CD2-5793-9E3D99CB8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F8547A-C4B1-1F40-5B17-83674C10E0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46C3F3-8FBC-2647-FED4-20F0EBCFA9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DB7771-9737-887A-EB1A-5284FA875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33581-1116-451C-B3D8-D02D4EDF5CE3}" type="datetime1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DCE6FA-DA5D-93F5-4536-176D89A8B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6E8F16-DC97-94A9-7924-219CC0ECD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67783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9948C-ADDE-CABE-05BF-CDD90586F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26F8BE-CB04-0224-1BB7-776D221052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6691D2-289A-1660-81CD-E32556B15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B1841-4F54-4E5B-9B29-CA11AB7590EC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8E3D26-DFBD-27EC-0D10-C413325C8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DFD091-7543-584B-40AC-9A9CDF4E6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28583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FB9EBF-DF23-DD72-D47C-60829FDFFA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C9463D-BA75-8EF5-291A-C0FC2E9036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8711C4-76CE-E2F3-217D-FFE903722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8D748-28BB-4C73-90ED-1C3EE90D0B8E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D12EDF-D029-63C4-6B06-E5E025299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B4E0E-6F5F-3668-1B77-9AABBDCEC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137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31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0.xml"/><Relationship Id="rId3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9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8.xml"/><Relationship Id="rId11" Type="http://schemas.openxmlformats.org/officeDocument/2006/relationships/slideLayout" Target="../slideLayouts/slideLayout43.xml"/><Relationship Id="rId5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42.xml"/><Relationship Id="rId4" Type="http://schemas.openxmlformats.org/officeDocument/2006/relationships/slideLayout" Target="../slideLayouts/slideLayout36.xml"/><Relationship Id="rId9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C736DDB-80D9-2B49-B0B6-1FE2A033F9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563E4E-84E2-3649-B03C-FA8863B774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106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5" r:id="rId1"/>
    <p:sldLayoutId id="2147483726" r:id="rId2"/>
    <p:sldLayoutId id="2147483727" r:id="rId3"/>
    <p:sldLayoutId id="2147483728" r:id="rId4"/>
    <p:sldLayoutId id="2147483729" r:id="rId5"/>
    <p:sldLayoutId id="2147483732" r:id="rId6"/>
    <p:sldLayoutId id="2147483730" r:id="rId7"/>
    <p:sldLayoutId id="2147483731" r:id="rId8"/>
    <p:sldLayoutId id="2147483769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7713" indent="-290513" algn="l" defTabSz="914400" rtl="0" eaLnBrk="1" latinLnBrk="0" hangingPunct="1">
        <a:lnSpc>
          <a:spcPct val="90000"/>
        </a:lnSpc>
        <a:spcBef>
          <a:spcPts val="500"/>
        </a:spcBef>
        <a:buFont typeface="System Font Regular"/>
        <a:buChar char="–"/>
        <a:tabLst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System Font Regular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AB8867-28AA-4CE8-BBEE-184EEDD68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D1D220-79B1-4633-9093-A81640B620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7E0264-10C4-44B3-8E29-F81670188A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FE15A0-C1FB-484B-8FD8-95EE23D398AC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0A9190-525E-4169-831B-446BC13992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446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  <p:sldLayoutId id="214748377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42745A-A975-DCBD-6309-5E4E7FD90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F235A-71FC-D3CC-9BF1-EB4DF66A6C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230C93-061B-6F38-F537-465AD434FC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C16569-98A1-432E-BBED-75F9D665AB9E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DF8F56-2E23-7584-327C-2D76B66B7B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9F22D-2D0B-DBCE-70E8-AA60A5AAE8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2817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A25223-1D31-333E-1CD4-2034ED484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42E896-E848-D48A-3187-127762EC81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0B6CD1-3378-E161-D1F7-93D65CFA42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01CBC8-0464-4FF7-BC50-D4BF54205D41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07FC0E-B85A-AADD-FB13-B40A0F66C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5D4554-9996-2423-8C3C-CA636EF626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282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verus-lang/verus/" TargetMode="External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emf"/><Relationship Id="rId7" Type="http://schemas.openxmlformats.org/officeDocument/2006/relationships/image" Target="../media/image8.png"/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7.png"/><Relationship Id="rId11" Type="http://schemas.openxmlformats.org/officeDocument/2006/relationships/image" Target="../media/image12.emf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8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37FAB-52CF-4E00-1987-3C45864E0B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0099" y="1122363"/>
            <a:ext cx="10327821" cy="1310594"/>
          </a:xfrm>
        </p:spPr>
        <p:txBody>
          <a:bodyPr/>
          <a:lstStyle/>
          <a:p>
            <a:pPr algn="ctr"/>
            <a:r>
              <a:rPr lang="en-US" dirty="0">
                <a:effectLst/>
              </a:rPr>
              <a:t>Verifying Rust Code with Verus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E87210-B2FE-C40F-1BEC-5250D48BCF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399482"/>
            <a:ext cx="9144000" cy="1655762"/>
          </a:xfrm>
        </p:spPr>
        <p:txBody>
          <a:bodyPr/>
          <a:lstStyle/>
          <a:p>
            <a:pPr algn="ctr"/>
            <a:r>
              <a:rPr lang="en-US" dirty="0"/>
              <a:t>Chris Hawblitzel (and the Verus Team)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98CC68F4-F0CD-1B4C-1803-813EBE1EEF8B}"/>
              </a:ext>
            </a:extLst>
          </p:cNvPr>
          <p:cNvSpPr txBox="1">
            <a:spLocks/>
          </p:cNvSpPr>
          <p:nvPr/>
        </p:nvSpPr>
        <p:spPr>
          <a:xfrm>
            <a:off x="265721" y="6002746"/>
            <a:ext cx="4347099" cy="4817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600" kern="1200">
                <a:solidFill>
                  <a:srgbClr val="9537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System Font Regular"/>
              <a:buNone/>
              <a:tabLst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System Font Regular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>
                <a:hlinkClick r:id="rId2"/>
              </a:rPr>
              <a:t>https://github.com/verus-lang/verus/</a:t>
            </a:r>
            <a:endParaRPr lang="en-US" sz="2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0D914D2-7854-CB53-B1EA-A8FE1C386E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827" y="3512537"/>
            <a:ext cx="4473792" cy="2731094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45BE80F6-F6FF-1F65-F1FD-A1B949614F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5721" y="3842716"/>
            <a:ext cx="1987134" cy="1987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7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CB647-FE6D-6B5B-AC80-E72382F4A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Verus: Floyd-Hoare Logic for Rust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83C0D0-0112-1492-69DC-BBBD7C28A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Verus is:</a:t>
            </a:r>
          </a:p>
          <a:p>
            <a:pPr marL="457200" lvl="1" indent="0">
              <a:buNone/>
            </a:pPr>
            <a:r>
              <a:rPr lang="en-US" dirty="0"/>
              <a:t>… an implementation of </a:t>
            </a:r>
            <a:r>
              <a:rPr lang="en-US" b="1" dirty="0"/>
              <a:t>Floyd-Hoare logic</a:t>
            </a:r>
          </a:p>
          <a:p>
            <a:pPr marL="457200" lvl="1" indent="0">
              <a:buNone/>
            </a:pPr>
            <a:r>
              <a:rPr lang="en-US" dirty="0"/>
              <a:t>… for the </a:t>
            </a:r>
            <a:r>
              <a:rPr lang="en-US" b="1" dirty="0"/>
              <a:t>Rust</a:t>
            </a:r>
            <a:r>
              <a:rPr lang="en-US" dirty="0"/>
              <a:t> programming Language</a:t>
            </a:r>
          </a:p>
          <a:p>
            <a:pPr marL="457200" lvl="1" indent="0">
              <a:buNone/>
            </a:pPr>
            <a:r>
              <a:rPr lang="en-US" dirty="0"/>
              <a:t>… using </a:t>
            </a:r>
            <a:r>
              <a:rPr lang="en-US" b="1" dirty="0"/>
              <a:t>SMT solvers</a:t>
            </a:r>
            <a:r>
              <a:rPr lang="en-US" dirty="0"/>
              <a:t> to automate proofs</a:t>
            </a:r>
          </a:p>
          <a:p>
            <a:pPr marL="457200" lvl="1" indent="0">
              <a:buNone/>
            </a:pPr>
            <a:r>
              <a:rPr lang="en-US" dirty="0"/>
              <a:t>… adding some higher-order logic, extensional =, induction, etc.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Inspired heavily by Dafny and F*</a:t>
            </a:r>
          </a:p>
          <a:p>
            <a:pPr marL="0" indent="0">
              <a:buNone/>
            </a:pPr>
            <a:r>
              <a:rPr lang="en-US" dirty="0"/>
              <a:t>Similar Rust verification tools: Kani, Creusot, </a:t>
            </a:r>
            <a:r>
              <a:rPr lang="en-US" dirty="0" err="1"/>
              <a:t>Prusti</a:t>
            </a:r>
            <a:r>
              <a:rPr lang="en-US" dirty="0"/>
              <a:t>, Aeneas, …</a:t>
            </a:r>
          </a:p>
        </p:txBody>
      </p:sp>
    </p:spTree>
    <p:extLst>
      <p:ext uri="{BB962C8B-B14F-4D97-AF65-F5344CB8AC3E}">
        <p14:creationId xmlns:p14="http://schemas.microsoft.com/office/powerpoint/2010/main" val="719541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706A1-0E59-A57D-F4DF-8F9FFA8C8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Verus</a:t>
            </a:r>
            <a:r>
              <a:rPr lang="en-US"/>
              <a:t> demo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A9105B-F06B-8045-C32B-149CB5334E22}"/>
              </a:ext>
            </a:extLst>
          </p:cNvPr>
          <p:cNvSpPr txBox="1"/>
          <p:nvPr/>
        </p:nvSpPr>
        <p:spPr>
          <a:xfrm>
            <a:off x="6078812" y="295374"/>
            <a:ext cx="5180905" cy="64940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binary_search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(v: &amp;Vec&lt;u64&gt;, key: u64) -&gt;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(ret: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usize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requires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int, j: int| 0 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&lt;= j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==&gt;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 &lt;= v[j],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exists|i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0 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&amp;&amp; key ==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ensures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ret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key == v[ret as int],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let mut left: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usize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0;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let mut right: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usize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- 1;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while left != right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invariant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right 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exists|i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left 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&lt;= right &amp;&amp; key ==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int, j: int| 0 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&lt;= j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==&gt;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 &lt;= v[j],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decreases right - left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{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let mid = left + (right - left) / 2;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if v[mid] &lt; key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left = mid + 1;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} else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right = mid;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left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81E365-C99D-0F27-1689-9EBB12740067}"/>
              </a:ext>
            </a:extLst>
          </p:cNvPr>
          <p:cNvSpPr txBox="1"/>
          <p:nvPr/>
        </p:nvSpPr>
        <p:spPr>
          <a:xfrm>
            <a:off x="376990" y="5005137"/>
            <a:ext cx="4324132" cy="646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C:\verus\source&gt;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verus.exe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binsearch.rs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verification results:: 2 verified, 0 errors</a:t>
            </a:r>
          </a:p>
        </p:txBody>
      </p:sp>
    </p:spTree>
    <p:extLst>
      <p:ext uri="{BB962C8B-B14F-4D97-AF65-F5344CB8AC3E}">
        <p14:creationId xmlns:p14="http://schemas.microsoft.com/office/powerpoint/2010/main" val="115945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706A1-0E59-A57D-F4DF-8F9FFA8C8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Verus</a:t>
            </a:r>
            <a:r>
              <a:rPr lang="en-US"/>
              <a:t> demo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A9105B-F06B-8045-C32B-149CB5334E22}"/>
              </a:ext>
            </a:extLst>
          </p:cNvPr>
          <p:cNvSpPr txBox="1"/>
          <p:nvPr/>
        </p:nvSpPr>
        <p:spPr>
          <a:xfrm>
            <a:off x="6078812" y="295374"/>
            <a:ext cx="5180905" cy="64940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binary_search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(v: &amp;Vec&lt;u64&gt;, key: u64) -&gt;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(ret: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usize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requires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int, j: int| 0 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&lt;= j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==&gt;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 &lt;= v[j],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exists|i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0 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&amp;&amp; key ==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ensures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ret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key == v[ret as int],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let mut left: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usize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0;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let mut right: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usize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- 1;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while left != right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invariant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right 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exists|i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left 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&lt;= right &amp;&amp; key ==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int, j: int| 0 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&lt;= j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==&gt;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 &lt;= v[j],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decreases right - left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{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let mid = left + (right - left) / 2;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if v[mid] &lt; key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left = mid 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+ 2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} else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right = mid;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left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81E365-C99D-0F27-1689-9EBB12740067}"/>
              </a:ext>
            </a:extLst>
          </p:cNvPr>
          <p:cNvSpPr txBox="1"/>
          <p:nvPr/>
        </p:nvSpPr>
        <p:spPr>
          <a:xfrm>
            <a:off x="596434" y="3630553"/>
            <a:ext cx="5241628" cy="286232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C:\verus\source&gt;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verus.exe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binsearch.rs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error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 invariant not satisfied at end of loop body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 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--&gt;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.\scratch.rs:29:13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     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|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29 |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             </a:t>
            </a:r>
            <a:r>
              <a:rPr kumimoji="0" lang="en-US" sz="18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exists|i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 int| left &lt;= </a:t>
            </a:r>
            <a:r>
              <a:rPr kumimoji="0" lang="en-US" sz="18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&lt;= right &amp;&amp; key == v[</a:t>
            </a:r>
            <a:r>
              <a:rPr kumimoji="0" lang="en-US" sz="18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      |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            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^^^^^^^^^^^^^^^^^^^^^^^^^^^^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error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 aborting due to previous error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verification results:: 1 verified, 1 errors</a:t>
            </a:r>
          </a:p>
        </p:txBody>
      </p:sp>
    </p:spTree>
    <p:extLst>
      <p:ext uri="{BB962C8B-B14F-4D97-AF65-F5344CB8AC3E}">
        <p14:creationId xmlns:p14="http://schemas.microsoft.com/office/powerpoint/2010/main" val="45202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A282D-E55B-42F8-9D85-2D800139A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write systems code in Rust?</a:t>
            </a:r>
          </a:p>
        </p:txBody>
      </p:sp>
      <p:sp>
        <p:nvSpPr>
          <p:cNvPr id="3" name="Arrow: Left-Right 2">
            <a:extLst>
              <a:ext uri="{FF2B5EF4-FFF2-40B4-BE49-F238E27FC236}">
                <a16:creationId xmlns:a16="http://schemas.microsoft.com/office/drawing/2014/main" id="{C3267550-A813-4F79-AA42-10AE12722BBB}"/>
              </a:ext>
            </a:extLst>
          </p:cNvPr>
          <p:cNvSpPr/>
          <p:nvPr/>
        </p:nvSpPr>
        <p:spPr>
          <a:xfrm>
            <a:off x="3391877" y="1998244"/>
            <a:ext cx="6227296" cy="70467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2C2820-54A0-4D79-A2D7-74E905A423E3}"/>
              </a:ext>
            </a:extLst>
          </p:cNvPr>
          <p:cNvSpPr txBox="1"/>
          <p:nvPr/>
        </p:nvSpPr>
        <p:spPr>
          <a:xfrm>
            <a:off x="1555082" y="2063644"/>
            <a:ext cx="14321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High-level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385653-753F-4A4B-83BF-D9FADBB8C350}"/>
              </a:ext>
            </a:extLst>
          </p:cNvPr>
          <p:cNvSpPr txBox="1"/>
          <p:nvPr/>
        </p:nvSpPr>
        <p:spPr>
          <a:xfrm>
            <a:off x="10113575" y="2103815"/>
            <a:ext cx="1373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Low-level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CC61A1A-59F9-43BD-B5A4-7453BFA52D82}"/>
              </a:ext>
            </a:extLst>
          </p:cNvPr>
          <p:cNvSpPr/>
          <p:nvPr/>
        </p:nvSpPr>
        <p:spPr>
          <a:xfrm>
            <a:off x="1113290" y="2528955"/>
            <a:ext cx="2278587" cy="151453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C#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Java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Haskell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OCaml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FCCA3DD-49A8-48DE-B888-8173286259EA}"/>
              </a:ext>
            </a:extLst>
          </p:cNvPr>
          <p:cNvSpPr/>
          <p:nvPr/>
        </p:nvSpPr>
        <p:spPr>
          <a:xfrm>
            <a:off x="10113575" y="3075766"/>
            <a:ext cx="1416970" cy="551432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C/C++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7280AEC-C44F-4EED-B8CD-D51608880C06}"/>
              </a:ext>
            </a:extLst>
          </p:cNvPr>
          <p:cNvSpPr/>
          <p:nvPr/>
        </p:nvSpPr>
        <p:spPr>
          <a:xfrm>
            <a:off x="5741033" y="2819919"/>
            <a:ext cx="1630260" cy="1069291"/>
          </a:xfrm>
          <a:prstGeom prst="ellipse">
            <a:avLst/>
          </a:prstGeom>
          <a:gradFill flip="none" rotWithShape="1">
            <a:gsLst>
              <a:gs pos="0">
                <a:schemeClr val="accent6">
                  <a:tint val="66000"/>
                  <a:satMod val="160000"/>
                </a:schemeClr>
              </a:gs>
              <a:gs pos="50000">
                <a:schemeClr val="accent6">
                  <a:tint val="44500"/>
                  <a:satMod val="160000"/>
                </a:schemeClr>
              </a:gs>
              <a:gs pos="100000">
                <a:schemeClr val="accent6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F0E3CF5-1BF5-4D5C-B968-617D3BA92D32}"/>
              </a:ext>
            </a:extLst>
          </p:cNvPr>
          <p:cNvCxnSpPr>
            <a:cxnSpLocks/>
            <a:stCxn id="26" idx="0"/>
            <a:endCxn id="9" idx="4"/>
          </p:cNvCxnSpPr>
          <p:nvPr/>
        </p:nvCxnSpPr>
        <p:spPr>
          <a:xfrm flipV="1">
            <a:off x="6155614" y="3889210"/>
            <a:ext cx="400549" cy="102555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573A4264-533E-4E94-9B51-A5B2330F3A72}"/>
              </a:ext>
            </a:extLst>
          </p:cNvPr>
          <p:cNvSpPr txBox="1">
            <a:spLocks/>
          </p:cNvSpPr>
          <p:nvPr/>
        </p:nvSpPr>
        <p:spPr>
          <a:xfrm>
            <a:off x="282151" y="4238166"/>
            <a:ext cx="4956110" cy="185001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is like C#/Java/Haskell/ML: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Type-safe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Generic types + traits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Datatypes + pattern matching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D260B3D-72B3-4351-B525-A634D4E3871F}"/>
              </a:ext>
            </a:extLst>
          </p:cNvPr>
          <p:cNvCxnSpPr>
            <a:cxnSpLocks/>
            <a:stCxn id="18" idx="0"/>
            <a:endCxn id="9" idx="2"/>
          </p:cNvCxnSpPr>
          <p:nvPr/>
        </p:nvCxnSpPr>
        <p:spPr>
          <a:xfrm flipV="1">
            <a:off x="2760206" y="3354565"/>
            <a:ext cx="2980827" cy="88360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D6DA60C0-5267-47F6-AF7C-7DF60D7F26E4}"/>
              </a:ext>
            </a:extLst>
          </p:cNvPr>
          <p:cNvSpPr txBox="1">
            <a:spLocks/>
          </p:cNvSpPr>
          <p:nvPr/>
        </p:nvSpPr>
        <p:spPr>
          <a:xfrm>
            <a:off x="7072966" y="4186104"/>
            <a:ext cx="4956109" cy="203508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is like C/C++: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 garbage collector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Low-level pointer manipulation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Structs inside structs</a:t>
            </a:r>
          </a:p>
          <a:p>
            <a:pPr lvl="1">
              <a:defRPr/>
            </a:pPr>
            <a:r>
              <a:rPr lang="en-US" dirty="0">
                <a:solidFill>
                  <a:prstClr val="black"/>
                </a:solidFill>
              </a:rPr>
              <a:t>Pointers to fields, array elements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03FA2CD-CD2B-45A7-B793-A2180C5BFB8C}"/>
              </a:ext>
            </a:extLst>
          </p:cNvPr>
          <p:cNvCxnSpPr>
            <a:cxnSpLocks/>
            <a:stCxn id="22" idx="0"/>
            <a:endCxn id="9" idx="6"/>
          </p:cNvCxnSpPr>
          <p:nvPr/>
        </p:nvCxnSpPr>
        <p:spPr>
          <a:xfrm flipH="1" flipV="1">
            <a:off x="7371293" y="3354565"/>
            <a:ext cx="2179728" cy="8315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D2BB22A5-F345-4045-9D06-381136E03EA8}"/>
              </a:ext>
            </a:extLst>
          </p:cNvPr>
          <p:cNvSpPr txBox="1">
            <a:spLocks/>
          </p:cNvSpPr>
          <p:nvPr/>
        </p:nvSpPr>
        <p:spPr>
          <a:xfrm>
            <a:off x="4760851" y="4914761"/>
            <a:ext cx="2789526" cy="13680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is unique: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Ownership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Borrowing</a:t>
            </a:r>
          </a:p>
        </p:txBody>
      </p:sp>
    </p:spTree>
    <p:extLst>
      <p:ext uri="{BB962C8B-B14F-4D97-AF65-F5344CB8AC3E}">
        <p14:creationId xmlns:p14="http://schemas.microsoft.com/office/powerpoint/2010/main" val="3694894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2" grpId="0" animBg="1"/>
      <p:bldP spid="2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A9354-5BD5-FB7E-6C15-16BEDAB24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write systems code in Rust?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DD35A3-02D2-9806-6E13-317417F2F0CB}"/>
              </a:ext>
            </a:extLst>
          </p:cNvPr>
          <p:cNvSpPr txBox="1"/>
          <p:nvPr/>
        </p:nvSpPr>
        <p:spPr>
          <a:xfrm>
            <a:off x="2701518" y="2316479"/>
            <a:ext cx="678896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“Speaking of languages, it's time to halt starting any new projects in C/C++ and use Rust for those scenarios where a non-GC language is required. For the sake of security and reliability, the industry should declare those languages as deprecated.”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Mark Russinovich</a:t>
            </a:r>
            <a:r>
              <a:rPr lang="en-US" sz="2400" dirty="0">
                <a:solidFill>
                  <a:prstClr val="black"/>
                </a:solidFill>
                <a:latin typeface="Calibri" panose="020F0502020204030204"/>
              </a:rPr>
              <a:t> (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Microsoft Azure CTO), 2022</a:t>
            </a:r>
          </a:p>
        </p:txBody>
      </p:sp>
    </p:spTree>
    <p:extLst>
      <p:ext uri="{BB962C8B-B14F-4D97-AF65-F5344CB8AC3E}">
        <p14:creationId xmlns:p14="http://schemas.microsoft.com/office/powerpoint/2010/main" val="11406779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0CD39-5456-65D2-0E34-31CE4AB58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verification for systems programmers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E32C0C-A7CA-2642-2687-AA72CC81E9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43" y="1440316"/>
            <a:ext cx="10515600" cy="4351338"/>
          </a:xfrm>
        </p:spPr>
        <p:txBody>
          <a:bodyPr/>
          <a:lstStyle/>
          <a:p>
            <a:r>
              <a:rPr lang="en-US" dirty="0"/>
              <a:t>No separate proof language or proof assistant</a:t>
            </a:r>
          </a:p>
          <a:p>
            <a:r>
              <a:rPr lang="en-US" b="1" dirty="0">
                <a:solidFill>
                  <a:srgbClr val="00B050"/>
                </a:solidFill>
              </a:rPr>
              <a:t>specs</a:t>
            </a:r>
            <a:r>
              <a:rPr lang="en-US" dirty="0"/>
              <a:t> + </a:t>
            </a:r>
            <a:r>
              <a:rPr lang="en-US" b="1" dirty="0">
                <a:solidFill>
                  <a:srgbClr val="0070C0"/>
                </a:solidFill>
              </a:rPr>
              <a:t>proofs</a:t>
            </a:r>
            <a:r>
              <a:rPr lang="en-US" dirty="0"/>
              <a:t> + executable code in Rust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A18FDB-D3AF-DA3E-355A-07EA70C25FB8}"/>
              </a:ext>
            </a:extLst>
          </p:cNvPr>
          <p:cNvSpPr txBox="1"/>
          <p:nvPr/>
        </p:nvSpPr>
        <p:spPr>
          <a:xfrm>
            <a:off x="202858" y="3109360"/>
            <a:ext cx="2841419" cy="25853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spec fn triangle(n: int) -&gt;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    decreases 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    if n &lt;= 0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       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    } else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        n + triangle(n - 1)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   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}</a:t>
            </a:r>
            <a:endParaRPr kumimoji="0" lang="en-US" b="1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CCAA3C-EFFB-CC8F-AF4B-C5BC05049316}"/>
              </a:ext>
            </a:extLst>
          </p:cNvPr>
          <p:cNvSpPr txBox="1"/>
          <p:nvPr/>
        </p:nvSpPr>
        <p:spPr>
          <a:xfrm>
            <a:off x="3098849" y="3091799"/>
            <a:ext cx="4280659" cy="25853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proof </a:t>
            </a:r>
            <a:r>
              <a:rPr lang="en-US" b="1" dirty="0" err="1">
                <a:solidFill>
                  <a:srgbClr val="0070C0"/>
                </a:solidFill>
              </a:rPr>
              <a:t>fn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triangle_is_monotonic</a:t>
            </a:r>
            <a:r>
              <a:rPr lang="en-US" b="1" dirty="0">
                <a:solidFill>
                  <a:srgbClr val="0070C0"/>
                </a:solidFill>
              </a:rPr>
              <a:t>(</a:t>
            </a:r>
            <a:r>
              <a:rPr lang="en-US" b="1" dirty="0" err="1">
                <a:solidFill>
                  <a:srgbClr val="0070C0"/>
                </a:solidFill>
              </a:rPr>
              <a:t>i</a:t>
            </a:r>
            <a:r>
              <a:rPr lang="en-US" b="1" dirty="0">
                <a:solidFill>
                  <a:srgbClr val="0070C0"/>
                </a:solidFill>
              </a:rPr>
              <a:t>: int, j: int)</a:t>
            </a:r>
          </a:p>
          <a:p>
            <a:r>
              <a:rPr lang="en-US" b="1" dirty="0">
                <a:solidFill>
                  <a:srgbClr val="0070C0"/>
                </a:solidFill>
              </a:rPr>
              <a:t>    ensures</a:t>
            </a:r>
          </a:p>
          <a:p>
            <a:r>
              <a:rPr lang="en-US" b="1" dirty="0">
                <a:solidFill>
                  <a:srgbClr val="0070C0"/>
                </a:solidFill>
              </a:rPr>
              <a:t>        </a:t>
            </a:r>
            <a:r>
              <a:rPr lang="en-US" b="1" dirty="0" err="1">
                <a:solidFill>
                  <a:srgbClr val="0070C0"/>
                </a:solidFill>
              </a:rPr>
              <a:t>i</a:t>
            </a:r>
            <a:r>
              <a:rPr lang="en-US" b="1" dirty="0">
                <a:solidFill>
                  <a:srgbClr val="0070C0"/>
                </a:solidFill>
              </a:rPr>
              <a:t> &lt;= j ==&gt; triangle(</a:t>
            </a:r>
            <a:r>
              <a:rPr lang="en-US" b="1" dirty="0" err="1">
                <a:solidFill>
                  <a:srgbClr val="0070C0"/>
                </a:solidFill>
              </a:rPr>
              <a:t>i</a:t>
            </a:r>
            <a:r>
              <a:rPr lang="en-US" b="1" dirty="0">
                <a:solidFill>
                  <a:srgbClr val="0070C0"/>
                </a:solidFill>
              </a:rPr>
              <a:t>) &lt;= triangle(j),</a:t>
            </a:r>
          </a:p>
          <a:p>
            <a:r>
              <a:rPr lang="en-US" b="1" dirty="0">
                <a:solidFill>
                  <a:srgbClr val="0070C0"/>
                </a:solidFill>
              </a:rPr>
              <a:t>    decreases j</a:t>
            </a:r>
          </a:p>
          <a:p>
            <a:r>
              <a:rPr lang="en-US" b="1" dirty="0">
                <a:solidFill>
                  <a:srgbClr val="0070C0"/>
                </a:solidFill>
              </a:rPr>
              <a:t>{</a:t>
            </a:r>
          </a:p>
          <a:p>
            <a:r>
              <a:rPr lang="en-US" b="1" dirty="0">
                <a:solidFill>
                  <a:srgbClr val="0070C0"/>
                </a:solidFill>
              </a:rPr>
              <a:t>    if j &gt; 0 {</a:t>
            </a:r>
          </a:p>
          <a:p>
            <a:r>
              <a:rPr lang="en-US" b="1" dirty="0">
                <a:solidFill>
                  <a:srgbClr val="0070C0"/>
                </a:solidFill>
              </a:rPr>
              <a:t>        </a:t>
            </a:r>
            <a:r>
              <a:rPr lang="en-US" b="1" dirty="0" err="1">
                <a:solidFill>
                  <a:srgbClr val="0070C0"/>
                </a:solidFill>
              </a:rPr>
              <a:t>triangle_is_monotonic</a:t>
            </a:r>
            <a:r>
              <a:rPr lang="en-US" b="1" dirty="0">
                <a:solidFill>
                  <a:srgbClr val="0070C0"/>
                </a:solidFill>
              </a:rPr>
              <a:t>(</a:t>
            </a:r>
            <a:r>
              <a:rPr lang="en-US" b="1" dirty="0" err="1">
                <a:solidFill>
                  <a:srgbClr val="0070C0"/>
                </a:solidFill>
              </a:rPr>
              <a:t>i</a:t>
            </a:r>
            <a:r>
              <a:rPr lang="en-US" b="1" dirty="0">
                <a:solidFill>
                  <a:srgbClr val="0070C0"/>
                </a:solidFill>
              </a:rPr>
              <a:t>, j - 1);</a:t>
            </a:r>
          </a:p>
          <a:p>
            <a:r>
              <a:rPr lang="en-US" b="1" dirty="0">
                <a:solidFill>
                  <a:srgbClr val="0070C0"/>
                </a:solidFill>
              </a:rPr>
              <a:t>    }</a:t>
            </a:r>
          </a:p>
          <a:p>
            <a:r>
              <a:rPr lang="en-US" b="1" dirty="0">
                <a:solidFill>
                  <a:srgbClr val="0070C0"/>
                </a:solidFill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191AE4-08AE-4CE0-C26F-3331A4911DD7}"/>
              </a:ext>
            </a:extLst>
          </p:cNvPr>
          <p:cNvSpPr txBox="1"/>
          <p:nvPr/>
        </p:nvSpPr>
        <p:spPr>
          <a:xfrm>
            <a:off x="7488652" y="1983803"/>
            <a:ext cx="4604594" cy="48013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</a:t>
            </a:r>
            <a:r>
              <a:rPr lang="en-US" dirty="0" err="1"/>
              <a:t>loop_triangle</a:t>
            </a:r>
            <a:r>
              <a:rPr lang="en-US" dirty="0"/>
              <a:t>(n: u32) -&gt; </a:t>
            </a:r>
            <a:r>
              <a:rPr lang="en-US" b="1" dirty="0">
                <a:solidFill>
                  <a:srgbClr val="00B050"/>
                </a:solidFill>
              </a:rPr>
              <a:t>(sum: </a:t>
            </a:r>
            <a:r>
              <a:rPr lang="en-US" dirty="0"/>
              <a:t>u32</a:t>
            </a:r>
            <a:r>
              <a:rPr lang="en-US" b="1" dirty="0">
                <a:solidFill>
                  <a:srgbClr val="00B050"/>
                </a:solidFill>
              </a:rPr>
              <a:t>)</a:t>
            </a:r>
          </a:p>
          <a:p>
            <a:r>
              <a:rPr lang="en-US" b="1" dirty="0">
                <a:solidFill>
                  <a:srgbClr val="00B050"/>
                </a:solidFill>
              </a:rPr>
              <a:t>    requires </a:t>
            </a:r>
            <a:r>
              <a:rPr lang="pt-BR" b="1" dirty="0">
                <a:solidFill>
                  <a:srgbClr val="00B050"/>
                </a:solidFill>
              </a:rPr>
              <a:t>triangle(n as int) &lt;= u32::MAX</a:t>
            </a:r>
          </a:p>
          <a:p>
            <a:r>
              <a:rPr lang="en-US" b="1" dirty="0">
                <a:solidFill>
                  <a:srgbClr val="00B050"/>
                </a:solidFill>
              </a:rPr>
              <a:t>    ensures </a:t>
            </a:r>
            <a:r>
              <a:rPr lang="pt-BR" b="1" dirty="0">
                <a:solidFill>
                  <a:srgbClr val="00B050"/>
                </a:solidFill>
              </a:rPr>
              <a:t>sum == triangle(n as int)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let mut sum: u32 = 0;</a:t>
            </a:r>
          </a:p>
          <a:p>
            <a:r>
              <a:rPr lang="en-US" dirty="0"/>
              <a:t>    for </a:t>
            </a:r>
            <a:r>
              <a:rPr lang="en-US" dirty="0" err="1"/>
              <a:t>idx</a:t>
            </a:r>
            <a:r>
              <a:rPr lang="en-US" dirty="0"/>
              <a:t> in 0..n</a:t>
            </a:r>
          </a:p>
          <a:p>
            <a:r>
              <a:rPr lang="en-US" b="1" dirty="0">
                <a:solidFill>
                  <a:srgbClr val="00B050"/>
                </a:solidFill>
              </a:rPr>
              <a:t>        invariant</a:t>
            </a:r>
          </a:p>
          <a:p>
            <a:r>
              <a:rPr lang="en-US" b="1" dirty="0">
                <a:solidFill>
                  <a:srgbClr val="00B050"/>
                </a:solidFill>
              </a:rPr>
              <a:t>            sum == triangle(</a:t>
            </a:r>
            <a:r>
              <a:rPr lang="en-US" b="1" dirty="0" err="1">
                <a:solidFill>
                  <a:srgbClr val="00B050"/>
                </a:solidFill>
              </a:rPr>
              <a:t>idx</a:t>
            </a:r>
            <a:r>
              <a:rPr lang="en-US" b="1" dirty="0">
                <a:solidFill>
                  <a:srgbClr val="00B050"/>
                </a:solidFill>
              </a:rPr>
              <a:t> as int),</a:t>
            </a:r>
          </a:p>
          <a:p>
            <a:r>
              <a:rPr lang="pt-BR" b="1" dirty="0">
                <a:solidFill>
                  <a:srgbClr val="00B050"/>
                </a:solidFill>
              </a:rPr>
              <a:t>            triangle(n as int) &lt;= u32::MAX,</a:t>
            </a:r>
          </a:p>
          <a:p>
            <a:r>
              <a:rPr lang="en-US" dirty="0"/>
              <a:t>    {</a:t>
            </a:r>
          </a:p>
          <a:p>
            <a:r>
              <a:rPr lang="en-US" b="1" dirty="0">
                <a:solidFill>
                  <a:srgbClr val="0070C0"/>
                </a:solidFill>
              </a:rPr>
              <a:t>        assert(sum + (</a:t>
            </a:r>
            <a:r>
              <a:rPr lang="en-US" b="1" dirty="0" err="1">
                <a:solidFill>
                  <a:srgbClr val="0070C0"/>
                </a:solidFill>
              </a:rPr>
              <a:t>idx</a:t>
            </a:r>
            <a:r>
              <a:rPr lang="en-US" b="1" dirty="0">
                <a:solidFill>
                  <a:srgbClr val="0070C0"/>
                </a:solidFill>
              </a:rPr>
              <a:t> + 1) &lt;= u32::MAX) by {</a:t>
            </a:r>
          </a:p>
          <a:p>
            <a:r>
              <a:rPr lang="en-US" b="1" dirty="0">
                <a:solidFill>
                  <a:srgbClr val="0070C0"/>
                </a:solidFill>
              </a:rPr>
              <a:t>            </a:t>
            </a:r>
            <a:r>
              <a:rPr lang="en-US" b="1" dirty="0" err="1">
                <a:solidFill>
                  <a:srgbClr val="0070C0"/>
                </a:solidFill>
              </a:rPr>
              <a:t>triangle_is_monotonic</a:t>
            </a:r>
            <a:r>
              <a:rPr lang="en-US" b="1" dirty="0">
                <a:solidFill>
                  <a:srgbClr val="0070C0"/>
                </a:solidFill>
              </a:rPr>
              <a:t>(</a:t>
            </a:r>
            <a:r>
              <a:rPr lang="en-US" b="1" dirty="0" err="1">
                <a:solidFill>
                  <a:srgbClr val="0070C0"/>
                </a:solidFill>
              </a:rPr>
              <a:t>idx</a:t>
            </a:r>
            <a:r>
              <a:rPr lang="en-US" b="1" dirty="0">
                <a:solidFill>
                  <a:srgbClr val="0070C0"/>
                </a:solidFill>
              </a:rPr>
              <a:t> + 1, n as int);</a:t>
            </a:r>
          </a:p>
          <a:p>
            <a:r>
              <a:rPr lang="en-US" b="1" dirty="0">
                <a:solidFill>
                  <a:srgbClr val="0070C0"/>
                </a:solidFill>
              </a:rPr>
              <a:t>        }</a:t>
            </a:r>
          </a:p>
          <a:p>
            <a:r>
              <a:rPr lang="en-US" dirty="0"/>
              <a:t>        sum = sum + (</a:t>
            </a:r>
            <a:r>
              <a:rPr lang="en-US" dirty="0" err="1"/>
              <a:t>idx</a:t>
            </a:r>
            <a:r>
              <a:rPr lang="en-US" dirty="0"/>
              <a:t> + 1);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sum</a:t>
            </a:r>
          </a:p>
          <a:p>
            <a:r>
              <a:rPr lang="en-US" dirty="0"/>
              <a:t>}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C9395B7-9A67-AAE8-A217-3D1141EDA18C}"/>
              </a:ext>
            </a:extLst>
          </p:cNvPr>
          <p:cNvCxnSpPr>
            <a:cxnSpLocks/>
          </p:cNvCxnSpPr>
          <p:nvPr/>
        </p:nvCxnSpPr>
        <p:spPr>
          <a:xfrm flipH="1">
            <a:off x="693964" y="2383971"/>
            <a:ext cx="530679" cy="7253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8A8EA0C-765F-71DE-8B7B-18412C6519E1}"/>
              </a:ext>
            </a:extLst>
          </p:cNvPr>
          <p:cNvCxnSpPr>
            <a:cxnSpLocks/>
          </p:cNvCxnSpPr>
          <p:nvPr/>
        </p:nvCxnSpPr>
        <p:spPr>
          <a:xfrm>
            <a:off x="2449286" y="2383971"/>
            <a:ext cx="982738" cy="7078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4B50213-0769-8D5C-BDC8-9401DDE90F46}"/>
              </a:ext>
            </a:extLst>
          </p:cNvPr>
          <p:cNvCxnSpPr>
            <a:cxnSpLocks/>
          </p:cNvCxnSpPr>
          <p:nvPr/>
        </p:nvCxnSpPr>
        <p:spPr>
          <a:xfrm>
            <a:off x="4041321" y="2323703"/>
            <a:ext cx="3447331" cy="5439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9C36442-77BB-BB8A-90E3-5C1D3E7A78EA}"/>
              </a:ext>
            </a:extLst>
          </p:cNvPr>
          <p:cNvSpPr txBox="1"/>
          <p:nvPr/>
        </p:nvSpPr>
        <p:spPr>
          <a:xfrm>
            <a:off x="739357" y="5811979"/>
            <a:ext cx="42966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spec </a:t>
            </a:r>
            <a:r>
              <a:rPr lang="en-US" dirty="0" err="1"/>
              <a:t>fn</a:t>
            </a:r>
            <a:r>
              <a:rPr lang="en-US" dirty="0"/>
              <a:t>, proof </a:t>
            </a:r>
            <a:r>
              <a:rPr lang="en-US" dirty="0" err="1"/>
              <a:t>fn</a:t>
            </a:r>
            <a:r>
              <a:rPr lang="en-US" dirty="0"/>
              <a:t> must terminate</a:t>
            </a:r>
          </a:p>
          <a:p>
            <a:r>
              <a:rPr lang="en-US" dirty="0"/>
              <a:t>- disallowed: spec </a:t>
            </a:r>
            <a:r>
              <a:rPr lang="en-US" dirty="0" err="1"/>
              <a:t>fn</a:t>
            </a:r>
            <a:r>
              <a:rPr lang="en-US" dirty="0"/>
              <a:t> f() -&gt; bool { !f() }</a:t>
            </a:r>
          </a:p>
          <a:p>
            <a:r>
              <a:rPr lang="en-US" dirty="0"/>
              <a:t>- disallowed: proof </a:t>
            </a:r>
            <a:r>
              <a:rPr lang="en-US" dirty="0" err="1"/>
              <a:t>fn</a:t>
            </a:r>
            <a:r>
              <a:rPr lang="en-US" dirty="0"/>
              <a:t> f() ensures false { f(); }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DEC6CD6-D10C-5F66-CA80-3FEFAE287A4A}"/>
              </a:ext>
            </a:extLst>
          </p:cNvPr>
          <p:cNvCxnSpPr/>
          <p:nvPr/>
        </p:nvCxnSpPr>
        <p:spPr>
          <a:xfrm flipH="1" flipV="1">
            <a:off x="1224643" y="3657600"/>
            <a:ext cx="485285" cy="22037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D807A73-62ED-AF2F-B4D4-56A5D02D25AC}"/>
              </a:ext>
            </a:extLst>
          </p:cNvPr>
          <p:cNvCxnSpPr/>
          <p:nvPr/>
        </p:nvCxnSpPr>
        <p:spPr>
          <a:xfrm flipV="1">
            <a:off x="2551176" y="4187952"/>
            <a:ext cx="1261872" cy="162402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5241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0CD39-5456-65D2-0E34-31CE4AB58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verification for systems programmers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E32C0C-A7CA-2642-2687-AA72CC81E9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43" y="1440316"/>
            <a:ext cx="10515600" cy="4351338"/>
          </a:xfrm>
        </p:spPr>
        <p:txBody>
          <a:bodyPr/>
          <a:lstStyle/>
          <a:p>
            <a:r>
              <a:rPr lang="en-US" dirty="0"/>
              <a:t>Spec and proof code are “ghost”</a:t>
            </a:r>
          </a:p>
          <a:p>
            <a:pPr lvl="1"/>
            <a:r>
              <a:rPr lang="en-US" dirty="0"/>
              <a:t>ghost code erased via macro before compiling</a:t>
            </a:r>
          </a:p>
          <a:p>
            <a:pPr lvl="1"/>
            <a:r>
              <a:rPr lang="en-US" dirty="0"/>
              <a:t>can use regular </a:t>
            </a:r>
            <a:r>
              <a:rPr lang="en-US" dirty="0" err="1"/>
              <a:t>rustc</a:t>
            </a:r>
            <a:r>
              <a:rPr lang="en-US" dirty="0"/>
              <a:t> compiler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A18FDB-D3AF-DA3E-355A-07EA70C25FB8}"/>
              </a:ext>
            </a:extLst>
          </p:cNvPr>
          <p:cNvSpPr txBox="1"/>
          <p:nvPr/>
        </p:nvSpPr>
        <p:spPr>
          <a:xfrm>
            <a:off x="202858" y="3109360"/>
            <a:ext cx="2841419" cy="25853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spec fn triangle(n: int) -&gt;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    decreases 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    if n &lt;= 0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       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    } else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        n + triangle(n - 1)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   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}</a:t>
            </a:r>
            <a:endParaRPr kumimoji="0" lang="en-US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CCAA3C-EFFB-CC8F-AF4B-C5BC05049316}"/>
              </a:ext>
            </a:extLst>
          </p:cNvPr>
          <p:cNvSpPr txBox="1"/>
          <p:nvPr/>
        </p:nvSpPr>
        <p:spPr>
          <a:xfrm>
            <a:off x="3098849" y="3091799"/>
            <a:ext cx="4280659" cy="25853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proof </a:t>
            </a:r>
            <a:r>
              <a:rPr lang="en-US" b="1" dirty="0" err="1">
                <a:solidFill>
                  <a:schemeClr val="bg1"/>
                </a:solidFill>
              </a:rPr>
              <a:t>fn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triangle_is_monotonic</a:t>
            </a:r>
            <a:r>
              <a:rPr lang="en-US" b="1" dirty="0">
                <a:solidFill>
                  <a:schemeClr val="bg1"/>
                </a:solidFill>
              </a:rPr>
              <a:t>(</a:t>
            </a:r>
            <a:r>
              <a:rPr lang="en-US" b="1" dirty="0" err="1">
                <a:solidFill>
                  <a:schemeClr val="bg1"/>
                </a:solidFill>
              </a:rPr>
              <a:t>i</a:t>
            </a:r>
            <a:r>
              <a:rPr lang="en-US" b="1" dirty="0">
                <a:solidFill>
                  <a:schemeClr val="bg1"/>
                </a:solidFill>
              </a:rPr>
              <a:t>: int, j: int)</a:t>
            </a:r>
          </a:p>
          <a:p>
            <a:r>
              <a:rPr lang="en-US" b="1" dirty="0">
                <a:solidFill>
                  <a:schemeClr val="bg1"/>
                </a:solidFill>
              </a:rPr>
              <a:t>    ensures</a:t>
            </a:r>
          </a:p>
          <a:p>
            <a:r>
              <a:rPr lang="en-US" b="1" dirty="0">
                <a:solidFill>
                  <a:schemeClr val="bg1"/>
                </a:solidFill>
              </a:rPr>
              <a:t>        </a:t>
            </a:r>
            <a:r>
              <a:rPr lang="en-US" b="1" dirty="0" err="1">
                <a:solidFill>
                  <a:schemeClr val="bg1"/>
                </a:solidFill>
              </a:rPr>
              <a:t>i</a:t>
            </a:r>
            <a:r>
              <a:rPr lang="en-US" b="1" dirty="0">
                <a:solidFill>
                  <a:schemeClr val="bg1"/>
                </a:solidFill>
              </a:rPr>
              <a:t> &lt;= j ==&gt; triangle(</a:t>
            </a:r>
            <a:r>
              <a:rPr lang="en-US" b="1" dirty="0" err="1">
                <a:solidFill>
                  <a:schemeClr val="bg1"/>
                </a:solidFill>
              </a:rPr>
              <a:t>i</a:t>
            </a:r>
            <a:r>
              <a:rPr lang="en-US" b="1" dirty="0">
                <a:solidFill>
                  <a:schemeClr val="bg1"/>
                </a:solidFill>
              </a:rPr>
              <a:t>) &lt;= triangle(j),</a:t>
            </a:r>
          </a:p>
          <a:p>
            <a:r>
              <a:rPr lang="en-US" b="1" dirty="0">
                <a:solidFill>
                  <a:schemeClr val="bg1"/>
                </a:solidFill>
              </a:rPr>
              <a:t>    decreases j</a:t>
            </a:r>
          </a:p>
          <a:p>
            <a:r>
              <a:rPr lang="en-US" b="1" dirty="0">
                <a:solidFill>
                  <a:schemeClr val="bg1"/>
                </a:solidFill>
              </a:rPr>
              <a:t>{</a:t>
            </a:r>
          </a:p>
          <a:p>
            <a:r>
              <a:rPr lang="en-US" b="1" dirty="0">
                <a:solidFill>
                  <a:schemeClr val="bg1"/>
                </a:solidFill>
              </a:rPr>
              <a:t>    if j &gt; 0 {</a:t>
            </a:r>
          </a:p>
          <a:p>
            <a:r>
              <a:rPr lang="en-US" b="1" dirty="0">
                <a:solidFill>
                  <a:schemeClr val="bg1"/>
                </a:solidFill>
              </a:rPr>
              <a:t>        </a:t>
            </a:r>
            <a:r>
              <a:rPr lang="en-US" b="1" dirty="0" err="1">
                <a:solidFill>
                  <a:schemeClr val="bg1"/>
                </a:solidFill>
              </a:rPr>
              <a:t>triangle_is_monotonic</a:t>
            </a:r>
            <a:r>
              <a:rPr lang="en-US" b="1" dirty="0">
                <a:solidFill>
                  <a:schemeClr val="bg1"/>
                </a:solidFill>
              </a:rPr>
              <a:t>(</a:t>
            </a:r>
            <a:r>
              <a:rPr lang="en-US" b="1" dirty="0" err="1">
                <a:solidFill>
                  <a:schemeClr val="bg1"/>
                </a:solidFill>
              </a:rPr>
              <a:t>i</a:t>
            </a:r>
            <a:r>
              <a:rPr lang="en-US" b="1" dirty="0">
                <a:solidFill>
                  <a:schemeClr val="bg1"/>
                </a:solidFill>
              </a:rPr>
              <a:t>, j - 1);</a:t>
            </a:r>
          </a:p>
          <a:p>
            <a:r>
              <a:rPr lang="en-US" b="1" dirty="0">
                <a:solidFill>
                  <a:schemeClr val="bg1"/>
                </a:solidFill>
              </a:rPr>
              <a:t>    }</a:t>
            </a:r>
          </a:p>
          <a:p>
            <a:r>
              <a:rPr lang="en-US" b="1" dirty="0">
                <a:solidFill>
                  <a:schemeClr val="bg1"/>
                </a:solidFill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191AE4-08AE-4CE0-C26F-3331A4911DD7}"/>
              </a:ext>
            </a:extLst>
          </p:cNvPr>
          <p:cNvSpPr txBox="1"/>
          <p:nvPr/>
        </p:nvSpPr>
        <p:spPr>
          <a:xfrm>
            <a:off x="7488652" y="1983803"/>
            <a:ext cx="4604594" cy="48013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</a:t>
            </a:r>
            <a:r>
              <a:rPr lang="en-US" dirty="0" err="1"/>
              <a:t>loop_triangle</a:t>
            </a:r>
            <a:r>
              <a:rPr lang="en-US" dirty="0"/>
              <a:t>(n: u32) -&gt; 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b="1" dirty="0">
                <a:solidFill>
                  <a:schemeClr val="bg1"/>
                </a:solidFill>
              </a:rPr>
              <a:t>sum: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/>
              <a:t>u32</a:t>
            </a:r>
            <a:r>
              <a:rPr lang="en-US" b="1" dirty="0">
                <a:solidFill>
                  <a:schemeClr val="bg1"/>
                </a:solidFill>
              </a:rPr>
              <a:t>)</a:t>
            </a:r>
          </a:p>
          <a:p>
            <a:r>
              <a:rPr lang="en-US" b="1" dirty="0">
                <a:solidFill>
                  <a:schemeClr val="bg1"/>
                </a:solidFill>
              </a:rPr>
              <a:t>    requires </a:t>
            </a:r>
            <a:r>
              <a:rPr lang="pt-BR" b="1" dirty="0">
                <a:solidFill>
                  <a:schemeClr val="bg1"/>
                </a:solidFill>
              </a:rPr>
              <a:t>triangle(n as int) &lt;= u32::MAX</a:t>
            </a:r>
          </a:p>
          <a:p>
            <a:r>
              <a:rPr lang="en-US" b="1" dirty="0">
                <a:solidFill>
                  <a:schemeClr val="bg1"/>
                </a:solidFill>
              </a:rPr>
              <a:t>    ensures </a:t>
            </a:r>
            <a:r>
              <a:rPr lang="pt-BR" b="1" dirty="0">
                <a:solidFill>
                  <a:schemeClr val="bg1"/>
                </a:solidFill>
              </a:rPr>
              <a:t>sum == triangle(n as int)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let mut sum: u32 = 0;</a:t>
            </a:r>
          </a:p>
          <a:p>
            <a:r>
              <a:rPr lang="en-US" dirty="0"/>
              <a:t>    for </a:t>
            </a:r>
            <a:r>
              <a:rPr lang="en-US" dirty="0" err="1"/>
              <a:t>idx</a:t>
            </a:r>
            <a:r>
              <a:rPr lang="en-US" dirty="0"/>
              <a:t> in 0..n</a:t>
            </a:r>
          </a:p>
          <a:p>
            <a:r>
              <a:rPr lang="en-US" b="1" dirty="0">
                <a:solidFill>
                  <a:schemeClr val="bg1"/>
                </a:solidFill>
              </a:rPr>
              <a:t>        invariant</a:t>
            </a:r>
          </a:p>
          <a:p>
            <a:r>
              <a:rPr lang="en-US" b="1" dirty="0">
                <a:solidFill>
                  <a:schemeClr val="bg1"/>
                </a:solidFill>
              </a:rPr>
              <a:t>            sum == triangle(</a:t>
            </a:r>
            <a:r>
              <a:rPr lang="en-US" b="1" dirty="0" err="1">
                <a:solidFill>
                  <a:schemeClr val="bg1"/>
                </a:solidFill>
              </a:rPr>
              <a:t>idx</a:t>
            </a:r>
            <a:r>
              <a:rPr lang="en-US" b="1" dirty="0">
                <a:solidFill>
                  <a:schemeClr val="bg1"/>
                </a:solidFill>
              </a:rPr>
              <a:t> as int),</a:t>
            </a:r>
          </a:p>
          <a:p>
            <a:r>
              <a:rPr lang="pt-BR" b="1" dirty="0">
                <a:solidFill>
                  <a:schemeClr val="bg1"/>
                </a:solidFill>
              </a:rPr>
              <a:t>            triangle(n as int) &lt;= u32::MAX,</a:t>
            </a:r>
          </a:p>
          <a:p>
            <a:r>
              <a:rPr lang="en-US" dirty="0"/>
              <a:t>    {</a:t>
            </a:r>
          </a:p>
          <a:p>
            <a:r>
              <a:rPr lang="en-US" b="1" dirty="0">
                <a:solidFill>
                  <a:schemeClr val="bg1"/>
                </a:solidFill>
              </a:rPr>
              <a:t>        assert(sum + (</a:t>
            </a:r>
            <a:r>
              <a:rPr lang="en-US" b="1" dirty="0" err="1">
                <a:solidFill>
                  <a:schemeClr val="bg1"/>
                </a:solidFill>
              </a:rPr>
              <a:t>idx</a:t>
            </a:r>
            <a:r>
              <a:rPr lang="en-US" b="1" dirty="0">
                <a:solidFill>
                  <a:schemeClr val="bg1"/>
                </a:solidFill>
              </a:rPr>
              <a:t> + 1) &lt;= u32::MAX) by {</a:t>
            </a:r>
          </a:p>
          <a:p>
            <a:r>
              <a:rPr lang="en-US" b="1" dirty="0">
                <a:solidFill>
                  <a:schemeClr val="bg1"/>
                </a:solidFill>
              </a:rPr>
              <a:t>            </a:t>
            </a:r>
            <a:r>
              <a:rPr lang="en-US" b="1" dirty="0" err="1">
                <a:solidFill>
                  <a:schemeClr val="bg1"/>
                </a:solidFill>
              </a:rPr>
              <a:t>triangle_is_monotonic</a:t>
            </a:r>
            <a:r>
              <a:rPr lang="en-US" b="1" dirty="0">
                <a:solidFill>
                  <a:schemeClr val="bg1"/>
                </a:solidFill>
              </a:rPr>
              <a:t>(</a:t>
            </a:r>
            <a:r>
              <a:rPr lang="en-US" b="1" dirty="0" err="1">
                <a:solidFill>
                  <a:schemeClr val="bg1"/>
                </a:solidFill>
              </a:rPr>
              <a:t>idx</a:t>
            </a:r>
            <a:r>
              <a:rPr lang="en-US" b="1" dirty="0">
                <a:solidFill>
                  <a:schemeClr val="bg1"/>
                </a:solidFill>
              </a:rPr>
              <a:t> + 1, n as int);</a:t>
            </a:r>
          </a:p>
          <a:p>
            <a:r>
              <a:rPr lang="en-US" b="1" dirty="0">
                <a:solidFill>
                  <a:schemeClr val="bg1"/>
                </a:solidFill>
              </a:rPr>
              <a:t>        }</a:t>
            </a:r>
          </a:p>
          <a:p>
            <a:r>
              <a:rPr lang="en-US" dirty="0"/>
              <a:t>        sum = sum + (</a:t>
            </a:r>
            <a:r>
              <a:rPr lang="en-US" dirty="0" err="1"/>
              <a:t>idx</a:t>
            </a:r>
            <a:r>
              <a:rPr lang="en-US" dirty="0"/>
              <a:t> + 1);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sum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278289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75F9A82-DFD8-FE08-11C8-9CFF2FB0A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4" y="411825"/>
            <a:ext cx="10810497" cy="676606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 systems projects (&gt;= 250K total public LoC)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0B14ABD-14F2-2E79-2B4E-1610C8D8DE25}"/>
              </a:ext>
            </a:extLst>
          </p:cNvPr>
          <p:cNvGrpSpPr/>
          <p:nvPr/>
        </p:nvGrpSpPr>
        <p:grpSpPr>
          <a:xfrm>
            <a:off x="7947335" y="1073270"/>
            <a:ext cx="2185358" cy="2205444"/>
            <a:chOff x="8427129" y="1073105"/>
            <a:chExt cx="2185511" cy="220559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10A5F4F-50A4-87E2-18A1-79CA81B30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816926" y="1830064"/>
              <a:ext cx="1448639" cy="144863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B9F4730-BE3D-C5B1-FD50-7B8CDADC1CD2}"/>
                </a:ext>
              </a:extLst>
            </p:cNvPr>
            <p:cNvSpPr txBox="1"/>
            <p:nvPr/>
          </p:nvSpPr>
          <p:spPr>
            <a:xfrm>
              <a:off x="8427129" y="1073105"/>
              <a:ext cx="2185511" cy="7387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Concurrent </a:t>
              </a:r>
            </a:p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Memory Allocator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0AF3C6E-410A-A659-A0CC-B9EC7E4DB577}"/>
              </a:ext>
            </a:extLst>
          </p:cNvPr>
          <p:cNvGrpSpPr/>
          <p:nvPr/>
        </p:nvGrpSpPr>
        <p:grpSpPr>
          <a:xfrm>
            <a:off x="5394729" y="1073271"/>
            <a:ext cx="3235381" cy="2205444"/>
            <a:chOff x="5727678" y="1073105"/>
            <a:chExt cx="3235608" cy="2205599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4142212-79F2-BC8B-6078-1A225D581D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550948" y="1830064"/>
              <a:ext cx="1589068" cy="144864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5B19517-30F4-19C7-E01E-394AB7911A10}"/>
                </a:ext>
              </a:extLst>
            </p:cNvPr>
            <p:cNvSpPr txBox="1"/>
            <p:nvPr/>
          </p:nvSpPr>
          <p:spPr>
            <a:xfrm>
              <a:off x="5727678" y="1073105"/>
              <a:ext cx="3235608" cy="7387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Distributed </a:t>
              </a:r>
            </a:p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Key-Value Store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BAC0C4E-0218-B87C-DB54-24C3307CE02A}"/>
              </a:ext>
            </a:extLst>
          </p:cNvPr>
          <p:cNvGrpSpPr/>
          <p:nvPr/>
        </p:nvGrpSpPr>
        <p:grpSpPr>
          <a:xfrm>
            <a:off x="2614772" y="1067061"/>
            <a:ext cx="3545502" cy="2211653"/>
            <a:chOff x="2672115" y="1073105"/>
            <a:chExt cx="3545751" cy="2211808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740DE4AD-3B43-BBA2-9F90-014B0052A42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061398" y="1830063"/>
              <a:ext cx="2767185" cy="1454850"/>
            </a:xfrm>
            <a:prstGeom prst="rect">
              <a:avLst/>
            </a:prstGeom>
            <a:ln w="38100" cap="sq">
              <a:solidFill>
                <a:srgbClr val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D52715A-C0E8-33F3-D66D-6EF9EF2F59BC}"/>
                </a:ext>
              </a:extLst>
            </p:cNvPr>
            <p:cNvSpPr txBox="1"/>
            <p:nvPr/>
          </p:nvSpPr>
          <p:spPr>
            <a:xfrm>
              <a:off x="2672115" y="1073105"/>
              <a:ext cx="3545751" cy="7387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NUMA-aware </a:t>
              </a:r>
            </a:p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Replica Library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EB2D104-F89C-C78E-74A6-00702FF3B8CD}"/>
              </a:ext>
            </a:extLst>
          </p:cNvPr>
          <p:cNvGrpSpPr/>
          <p:nvPr/>
        </p:nvGrpSpPr>
        <p:grpSpPr>
          <a:xfrm>
            <a:off x="222004" y="1396414"/>
            <a:ext cx="2286031" cy="1882300"/>
            <a:chOff x="538865" y="1396271"/>
            <a:chExt cx="2286192" cy="188243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2C78E97-6EC2-530B-10B9-1B642040EF2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email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38865" y="1823853"/>
              <a:ext cx="2286192" cy="1454850"/>
            </a:xfrm>
            <a:prstGeom prst="rect">
              <a:avLst/>
            </a:prstGeom>
            <a:ln w="38100" cap="sq">
              <a:solidFill>
                <a:srgbClr val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BB55772-6309-7472-71D9-545397F7BBAC}"/>
                </a:ext>
              </a:extLst>
            </p:cNvPr>
            <p:cNvSpPr txBox="1"/>
            <p:nvPr/>
          </p:nvSpPr>
          <p:spPr>
            <a:xfrm>
              <a:off x="755301" y="1396271"/>
              <a:ext cx="1864731" cy="4155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OS Page Table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243BFC8-7C05-E889-A216-A154060348CB}"/>
              </a:ext>
            </a:extLst>
          </p:cNvPr>
          <p:cNvGrpSpPr/>
          <p:nvPr/>
        </p:nvGrpSpPr>
        <p:grpSpPr>
          <a:xfrm>
            <a:off x="9935897" y="1073270"/>
            <a:ext cx="2120139" cy="2128484"/>
            <a:chOff x="10362768" y="1073105"/>
            <a:chExt cx="2120288" cy="2128633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5BCF464-29A8-0E17-1A3D-42C0A5ED1F91}"/>
                </a:ext>
              </a:extLst>
            </p:cNvPr>
            <p:cNvSpPr txBox="1"/>
            <p:nvPr/>
          </p:nvSpPr>
          <p:spPr>
            <a:xfrm>
              <a:off x="10362768" y="1073105"/>
              <a:ext cx="2027676" cy="7387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Persistent-</a:t>
              </a:r>
            </a:p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Memory Log</a:t>
              </a:r>
            </a:p>
          </p:txBody>
        </p:sp>
        <p:pic>
          <p:nvPicPr>
            <p:cNvPr id="18" name="Picture 2" descr="Intel Optane Memory: What is It and Why Do You Need It?">
              <a:extLst>
                <a:ext uri="{FF2B5EF4-FFF2-40B4-BE49-F238E27FC236}">
                  <a16:creationId xmlns:a16="http://schemas.microsoft.com/office/drawing/2014/main" id="{B2239207-7524-947B-092A-33470FAC920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10402349" y="1830980"/>
              <a:ext cx="2080707" cy="13707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E42E202-B400-8CA6-8AC5-FC60BCE9B5DB}"/>
              </a:ext>
            </a:extLst>
          </p:cNvPr>
          <p:cNvGrpSpPr/>
          <p:nvPr/>
        </p:nvGrpSpPr>
        <p:grpSpPr>
          <a:xfrm>
            <a:off x="7541035" y="3624187"/>
            <a:ext cx="1951799" cy="2005037"/>
            <a:chOff x="4636278" y="3963068"/>
            <a:chExt cx="1951936" cy="2005177"/>
          </a:xfrm>
        </p:grpSpPr>
        <p:pic>
          <p:nvPicPr>
            <p:cNvPr id="20" name="Picture 8">
              <a:extLst>
                <a:ext uri="{FF2B5EF4-FFF2-40B4-BE49-F238E27FC236}">
                  <a16:creationId xmlns:a16="http://schemas.microsoft.com/office/drawing/2014/main" id="{B46131F5-4D0A-197D-C9C2-10ED4577C08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61107" y="4701733"/>
              <a:ext cx="1302279" cy="12665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145B7E3-F633-C310-077B-538452225E3C}"/>
                </a:ext>
              </a:extLst>
            </p:cNvPr>
            <p:cNvSpPr txBox="1"/>
            <p:nvPr/>
          </p:nvSpPr>
          <p:spPr>
            <a:xfrm>
              <a:off x="4636278" y="3963068"/>
              <a:ext cx="1951936" cy="7387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Kubernetes</a:t>
              </a:r>
            </a:p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Controller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BBAA308-3C03-D68F-799A-9854AD3C50CC}"/>
              </a:ext>
            </a:extLst>
          </p:cNvPr>
          <p:cNvGrpSpPr/>
          <p:nvPr/>
        </p:nvGrpSpPr>
        <p:grpSpPr>
          <a:xfrm>
            <a:off x="9296685" y="3620097"/>
            <a:ext cx="2446545" cy="2009125"/>
            <a:chOff x="6392050" y="3958979"/>
            <a:chExt cx="2446717" cy="2009266"/>
          </a:xfrm>
        </p:grpSpPr>
        <p:pic>
          <p:nvPicPr>
            <p:cNvPr id="23" name="Picture 10" descr="Anjuna Partner: AMD">
              <a:extLst>
                <a:ext uri="{FF2B5EF4-FFF2-40B4-BE49-F238E27FC236}">
                  <a16:creationId xmlns:a16="http://schemas.microsoft.com/office/drawing/2014/main" id="{8DABF278-DA39-0D9E-83C3-B9F50951657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6973795" y="4701733"/>
              <a:ext cx="1283226" cy="12665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ACFEBBE-1275-83CE-5112-D0961B7BFAFB}"/>
                </a:ext>
              </a:extLst>
            </p:cNvPr>
            <p:cNvSpPr txBox="1"/>
            <p:nvPr/>
          </p:nvSpPr>
          <p:spPr>
            <a:xfrm>
              <a:off x="6392050" y="3958979"/>
              <a:ext cx="2446717" cy="7387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Security Module for Confidential VMs</a:t>
              </a:r>
            </a:p>
          </p:txBody>
        </p:sp>
      </p:grpSp>
      <p:pic>
        <p:nvPicPr>
          <p:cNvPr id="1026" name="Picture 2">
            <a:extLst>
              <a:ext uri="{FF2B5EF4-FFF2-40B4-BE49-F238E27FC236}">
                <a16:creationId xmlns:a16="http://schemas.microsoft.com/office/drawing/2014/main" id="{788ABFC0-F8E6-C102-9C86-C90E84C320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77195" y="4398486"/>
            <a:ext cx="2007108" cy="170113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C2DE9C0-577B-BEBF-6B02-B1525F308505}"/>
              </a:ext>
            </a:extLst>
          </p:cNvPr>
          <p:cNvSpPr txBox="1"/>
          <p:nvPr/>
        </p:nvSpPr>
        <p:spPr>
          <a:xfrm>
            <a:off x="1014341" y="3897295"/>
            <a:ext cx="193281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358">
              <a:defRPr/>
            </a:pPr>
            <a:r>
              <a:rPr lang="en-US" sz="2100" dirty="0">
                <a:solidFill>
                  <a:prstClr val="black"/>
                </a:solidFill>
                <a:latin typeface="Calibri" panose="020F0502020204030204"/>
              </a:rPr>
              <a:t>Microkernel</a:t>
            </a:r>
          </a:p>
        </p:txBody>
      </p:sp>
      <p:pic>
        <p:nvPicPr>
          <p:cNvPr id="1028" name="Picture 4" descr="Css parser online- Parse and extract data from a css file">
            <a:extLst>
              <a:ext uri="{FF2B5EF4-FFF2-40B4-BE49-F238E27FC236}">
                <a16:creationId xmlns:a16="http://schemas.microsoft.com/office/drawing/2014/main" id="{A832A075-31B1-BA9C-82B1-412F96303F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671143" y="4358709"/>
            <a:ext cx="1770370" cy="1770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E887B46E-CA24-9AED-8581-CC37A0F460C8}"/>
              </a:ext>
            </a:extLst>
          </p:cNvPr>
          <p:cNvSpPr txBox="1"/>
          <p:nvPr/>
        </p:nvSpPr>
        <p:spPr>
          <a:xfrm>
            <a:off x="3381374" y="3674160"/>
            <a:ext cx="23499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358">
              <a:defRPr/>
            </a:pPr>
            <a:r>
              <a:rPr lang="en-US" sz="2100" dirty="0">
                <a:solidFill>
                  <a:prstClr val="black"/>
                </a:solidFill>
                <a:latin typeface="Calibri" panose="020F0502020204030204"/>
              </a:rPr>
              <a:t>Serializer + Parser Generator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CB1C0F4-8557-C1AD-0347-C0EF83694B51}"/>
              </a:ext>
            </a:extLst>
          </p:cNvPr>
          <p:cNvSpPr txBox="1"/>
          <p:nvPr/>
        </p:nvSpPr>
        <p:spPr>
          <a:xfrm>
            <a:off x="5554112" y="3620097"/>
            <a:ext cx="193281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358">
              <a:defRPr/>
            </a:pPr>
            <a:r>
              <a:rPr lang="en-US" sz="2100" dirty="0">
                <a:solidFill>
                  <a:prstClr val="black"/>
                </a:solidFill>
                <a:latin typeface="Calibri" panose="020F0502020204030204"/>
              </a:rPr>
              <a:t>Crypto Protocols</a:t>
            </a:r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E0306AEB-D157-D6E0-E870-3B19A9701B7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11479" y="4252652"/>
            <a:ext cx="1150980" cy="230196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456A435B-C739-5C70-45F5-226C77CCBE6A}"/>
              </a:ext>
            </a:extLst>
          </p:cNvPr>
          <p:cNvSpPr txBox="1"/>
          <p:nvPr/>
        </p:nvSpPr>
        <p:spPr>
          <a:xfrm>
            <a:off x="263383" y="6386897"/>
            <a:ext cx="59456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https://verus-lang.github.io/verus/publications-and-projects/</a:t>
            </a:r>
          </a:p>
        </p:txBody>
      </p:sp>
    </p:spTree>
    <p:extLst>
      <p:ext uri="{BB962C8B-B14F-4D97-AF65-F5344CB8AC3E}">
        <p14:creationId xmlns:p14="http://schemas.microsoft.com/office/powerpoint/2010/main" val="2753705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04542-7148-E779-A5F2-CD2C86853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 of lectures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C6FA4A-D243-7815-385C-24281B5A7A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Verification condition (VC) generation</a:t>
            </a:r>
          </a:p>
          <a:p>
            <a:r>
              <a:rPr lang="en-US" dirty="0"/>
              <a:t>Using SMT solvers</a:t>
            </a:r>
          </a:p>
          <a:p>
            <a:r>
              <a:rPr lang="en-US" dirty="0"/>
              <a:t>Higher-order features, </a:t>
            </a:r>
            <a:r>
              <a:rPr lang="en-US" dirty="0" err="1"/>
              <a:t>vstd</a:t>
            </a:r>
            <a:r>
              <a:rPr lang="en-US" dirty="0"/>
              <a:t> library</a:t>
            </a:r>
          </a:p>
          <a:p>
            <a:r>
              <a:rPr lang="en-US" dirty="0"/>
              <a:t>Generics and traits (briefly)</a:t>
            </a:r>
          </a:p>
          <a:p>
            <a:r>
              <a:rPr lang="en-US" dirty="0"/>
              <a:t>Ownership, &amp;, &amp;mut</a:t>
            </a:r>
          </a:p>
          <a:p>
            <a:r>
              <a:rPr lang="en-US" dirty="0"/>
              <a:t>Verifying unsafe Rust code</a:t>
            </a:r>
          </a:p>
          <a:p>
            <a:r>
              <a:rPr lang="en-US" dirty="0"/>
              <a:t>Concurrency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6188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A10B8-8D61-BB1F-F338-F91637779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41DBB-E1E5-3A61-7FB5-07403C9D19F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Verification condition (VC) generation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B9E036-D485-8472-7E1B-52B754B0C2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2151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A386F-E5E1-D60E-E001-25115FA93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Verification condition generation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F9D6D8-95ED-B38B-992D-BB78386C6AA1}"/>
              </a:ext>
            </a:extLst>
          </p:cNvPr>
          <p:cNvSpPr txBox="1"/>
          <p:nvPr/>
        </p:nvSpPr>
        <p:spPr>
          <a:xfrm>
            <a:off x="356049" y="3995443"/>
            <a:ext cx="2792688" cy="132343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tx1"/>
                </a:solidFill>
                <a:highlight>
                  <a:srgbClr val="FFFFFF"/>
                </a:highlight>
              </a:rPr>
              <a:t>proof </a:t>
            </a:r>
            <a:r>
              <a:rPr lang="en-US" sz="2000" dirty="0" err="1">
                <a:solidFill>
                  <a:schemeClr val="tx1"/>
                </a:solidFill>
                <a:highlight>
                  <a:srgbClr val="FFFFFF"/>
                </a:highlight>
              </a:rPr>
              <a:t>fn</a:t>
            </a:r>
            <a:r>
              <a:rPr lang="en-US" sz="2000" dirty="0">
                <a:solidFill>
                  <a:schemeClr val="tx1"/>
                </a:solidFill>
                <a:highlight>
                  <a:srgbClr val="FFFFFF"/>
                </a:highlight>
              </a:rPr>
              <a:t> test(x: int, y: int)</a:t>
            </a:r>
          </a:p>
          <a:p>
            <a:r>
              <a:rPr lang="es-ES" sz="2000" dirty="0">
                <a:solidFill>
                  <a:schemeClr val="tx1"/>
                </a:solidFill>
                <a:highlight>
                  <a:srgbClr val="FFFFFF"/>
                </a:highlight>
              </a:rPr>
              <a:t>    </a:t>
            </a:r>
            <a:r>
              <a:rPr lang="es-ES" sz="2000" dirty="0" err="1">
                <a:solidFill>
                  <a:schemeClr val="tx1"/>
                </a:solidFill>
                <a:highlight>
                  <a:srgbClr val="FFFFFF"/>
                </a:highlight>
              </a:rPr>
              <a:t>ensures</a:t>
            </a:r>
            <a:r>
              <a:rPr lang="es-ES" sz="2000" dirty="0">
                <a:solidFill>
                  <a:schemeClr val="tx1"/>
                </a:solidFill>
                <a:highlight>
                  <a:srgbClr val="FFFFFF"/>
                </a:highlight>
              </a:rPr>
              <a:t> x + y == y + x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FF"/>
                </a:highlight>
              </a:rPr>
              <a:t>{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FF"/>
                </a:highlight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70F4AA-6FEC-B77D-76BC-20322F95B3C4}"/>
              </a:ext>
            </a:extLst>
          </p:cNvPr>
          <p:cNvSpPr txBox="1"/>
          <p:nvPr/>
        </p:nvSpPr>
        <p:spPr>
          <a:xfrm>
            <a:off x="5494764" y="3788355"/>
            <a:ext cx="3346622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i="1" dirty="0">
                <a:solidFill>
                  <a:srgbClr val="000000"/>
                </a:solidFill>
                <a:highlight>
                  <a:srgbClr val="FFFFFF"/>
                </a:highlight>
              </a:rPr>
              <a:t>;; note: hand edited to simplify</a:t>
            </a:r>
          </a:p>
          <a:p>
            <a:endParaRPr lang="en-US" sz="20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(declare-const x! Int)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(declare-const y! Int)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(assert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 (not</a:t>
            </a:r>
          </a:p>
          <a:p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</a:rPr>
              <a:t>   (= (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</a:rPr>
              <a:t>Add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</a:rPr>
              <a:t> x! y!) (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</a:rPr>
              <a:t>Add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</a:rPr>
              <a:t> y! x!))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))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(check-sat)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960E9C-B343-FB3A-A627-A02B18432E9F}"/>
              </a:ext>
            </a:extLst>
          </p:cNvPr>
          <p:cNvSpPr txBox="1"/>
          <p:nvPr/>
        </p:nvSpPr>
        <p:spPr>
          <a:xfrm>
            <a:off x="984059" y="2039193"/>
            <a:ext cx="95648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test.rs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B305CE-69F4-C48A-B913-B1D631A775F0}"/>
              </a:ext>
            </a:extLst>
          </p:cNvPr>
          <p:cNvSpPr txBox="1"/>
          <p:nvPr/>
        </p:nvSpPr>
        <p:spPr>
          <a:xfrm>
            <a:off x="6597102" y="2026299"/>
            <a:ext cx="141115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root.smt2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E642661-C81D-7210-B47C-3EC7780035F2}"/>
              </a:ext>
            </a:extLst>
          </p:cNvPr>
          <p:cNvSpPr/>
          <p:nvPr/>
        </p:nvSpPr>
        <p:spPr>
          <a:xfrm>
            <a:off x="3042877" y="1710180"/>
            <a:ext cx="2451887" cy="1132885"/>
          </a:xfrm>
          <a:prstGeom prst="round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Verus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CD8DB6D-F831-2E7D-20B7-DB02D4E9B4E2}"/>
              </a:ext>
            </a:extLst>
          </p:cNvPr>
          <p:cNvSpPr/>
          <p:nvPr/>
        </p:nvSpPr>
        <p:spPr>
          <a:xfrm>
            <a:off x="9098953" y="1721034"/>
            <a:ext cx="2451887" cy="1132885"/>
          </a:xfrm>
          <a:prstGeom prst="round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SMT solver (Z3)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09552C2A-54B2-FC8F-C79A-6FFDE839B6D4}"/>
              </a:ext>
            </a:extLst>
          </p:cNvPr>
          <p:cNvSpPr/>
          <p:nvPr/>
        </p:nvSpPr>
        <p:spPr>
          <a:xfrm>
            <a:off x="1950181" y="2039193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E921897C-8C01-8EE4-7610-D1D2758FD1F1}"/>
              </a:ext>
            </a:extLst>
          </p:cNvPr>
          <p:cNvSpPr/>
          <p:nvPr/>
        </p:nvSpPr>
        <p:spPr>
          <a:xfrm>
            <a:off x="5494764" y="2036045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3689E187-7AE3-2418-205A-90A832D42A83}"/>
              </a:ext>
            </a:extLst>
          </p:cNvPr>
          <p:cNvSpPr/>
          <p:nvPr/>
        </p:nvSpPr>
        <p:spPr>
          <a:xfrm>
            <a:off x="8033953" y="2052591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958F8F-A3BE-7921-4C28-EAD714D8D8E7}"/>
              </a:ext>
            </a:extLst>
          </p:cNvPr>
          <p:cNvSpPr txBox="1"/>
          <p:nvPr/>
        </p:nvSpPr>
        <p:spPr>
          <a:xfrm>
            <a:off x="5726595" y="1347450"/>
            <a:ext cx="32178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SMT file contains</a:t>
            </a:r>
          </a:p>
          <a:p>
            <a:r>
              <a:rPr lang="en-US" dirty="0"/>
              <a:t>verification conditions for test.rs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F4BC41-225F-E96C-6F2D-A320E1E75D53}"/>
              </a:ext>
            </a:extLst>
          </p:cNvPr>
          <p:cNvSpPr txBox="1"/>
          <p:nvPr/>
        </p:nvSpPr>
        <p:spPr>
          <a:xfrm>
            <a:off x="543935" y="5470216"/>
            <a:ext cx="27231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verus</a:t>
            </a:r>
            <a:r>
              <a:rPr lang="en-US" sz="2400" dirty="0"/>
              <a:t> test.rs --log-all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8581BFC-748E-9DE0-5702-52D7D4C26D4E}"/>
              </a:ext>
            </a:extLst>
          </p:cNvPr>
          <p:cNvCxnSpPr>
            <a:cxnSpLocks/>
          </p:cNvCxnSpPr>
          <p:nvPr/>
        </p:nvCxnSpPr>
        <p:spPr>
          <a:xfrm flipH="1">
            <a:off x="356049" y="2514256"/>
            <a:ext cx="628010" cy="1481187"/>
          </a:xfrm>
          <a:prstGeom prst="line">
            <a:avLst/>
          </a:prstGeom>
          <a:ln w="76200">
            <a:solidFill>
              <a:srgbClr val="002060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D0AC0C-089F-59F1-74C0-739D37384EAD}"/>
              </a:ext>
            </a:extLst>
          </p:cNvPr>
          <p:cNvCxnSpPr>
            <a:cxnSpLocks/>
          </p:cNvCxnSpPr>
          <p:nvPr/>
        </p:nvCxnSpPr>
        <p:spPr>
          <a:xfrm>
            <a:off x="1950181" y="2514256"/>
            <a:ext cx="1198556" cy="1481187"/>
          </a:xfrm>
          <a:prstGeom prst="line">
            <a:avLst/>
          </a:prstGeom>
          <a:ln w="76200">
            <a:solidFill>
              <a:srgbClr val="002060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6273976-1E90-53DB-1D38-0717F3DFC037}"/>
              </a:ext>
            </a:extLst>
          </p:cNvPr>
          <p:cNvCxnSpPr>
            <a:cxnSpLocks/>
          </p:cNvCxnSpPr>
          <p:nvPr/>
        </p:nvCxnSpPr>
        <p:spPr>
          <a:xfrm>
            <a:off x="8018872" y="2507640"/>
            <a:ext cx="848209" cy="1307007"/>
          </a:xfrm>
          <a:prstGeom prst="line">
            <a:avLst/>
          </a:prstGeom>
          <a:ln w="76200">
            <a:solidFill>
              <a:srgbClr val="002060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8532A2C-5402-046E-A1A5-C509C18E6BFD}"/>
              </a:ext>
            </a:extLst>
          </p:cNvPr>
          <p:cNvCxnSpPr>
            <a:cxnSpLocks/>
          </p:cNvCxnSpPr>
          <p:nvPr/>
        </p:nvCxnSpPr>
        <p:spPr>
          <a:xfrm flipH="1">
            <a:off x="5520459" y="2487964"/>
            <a:ext cx="1076643" cy="1300391"/>
          </a:xfrm>
          <a:prstGeom prst="line">
            <a:avLst/>
          </a:prstGeom>
          <a:ln w="76200">
            <a:solidFill>
              <a:srgbClr val="002060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F4489F8-6CCB-F573-9E92-23F0FC42CFC6}"/>
              </a:ext>
            </a:extLst>
          </p:cNvPr>
          <p:cNvSpPr txBox="1"/>
          <p:nvPr/>
        </p:nvSpPr>
        <p:spPr>
          <a:xfrm>
            <a:off x="9385334" y="3995443"/>
            <a:ext cx="280666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Try to find counterexample</a:t>
            </a:r>
          </a:p>
          <a:p>
            <a:r>
              <a:rPr lang="en-US" dirty="0"/>
              <a:t>(x and y such that “ensures”</a:t>
            </a:r>
          </a:p>
          <a:p>
            <a:r>
              <a:rPr lang="en-US" dirty="0"/>
              <a:t>does </a:t>
            </a:r>
            <a:r>
              <a:rPr lang="en-US" b="1" dirty="0"/>
              <a:t>not</a:t>
            </a:r>
            <a:r>
              <a:rPr lang="en-US" dirty="0"/>
              <a:t> hold)</a:t>
            </a:r>
          </a:p>
        </p:txBody>
      </p:sp>
    </p:spTree>
    <p:extLst>
      <p:ext uri="{BB962C8B-B14F-4D97-AF65-F5344CB8AC3E}">
        <p14:creationId xmlns:p14="http://schemas.microsoft.com/office/powerpoint/2010/main" val="205277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5" grpId="0"/>
      <p:bldP spid="3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97C33-17D4-20DB-5979-A2B1ECC4D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046AE-6E7B-57E9-3887-61E1C77ED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Verification condition generation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A3AF93-CBC1-95EE-7315-596B5B365DEF}"/>
              </a:ext>
            </a:extLst>
          </p:cNvPr>
          <p:cNvSpPr txBox="1"/>
          <p:nvPr/>
        </p:nvSpPr>
        <p:spPr>
          <a:xfrm>
            <a:off x="472907" y="3595393"/>
            <a:ext cx="2903167" cy="23083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FF"/>
                </a:highlight>
              </a:rPr>
              <a:t>proof </a:t>
            </a:r>
            <a:r>
              <a:rPr lang="en-US" dirty="0" err="1">
                <a:highlight>
                  <a:srgbClr val="FFFFFF"/>
                </a:highlight>
              </a:rPr>
              <a:t>fn</a:t>
            </a:r>
            <a:r>
              <a:rPr lang="en-US" dirty="0">
                <a:highlight>
                  <a:srgbClr val="FFFFFF"/>
                </a:highlight>
              </a:rPr>
              <a:t> test1(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: int) -&gt; (r: int)</a:t>
            </a:r>
          </a:p>
          <a:p>
            <a:r>
              <a:rPr lang="en-US" dirty="0">
                <a:highlight>
                  <a:srgbClr val="FFFFFF"/>
                </a:highlight>
              </a:rPr>
              <a:t>    ensures r == 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 + 15</a:t>
            </a:r>
          </a:p>
          <a:p>
            <a:r>
              <a:rPr lang="en-US" dirty="0">
                <a:highlight>
                  <a:srgbClr val="FFFFFF"/>
                </a:highlight>
              </a:rPr>
              <a:t>{</a:t>
            </a:r>
          </a:p>
          <a:p>
            <a:r>
              <a:rPr lang="nn-NO" dirty="0">
                <a:highlight>
                  <a:srgbClr val="FFFFFF"/>
                </a:highlight>
              </a:rPr>
              <a:t>    let mut x = i + 3;</a:t>
            </a:r>
          </a:p>
          <a:p>
            <a:r>
              <a:rPr lang="en-US" dirty="0">
                <a:highlight>
                  <a:srgbClr val="FFFFFF"/>
                </a:highlight>
              </a:rPr>
              <a:t>    x = x + 5;</a:t>
            </a:r>
          </a:p>
          <a:p>
            <a:r>
              <a:rPr lang="en-US" dirty="0">
                <a:highlight>
                  <a:srgbClr val="FFFFFF"/>
                </a:highlight>
              </a:rPr>
              <a:t>    x = x + 7;</a:t>
            </a:r>
          </a:p>
          <a:p>
            <a:r>
              <a:rPr lang="en-US" dirty="0">
                <a:highlight>
                  <a:srgbClr val="FFFFFF"/>
                </a:highlight>
              </a:rPr>
              <a:t>    x</a:t>
            </a:r>
          </a:p>
          <a:p>
            <a:r>
              <a:rPr lang="en-US" dirty="0">
                <a:highlight>
                  <a:srgbClr val="FFFFFF"/>
                </a:highlight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F3A560-8F26-C012-7123-8B9D9BCC41CC}"/>
              </a:ext>
            </a:extLst>
          </p:cNvPr>
          <p:cNvSpPr txBox="1"/>
          <p:nvPr/>
        </p:nvSpPr>
        <p:spPr>
          <a:xfrm>
            <a:off x="3722802" y="2684473"/>
            <a:ext cx="3036344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800" i="1" dirty="0">
                <a:solidFill>
                  <a:srgbClr val="000000"/>
                </a:solidFill>
                <a:highlight>
                  <a:srgbClr val="FFFFFF"/>
                </a:highlight>
              </a:rPr>
              <a:t>;; note: hand edited to simplify</a:t>
            </a:r>
          </a:p>
          <a:p>
            <a:r>
              <a:rPr lang="en-US" dirty="0"/>
              <a:t>(check-valid</a:t>
            </a:r>
          </a:p>
          <a:p>
            <a:r>
              <a:rPr lang="en-US" dirty="0"/>
              <a:t> (declare-const r! Int)</a:t>
            </a:r>
          </a:p>
          <a:p>
            <a:r>
              <a:rPr lang="en-US" dirty="0"/>
              <a:t> (declare-const </a:t>
            </a:r>
            <a:r>
              <a:rPr lang="en-US" dirty="0" err="1"/>
              <a:t>i</a:t>
            </a:r>
            <a:r>
              <a:rPr lang="en-US" dirty="0"/>
              <a:t>! Int)</a:t>
            </a:r>
          </a:p>
          <a:p>
            <a:r>
              <a:rPr lang="en-US" dirty="0"/>
              <a:t> (declare-var x@ Int)</a:t>
            </a:r>
          </a:p>
          <a:p>
            <a:endParaRPr lang="en-US" dirty="0"/>
          </a:p>
          <a:p>
            <a:r>
              <a:rPr lang="en-US" dirty="0"/>
              <a:t> (block</a:t>
            </a:r>
          </a:p>
          <a:p>
            <a:r>
              <a:rPr lang="it-IT" dirty="0"/>
              <a:t>  (assume (= x@ (Add i! 3)))</a:t>
            </a:r>
          </a:p>
          <a:p>
            <a:r>
              <a:rPr lang="en-US" dirty="0"/>
              <a:t>  (assign x@ (Add x@ 5))</a:t>
            </a:r>
          </a:p>
          <a:p>
            <a:r>
              <a:rPr lang="en-US" dirty="0"/>
              <a:t>  (assign x@ (Add x@ 7))</a:t>
            </a:r>
          </a:p>
          <a:p>
            <a:r>
              <a:rPr lang="en-US" dirty="0"/>
              <a:t>  (assume (= r! x@))</a:t>
            </a:r>
          </a:p>
          <a:p>
            <a:r>
              <a:rPr lang="en-US" dirty="0"/>
              <a:t>  (assert (= r! (Add </a:t>
            </a:r>
            <a:r>
              <a:rPr lang="en-US" dirty="0" err="1"/>
              <a:t>i</a:t>
            </a:r>
            <a:r>
              <a:rPr lang="en-US" dirty="0"/>
              <a:t>! 15)))</a:t>
            </a:r>
          </a:p>
          <a:p>
            <a:r>
              <a:rPr lang="en-US" dirty="0"/>
              <a:t> )</a:t>
            </a:r>
          </a:p>
          <a:p>
            <a:r>
              <a:rPr lang="en-US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1268C3-BED4-1557-84F6-00F5F96B5218}"/>
              </a:ext>
            </a:extLst>
          </p:cNvPr>
          <p:cNvSpPr txBox="1"/>
          <p:nvPr/>
        </p:nvSpPr>
        <p:spPr>
          <a:xfrm>
            <a:off x="1329392" y="1831458"/>
            <a:ext cx="95648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test.rs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4E14F7-DFE0-1AB8-D439-585B70F242E6}"/>
              </a:ext>
            </a:extLst>
          </p:cNvPr>
          <p:cNvSpPr txBox="1"/>
          <p:nvPr/>
        </p:nvSpPr>
        <p:spPr>
          <a:xfrm>
            <a:off x="7846237" y="1818564"/>
            <a:ext cx="141115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root.smt2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4F3402-61D4-7505-AAC3-3674274EC3DF}"/>
              </a:ext>
            </a:extLst>
          </p:cNvPr>
          <p:cNvSpPr txBox="1"/>
          <p:nvPr/>
        </p:nvSpPr>
        <p:spPr>
          <a:xfrm>
            <a:off x="4648044" y="1828309"/>
            <a:ext cx="1115883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 err="1"/>
              <a:t>root.air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A33E2E-574C-4CAC-CB60-CF6119CCBC1F}"/>
              </a:ext>
            </a:extLst>
          </p:cNvPr>
          <p:cNvSpPr txBox="1"/>
          <p:nvPr/>
        </p:nvSpPr>
        <p:spPr>
          <a:xfrm>
            <a:off x="7105874" y="2421000"/>
            <a:ext cx="3036344" cy="42473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800" i="1" dirty="0">
                <a:solidFill>
                  <a:srgbClr val="000000"/>
                </a:solidFill>
                <a:highlight>
                  <a:srgbClr val="FFFFFF"/>
                </a:highlight>
              </a:rPr>
              <a:t>;; note: hand edited to simplify</a:t>
            </a:r>
          </a:p>
          <a:p>
            <a:r>
              <a:rPr lang="en-US" dirty="0"/>
              <a:t>(declare-const r! Int)</a:t>
            </a:r>
          </a:p>
          <a:p>
            <a:r>
              <a:rPr lang="en-US" dirty="0"/>
              <a:t>(declare-const </a:t>
            </a:r>
            <a:r>
              <a:rPr lang="en-US" dirty="0" err="1"/>
              <a:t>i</a:t>
            </a:r>
            <a:r>
              <a:rPr lang="en-US" dirty="0"/>
              <a:t>! Int)</a:t>
            </a:r>
          </a:p>
          <a:p>
            <a:r>
              <a:rPr lang="en-US" dirty="0"/>
              <a:t>(declare-const x@0 Int)</a:t>
            </a:r>
          </a:p>
          <a:p>
            <a:r>
              <a:rPr lang="en-US" dirty="0"/>
              <a:t>(declare-const x@1 Int)</a:t>
            </a:r>
          </a:p>
          <a:p>
            <a:r>
              <a:rPr lang="en-US" dirty="0"/>
              <a:t>(declare-const x@2 Int)</a:t>
            </a:r>
          </a:p>
          <a:p>
            <a:r>
              <a:rPr lang="en-US" dirty="0"/>
              <a:t>(assert</a:t>
            </a:r>
          </a:p>
          <a:p>
            <a:r>
              <a:rPr lang="en-US" dirty="0"/>
              <a:t> (not</a:t>
            </a:r>
          </a:p>
          <a:p>
            <a:r>
              <a:rPr lang="nn-NO" dirty="0"/>
              <a:t>  (=&gt; (= x@0 (Add i! 3))</a:t>
            </a:r>
          </a:p>
          <a:p>
            <a:r>
              <a:rPr lang="en-US" dirty="0"/>
              <a:t>   (=&gt; (= x@1 (Add x@0 5))</a:t>
            </a:r>
          </a:p>
          <a:p>
            <a:r>
              <a:rPr lang="en-US" dirty="0"/>
              <a:t>    (=&gt; (= x@2 (Add x@1 7))</a:t>
            </a:r>
          </a:p>
          <a:p>
            <a:r>
              <a:rPr lang="en-US" dirty="0"/>
              <a:t>     (=&gt; (= r! x@2)</a:t>
            </a:r>
          </a:p>
          <a:p>
            <a:r>
              <a:rPr lang="en-US" dirty="0"/>
              <a:t>      (= r! (Add </a:t>
            </a:r>
            <a:r>
              <a:rPr lang="en-US" dirty="0" err="1"/>
              <a:t>i</a:t>
            </a:r>
            <a:r>
              <a:rPr lang="en-US" dirty="0"/>
              <a:t>! 15))</a:t>
            </a:r>
          </a:p>
          <a:p>
            <a:r>
              <a:rPr lang="en-US" dirty="0"/>
              <a:t>))))))</a:t>
            </a:r>
          </a:p>
          <a:p>
            <a:r>
              <a:rPr lang="en-US" dirty="0"/>
              <a:t>(check-sat)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8B0FEC41-0107-715F-8B36-7E927E8F9360}"/>
              </a:ext>
            </a:extLst>
          </p:cNvPr>
          <p:cNvSpPr/>
          <p:nvPr/>
        </p:nvSpPr>
        <p:spPr>
          <a:xfrm>
            <a:off x="2934607" y="1831458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53F5E99F-4DE6-9E4E-AF9B-5EF1455B4D8D}"/>
              </a:ext>
            </a:extLst>
          </p:cNvPr>
          <p:cNvSpPr/>
          <p:nvPr/>
        </p:nvSpPr>
        <p:spPr>
          <a:xfrm>
            <a:off x="6281596" y="1831458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362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1DD6C-7B39-040B-89B8-AD4EE3973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2AFCB70-95C5-2FB4-B5FB-6C0B1D7B672A}"/>
              </a:ext>
            </a:extLst>
          </p:cNvPr>
          <p:cNvSpPr txBox="1"/>
          <p:nvPr/>
        </p:nvSpPr>
        <p:spPr>
          <a:xfrm>
            <a:off x="2497522" y="1470559"/>
            <a:ext cx="3900107" cy="120032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((assert E), Q) = E &amp;&amp; Q</a:t>
            </a: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((assume E), Q) = E ==&gt; Q</a:t>
            </a: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((assign x := E), Q) = </a:t>
            </a:r>
            <a:r>
              <a:rPr lang="en-US" dirty="0" err="1">
                <a:highlight>
                  <a:srgbClr val="FFFFFF"/>
                </a:highlight>
              </a:rPr>
              <a:t>subst</a:t>
            </a:r>
            <a:r>
              <a:rPr lang="en-US" dirty="0">
                <a:highlight>
                  <a:srgbClr val="FFFFFF"/>
                </a:highlight>
              </a:rPr>
              <a:t> x := E in Q</a:t>
            </a: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((S1; S2), Q) = </a:t>
            </a:r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(S1, </a:t>
            </a:r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(S2, Q))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F1D827-5BBA-6224-50C1-2DA1A7089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Weakest preconditions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1C6992-32F9-0031-67B8-393E3A60DE8C}"/>
              </a:ext>
            </a:extLst>
          </p:cNvPr>
          <p:cNvSpPr txBox="1"/>
          <p:nvPr/>
        </p:nvSpPr>
        <p:spPr>
          <a:xfrm>
            <a:off x="6460729" y="490359"/>
            <a:ext cx="5634171" cy="1200329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From Speaking Logic lecture:</a:t>
            </a:r>
          </a:p>
          <a:p>
            <a:r>
              <a:rPr lang="en-US" dirty="0"/>
              <a:t>The proof of a valid triple {P}S{Q} can be decomposed into</a:t>
            </a:r>
          </a:p>
          <a:p>
            <a:r>
              <a:rPr lang="en-US" dirty="0"/>
              <a:t>1. The valid triple {</a:t>
            </a:r>
            <a:r>
              <a:rPr lang="en-US" dirty="0" err="1"/>
              <a:t>wlp</a:t>
            </a:r>
            <a:r>
              <a:rPr lang="en-US" dirty="0"/>
              <a:t>(S)(Q)}S{Q}, and</a:t>
            </a:r>
          </a:p>
          <a:p>
            <a:r>
              <a:rPr lang="en-US" dirty="0"/>
              <a:t>2. The valid assertion P ==&gt; </a:t>
            </a:r>
            <a:r>
              <a:rPr lang="en-US" dirty="0" err="1"/>
              <a:t>wlp</a:t>
            </a:r>
            <a:r>
              <a:rPr lang="en-US" dirty="0"/>
              <a:t>(S)(Q)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3490F1-B791-0AEC-68B5-C047ABD89CBA}"/>
              </a:ext>
            </a:extLst>
          </p:cNvPr>
          <p:cNvSpPr txBox="1"/>
          <p:nvPr/>
        </p:nvSpPr>
        <p:spPr>
          <a:xfrm>
            <a:off x="499277" y="1516726"/>
            <a:ext cx="1935145" cy="230832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({</a:t>
            </a:r>
          </a:p>
          <a:p>
            <a:r>
              <a:rPr lang="it-IT" dirty="0"/>
              <a:t>    assume x = i + 3;</a:t>
            </a:r>
          </a:p>
          <a:p>
            <a:r>
              <a:rPr lang="it-IT" dirty="0"/>
              <a:t>    assign x := x + 5;</a:t>
            </a:r>
          </a:p>
          <a:p>
            <a:r>
              <a:rPr lang="it-IT" dirty="0"/>
              <a:t>    assign x := x + 7;</a:t>
            </a:r>
          </a:p>
          <a:p>
            <a:r>
              <a:rPr lang="it-IT" dirty="0"/>
              <a:t>    assume r = x;</a:t>
            </a:r>
          </a:p>
          <a:p>
            <a:r>
              <a:rPr lang="it-IT" dirty="0"/>
              <a:t>    assert r = i + 15</a:t>
            </a:r>
          </a:p>
          <a:p>
            <a:r>
              <a:rPr lang="it-IT" dirty="0"/>
              <a:t>  },</a:t>
            </a:r>
          </a:p>
          <a:p>
            <a:r>
              <a:rPr lang="it-IT" dirty="0"/>
              <a:t>  true)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903569-7532-51EE-D654-5FCC5E8B58D5}"/>
              </a:ext>
            </a:extLst>
          </p:cNvPr>
          <p:cNvSpPr txBox="1"/>
          <p:nvPr/>
        </p:nvSpPr>
        <p:spPr>
          <a:xfrm>
            <a:off x="499277" y="4256569"/>
            <a:ext cx="2129109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+ 5,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+ 7,</a:t>
            </a:r>
          </a:p>
          <a:p>
            <a:r>
              <a:rPr lang="it-IT" dirty="0">
                <a:highlight>
                  <a:srgbClr val="FFFFFF"/>
                </a:highlight>
              </a:rPr>
              <a:t>wlp(assume r = x,</a:t>
            </a:r>
          </a:p>
          <a:p>
            <a:r>
              <a:rPr lang="it-IT" dirty="0">
                <a:highlight>
                  <a:srgbClr val="FFFFFF"/>
                </a:highlight>
              </a:rPr>
              <a:t>wlp(assert r = i + 15,</a:t>
            </a:r>
          </a:p>
          <a:p>
            <a:r>
              <a:rPr lang="it-IT" dirty="0">
                <a:highlight>
                  <a:srgbClr val="FFFFFF"/>
                </a:highlight>
              </a:rPr>
              <a:t>true)))))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4D6C61-9465-0B90-9A1A-DAEE43D0E610}"/>
              </a:ext>
            </a:extLst>
          </p:cNvPr>
          <p:cNvSpPr txBox="1"/>
          <p:nvPr/>
        </p:nvSpPr>
        <p:spPr>
          <a:xfrm>
            <a:off x="2711076" y="4256569"/>
            <a:ext cx="2178802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+ 5,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+ 7,</a:t>
            </a:r>
          </a:p>
          <a:p>
            <a:r>
              <a:rPr lang="it-IT" dirty="0">
                <a:highlight>
                  <a:srgbClr val="FFFFFF"/>
                </a:highlight>
              </a:rPr>
              <a:t>wlp(assume r = x,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))))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DCC25-F5CB-DD94-9186-EF5A59712957}"/>
              </a:ext>
            </a:extLst>
          </p:cNvPr>
          <p:cNvSpPr txBox="1"/>
          <p:nvPr/>
        </p:nvSpPr>
        <p:spPr>
          <a:xfrm>
            <a:off x="4988869" y="4256571"/>
            <a:ext cx="2178802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+ 5,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+ 7,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x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)))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E95247-1D9B-AF0E-500D-EDC7AB5E89CC}"/>
              </a:ext>
            </a:extLst>
          </p:cNvPr>
          <p:cNvSpPr txBox="1"/>
          <p:nvPr/>
        </p:nvSpPr>
        <p:spPr>
          <a:xfrm>
            <a:off x="7233665" y="4256569"/>
            <a:ext cx="2178802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+ 5,</a:t>
            </a:r>
          </a:p>
          <a:p>
            <a:endParaRPr lang="it-IT" dirty="0">
              <a:highlight>
                <a:srgbClr val="FFFFFF"/>
              </a:highlight>
            </a:endParaRPr>
          </a:p>
          <a:p>
            <a:r>
              <a:rPr lang="it-IT" dirty="0">
                <a:highlight>
                  <a:srgbClr val="FFFFFF"/>
                </a:highlight>
              </a:rPr>
              <a:t>       r = x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0054E6-F054-F78F-6C41-E403B1322215}"/>
              </a:ext>
            </a:extLst>
          </p:cNvPr>
          <p:cNvSpPr txBox="1"/>
          <p:nvPr/>
        </p:nvSpPr>
        <p:spPr>
          <a:xfrm>
            <a:off x="9478461" y="4256569"/>
            <a:ext cx="2178802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 = i + 3,</a:t>
            </a:r>
          </a:p>
          <a:p>
            <a:endParaRPr lang="it-IT" dirty="0">
              <a:highlight>
                <a:srgbClr val="FFFFFF"/>
              </a:highlight>
            </a:endParaRPr>
          </a:p>
          <a:p>
            <a:endParaRPr lang="it-IT" dirty="0">
              <a:highlight>
                <a:srgbClr val="FFFFFF"/>
              </a:highlight>
            </a:endParaRPr>
          </a:p>
          <a:p>
            <a:r>
              <a:rPr lang="it-IT" dirty="0">
                <a:highlight>
                  <a:srgbClr val="FFFFFF"/>
                </a:highlight>
              </a:rPr>
              <a:t>       r = (x + 5)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80E80E-C330-AD42-28AB-F8D319E1BFB6}"/>
              </a:ext>
            </a:extLst>
          </p:cNvPr>
          <p:cNvSpPr txBox="1"/>
          <p:nvPr/>
        </p:nvSpPr>
        <p:spPr>
          <a:xfrm>
            <a:off x="9545292" y="2867086"/>
            <a:ext cx="1808508" cy="92333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dirty="0">
                <a:highlight>
                  <a:srgbClr val="FFFFFF"/>
                </a:highlight>
              </a:rPr>
              <a:t>x = i + 3 ==&gt;</a:t>
            </a:r>
          </a:p>
          <a:p>
            <a:r>
              <a:rPr lang="it-IT" dirty="0">
                <a:highlight>
                  <a:srgbClr val="FFFFFF"/>
                </a:highlight>
              </a:rPr>
              <a:t>r = (x + 5)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r = i + 15 &amp;&amp; true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AF1569C2-4D81-E791-1C9A-E03B00220E59}"/>
              </a:ext>
            </a:extLst>
          </p:cNvPr>
          <p:cNvSpPr/>
          <p:nvPr/>
        </p:nvSpPr>
        <p:spPr>
          <a:xfrm>
            <a:off x="1281793" y="3825050"/>
            <a:ext cx="351064" cy="4315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2BBC1368-BB28-68FC-CBC5-51836E11FE56}"/>
              </a:ext>
            </a:extLst>
          </p:cNvPr>
          <p:cNvSpPr/>
          <p:nvPr/>
        </p:nvSpPr>
        <p:spPr>
          <a:xfrm flipV="1">
            <a:off x="10307371" y="3816074"/>
            <a:ext cx="351064" cy="4315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40E59E4C-4645-5AE8-7962-C495714A0750}"/>
              </a:ext>
            </a:extLst>
          </p:cNvPr>
          <p:cNvSpPr/>
          <p:nvPr/>
        </p:nvSpPr>
        <p:spPr>
          <a:xfrm>
            <a:off x="2497522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3942BCF0-CF98-D9A8-58E0-34BB2B81806C}"/>
              </a:ext>
            </a:extLst>
          </p:cNvPr>
          <p:cNvSpPr/>
          <p:nvPr/>
        </p:nvSpPr>
        <p:spPr>
          <a:xfrm>
            <a:off x="4757120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A612FCA5-BED4-D8D9-AF10-9CE2BD0F9C59}"/>
              </a:ext>
            </a:extLst>
          </p:cNvPr>
          <p:cNvSpPr/>
          <p:nvPr/>
        </p:nvSpPr>
        <p:spPr>
          <a:xfrm>
            <a:off x="7042832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12B651D8-9E2F-46BC-C823-7F520D645177}"/>
              </a:ext>
            </a:extLst>
          </p:cNvPr>
          <p:cNvSpPr/>
          <p:nvPr/>
        </p:nvSpPr>
        <p:spPr>
          <a:xfrm>
            <a:off x="9281105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037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0" grpId="0" animBg="1"/>
      <p:bldP spid="11" grpId="0" animBg="1"/>
      <p:bldP spid="8" grpId="0" animBg="1"/>
      <p:bldP spid="12" grpId="0" animBg="1"/>
      <p:bldP spid="13" grpId="0" animBg="1"/>
      <p:bldP spid="14" grpId="0" animBg="1"/>
      <p:bldP spid="15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CD7C7-2E37-9C08-071F-383CEC538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35C8E76-9A3F-ACA1-A39F-0A4FB89C580A}"/>
              </a:ext>
            </a:extLst>
          </p:cNvPr>
          <p:cNvSpPr txBox="1"/>
          <p:nvPr/>
        </p:nvSpPr>
        <p:spPr>
          <a:xfrm>
            <a:off x="2869327" y="1572045"/>
            <a:ext cx="3775585" cy="120032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((assert E), Q) = E &amp;&amp; Q</a:t>
            </a: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((assume E), Q) = E ==&gt; Q</a:t>
            </a: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((assign </a:t>
            </a:r>
            <a:r>
              <a:rPr lang="en-US" dirty="0" err="1">
                <a:highlight>
                  <a:srgbClr val="FFFFFF"/>
                </a:highlight>
              </a:rPr>
              <a:t>x</a:t>
            </a:r>
            <a:r>
              <a:rPr lang="en-US" baseline="-25000" dirty="0" err="1">
                <a:highlight>
                  <a:srgbClr val="FFFFFF"/>
                </a:highlight>
              </a:rPr>
              <a:t>n</a:t>
            </a:r>
            <a:r>
              <a:rPr lang="en-US" dirty="0">
                <a:highlight>
                  <a:srgbClr val="FFFFFF"/>
                </a:highlight>
              </a:rPr>
              <a:t> := E), Q) = </a:t>
            </a:r>
            <a:r>
              <a:rPr lang="en-US" dirty="0" err="1">
                <a:highlight>
                  <a:srgbClr val="FFFFFF"/>
                </a:highlight>
              </a:rPr>
              <a:t>x</a:t>
            </a:r>
            <a:r>
              <a:rPr lang="en-US" baseline="-25000" dirty="0" err="1">
                <a:highlight>
                  <a:srgbClr val="FFFFFF"/>
                </a:highlight>
              </a:rPr>
              <a:t>n</a:t>
            </a:r>
            <a:r>
              <a:rPr lang="en-US" dirty="0">
                <a:highlight>
                  <a:srgbClr val="FFFFFF"/>
                </a:highlight>
              </a:rPr>
              <a:t> = E ==&gt; Q</a:t>
            </a: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((S1; S2), Q) = </a:t>
            </a:r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(S1, </a:t>
            </a:r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(S2, Q))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1E187F-913C-1804-6D29-077494DDF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Weakest preconditions via SSA (static single assignment)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A2C2DB-FFA7-4F6F-9CE9-7F18F0FEED80}"/>
              </a:ext>
            </a:extLst>
          </p:cNvPr>
          <p:cNvSpPr txBox="1"/>
          <p:nvPr/>
        </p:nvSpPr>
        <p:spPr>
          <a:xfrm>
            <a:off x="499277" y="1516726"/>
            <a:ext cx="2063385" cy="230832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({</a:t>
            </a:r>
          </a:p>
          <a:p>
            <a:r>
              <a:rPr lang="it-IT" dirty="0"/>
              <a:t>    assume x</a:t>
            </a:r>
            <a:r>
              <a:rPr lang="it-IT" baseline="-25000" dirty="0"/>
              <a:t>0</a:t>
            </a:r>
            <a:r>
              <a:rPr lang="it-IT" dirty="0"/>
              <a:t> = i + 3;</a:t>
            </a:r>
          </a:p>
          <a:p>
            <a:r>
              <a:rPr lang="it-IT" dirty="0"/>
              <a:t>    assign x</a:t>
            </a:r>
            <a:r>
              <a:rPr lang="it-IT" baseline="-25000" dirty="0"/>
              <a:t>1</a:t>
            </a:r>
            <a:r>
              <a:rPr lang="it-IT" dirty="0"/>
              <a:t> := x</a:t>
            </a:r>
            <a:r>
              <a:rPr lang="it-IT" baseline="-25000" dirty="0"/>
              <a:t>0</a:t>
            </a:r>
            <a:r>
              <a:rPr lang="it-IT" dirty="0"/>
              <a:t> + 5;</a:t>
            </a:r>
          </a:p>
          <a:p>
            <a:r>
              <a:rPr lang="it-IT" dirty="0"/>
              <a:t>    assign x</a:t>
            </a:r>
            <a:r>
              <a:rPr lang="it-IT" baseline="-25000" dirty="0"/>
              <a:t>2</a:t>
            </a:r>
            <a:r>
              <a:rPr lang="it-IT" dirty="0"/>
              <a:t> := x</a:t>
            </a:r>
            <a:r>
              <a:rPr lang="it-IT" baseline="-25000" dirty="0"/>
              <a:t>1</a:t>
            </a:r>
            <a:r>
              <a:rPr lang="it-IT" dirty="0"/>
              <a:t> + 7;</a:t>
            </a:r>
          </a:p>
          <a:p>
            <a:r>
              <a:rPr lang="it-IT" dirty="0"/>
              <a:t>    assume r = x</a:t>
            </a:r>
            <a:r>
              <a:rPr lang="it-IT" baseline="-25000" dirty="0"/>
              <a:t>2</a:t>
            </a:r>
            <a:r>
              <a:rPr lang="it-IT" dirty="0"/>
              <a:t>;</a:t>
            </a:r>
          </a:p>
          <a:p>
            <a:r>
              <a:rPr lang="it-IT" dirty="0"/>
              <a:t>    assert r = i + 15</a:t>
            </a:r>
          </a:p>
          <a:p>
            <a:r>
              <a:rPr lang="it-IT" dirty="0"/>
              <a:t>  },</a:t>
            </a:r>
          </a:p>
          <a:p>
            <a:r>
              <a:rPr lang="it-IT" dirty="0"/>
              <a:t>  true)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652EE9-A7C0-ED28-FB7E-8BD41007EA48}"/>
              </a:ext>
            </a:extLst>
          </p:cNvPr>
          <p:cNvSpPr txBox="1"/>
          <p:nvPr/>
        </p:nvSpPr>
        <p:spPr>
          <a:xfrm>
            <a:off x="219729" y="4258733"/>
            <a:ext cx="2257349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+ 7,</a:t>
            </a:r>
          </a:p>
          <a:p>
            <a:r>
              <a:rPr lang="it-IT" dirty="0">
                <a:highlight>
                  <a:srgbClr val="FFFFFF"/>
                </a:highlight>
              </a:rPr>
              <a:t>wlp(assume 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,</a:t>
            </a:r>
          </a:p>
          <a:p>
            <a:r>
              <a:rPr lang="it-IT" dirty="0">
                <a:highlight>
                  <a:srgbClr val="FFFFFF"/>
                </a:highlight>
              </a:rPr>
              <a:t>wlp(assert r = i + 15,</a:t>
            </a:r>
          </a:p>
          <a:p>
            <a:r>
              <a:rPr lang="it-IT" dirty="0">
                <a:highlight>
                  <a:srgbClr val="FFFFFF"/>
                </a:highlight>
              </a:rPr>
              <a:t>true)))))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C90554-3F9F-3C5B-67BF-B6D1DB162DBA}"/>
              </a:ext>
            </a:extLst>
          </p:cNvPr>
          <p:cNvSpPr txBox="1"/>
          <p:nvPr/>
        </p:nvSpPr>
        <p:spPr>
          <a:xfrm>
            <a:off x="2623868" y="4256569"/>
            <a:ext cx="2257349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+ 7,</a:t>
            </a:r>
          </a:p>
          <a:p>
            <a:r>
              <a:rPr lang="it-IT" dirty="0">
                <a:highlight>
                  <a:srgbClr val="FFFFFF"/>
                </a:highlight>
              </a:rPr>
              <a:t>wlp(assume 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,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))))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023158-9486-F76F-CB94-C4865E79292A}"/>
              </a:ext>
            </a:extLst>
          </p:cNvPr>
          <p:cNvSpPr txBox="1"/>
          <p:nvPr/>
        </p:nvSpPr>
        <p:spPr>
          <a:xfrm>
            <a:off x="4988869" y="4256571"/>
            <a:ext cx="2257349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+ 7,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)))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05B10B-EF9A-C35B-49FB-EBF90119A5B1}"/>
              </a:ext>
            </a:extLst>
          </p:cNvPr>
          <p:cNvSpPr txBox="1"/>
          <p:nvPr/>
        </p:nvSpPr>
        <p:spPr>
          <a:xfrm>
            <a:off x="7353870" y="4256569"/>
            <a:ext cx="2257349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+ 5,</a:t>
            </a:r>
          </a:p>
          <a:p>
            <a:r>
              <a:rPr lang="it-IT" dirty="0">
                <a:highlight>
                  <a:srgbClr val="FFFFFF"/>
                </a:highlight>
              </a:rPr>
              <a:t>      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EE0BAA-D3A1-41AC-DD34-8F66FE862A4F}"/>
              </a:ext>
            </a:extLst>
          </p:cNvPr>
          <p:cNvSpPr txBox="1"/>
          <p:nvPr/>
        </p:nvSpPr>
        <p:spPr>
          <a:xfrm>
            <a:off x="9722763" y="4247593"/>
            <a:ext cx="2257349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+ 3,</a:t>
            </a:r>
          </a:p>
          <a:p>
            <a:r>
              <a:rPr lang="it-IT" dirty="0">
                <a:highlight>
                  <a:srgbClr val="FFFFFF"/>
                </a:highlight>
              </a:rPr>
              <a:t>      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79D8F7-93A3-9891-0FD7-AA8C5FC11D2D}"/>
              </a:ext>
            </a:extLst>
          </p:cNvPr>
          <p:cNvSpPr txBox="1"/>
          <p:nvPr/>
        </p:nvSpPr>
        <p:spPr>
          <a:xfrm>
            <a:off x="9545292" y="2329770"/>
            <a:ext cx="1808508" cy="1477328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dirty="0">
                <a:highlight>
                  <a:srgbClr val="FFFFFF"/>
                </a:highlight>
              </a:rPr>
              <a:t>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 ==&gt;</a:t>
            </a:r>
          </a:p>
          <a:p>
            <a:r>
              <a:rPr lang="it-IT" dirty="0">
                <a:highlight>
                  <a:srgbClr val="FFFFFF"/>
                </a:highlight>
              </a:rPr>
              <a:t>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 ==&gt;</a:t>
            </a:r>
          </a:p>
          <a:p>
            <a:r>
              <a:rPr lang="it-IT" dirty="0">
                <a:highlight>
                  <a:srgbClr val="FFFFFF"/>
                </a:highlight>
              </a:rPr>
              <a:t>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==&gt;</a:t>
            </a:r>
          </a:p>
          <a:p>
            <a:r>
              <a:rPr lang="it-IT" dirty="0">
                <a:highlight>
                  <a:srgbClr val="FFFFFF"/>
                </a:highlight>
              </a:rPr>
              <a:t>r = i + 15 &amp;&amp; true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61074848-FFA6-4857-8414-02053E80692C}"/>
              </a:ext>
            </a:extLst>
          </p:cNvPr>
          <p:cNvSpPr/>
          <p:nvPr/>
        </p:nvSpPr>
        <p:spPr>
          <a:xfrm>
            <a:off x="1281793" y="3825050"/>
            <a:ext cx="351064" cy="4315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C1C0AF6D-EAC1-62F6-C2AD-B434EEEF1C75}"/>
              </a:ext>
            </a:extLst>
          </p:cNvPr>
          <p:cNvSpPr/>
          <p:nvPr/>
        </p:nvSpPr>
        <p:spPr>
          <a:xfrm flipV="1">
            <a:off x="10307371" y="3816074"/>
            <a:ext cx="351064" cy="4315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A4A97D72-FB2E-FF0B-33A5-2553B0835CDF}"/>
              </a:ext>
            </a:extLst>
          </p:cNvPr>
          <p:cNvSpPr/>
          <p:nvPr/>
        </p:nvSpPr>
        <p:spPr>
          <a:xfrm>
            <a:off x="2378413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57CF6FC7-60F7-E171-07C1-094B20C34126}"/>
              </a:ext>
            </a:extLst>
          </p:cNvPr>
          <p:cNvSpPr/>
          <p:nvPr/>
        </p:nvSpPr>
        <p:spPr>
          <a:xfrm>
            <a:off x="4757120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8447CCE1-A306-B901-B513-70C245336A35}"/>
              </a:ext>
            </a:extLst>
          </p:cNvPr>
          <p:cNvSpPr/>
          <p:nvPr/>
        </p:nvSpPr>
        <p:spPr>
          <a:xfrm>
            <a:off x="7132343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A560FA36-97D7-D6C1-F6C9-2A0B410E96ED}"/>
              </a:ext>
            </a:extLst>
          </p:cNvPr>
          <p:cNvSpPr/>
          <p:nvPr/>
        </p:nvSpPr>
        <p:spPr>
          <a:xfrm>
            <a:off x="9501236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2819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C6A73-0471-1892-385E-EEDC3551E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9073E-5251-57EC-041A-55C06B982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Verification condition generation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1453C1-A519-0544-A2C6-2832B0CEAD99}"/>
              </a:ext>
            </a:extLst>
          </p:cNvPr>
          <p:cNvSpPr txBox="1"/>
          <p:nvPr/>
        </p:nvSpPr>
        <p:spPr>
          <a:xfrm>
            <a:off x="472907" y="3595393"/>
            <a:ext cx="2903167" cy="23083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FF"/>
                </a:highlight>
              </a:rPr>
              <a:t>proof </a:t>
            </a:r>
            <a:r>
              <a:rPr lang="en-US" dirty="0" err="1">
                <a:highlight>
                  <a:srgbClr val="FFFFFF"/>
                </a:highlight>
              </a:rPr>
              <a:t>fn</a:t>
            </a:r>
            <a:r>
              <a:rPr lang="en-US" dirty="0">
                <a:highlight>
                  <a:srgbClr val="FFFFFF"/>
                </a:highlight>
              </a:rPr>
              <a:t> test1(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: int) -&gt; (r: int)</a:t>
            </a:r>
          </a:p>
          <a:p>
            <a:r>
              <a:rPr lang="en-US" dirty="0">
                <a:highlight>
                  <a:srgbClr val="FFFFFF"/>
                </a:highlight>
              </a:rPr>
              <a:t>    ensures r == 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 + 15</a:t>
            </a:r>
          </a:p>
          <a:p>
            <a:r>
              <a:rPr lang="en-US" dirty="0">
                <a:highlight>
                  <a:srgbClr val="FFFFFF"/>
                </a:highlight>
              </a:rPr>
              <a:t>{</a:t>
            </a:r>
          </a:p>
          <a:p>
            <a:r>
              <a:rPr lang="nn-NO" dirty="0">
                <a:highlight>
                  <a:srgbClr val="FFFFFF"/>
                </a:highlight>
              </a:rPr>
              <a:t>    let mut x = i + 3;</a:t>
            </a:r>
          </a:p>
          <a:p>
            <a:r>
              <a:rPr lang="en-US" dirty="0">
                <a:highlight>
                  <a:srgbClr val="FFFFFF"/>
                </a:highlight>
              </a:rPr>
              <a:t>    x = x + 5;</a:t>
            </a:r>
          </a:p>
          <a:p>
            <a:r>
              <a:rPr lang="en-US" dirty="0">
                <a:highlight>
                  <a:srgbClr val="FFFFFF"/>
                </a:highlight>
              </a:rPr>
              <a:t>    x = x + 7;</a:t>
            </a:r>
          </a:p>
          <a:p>
            <a:r>
              <a:rPr lang="en-US" dirty="0">
                <a:highlight>
                  <a:srgbClr val="FFFFFF"/>
                </a:highlight>
              </a:rPr>
              <a:t>    x</a:t>
            </a:r>
          </a:p>
          <a:p>
            <a:r>
              <a:rPr lang="en-US" dirty="0">
                <a:highlight>
                  <a:srgbClr val="FFFFFF"/>
                </a:highlight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AD0434-ECED-7599-3BC8-F69C1C295903}"/>
              </a:ext>
            </a:extLst>
          </p:cNvPr>
          <p:cNvSpPr txBox="1"/>
          <p:nvPr/>
        </p:nvSpPr>
        <p:spPr>
          <a:xfrm>
            <a:off x="3722802" y="2684473"/>
            <a:ext cx="3036344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800" i="1" dirty="0">
                <a:solidFill>
                  <a:srgbClr val="000000"/>
                </a:solidFill>
                <a:highlight>
                  <a:srgbClr val="FFFFFF"/>
                </a:highlight>
              </a:rPr>
              <a:t>;; note: hand edited to simplify</a:t>
            </a:r>
          </a:p>
          <a:p>
            <a:r>
              <a:rPr lang="en-US" dirty="0"/>
              <a:t>(check-valid</a:t>
            </a:r>
          </a:p>
          <a:p>
            <a:r>
              <a:rPr lang="en-US" dirty="0"/>
              <a:t> (declare-const r! Int)</a:t>
            </a:r>
          </a:p>
          <a:p>
            <a:r>
              <a:rPr lang="en-US" dirty="0"/>
              <a:t> (declare-const </a:t>
            </a:r>
            <a:r>
              <a:rPr lang="en-US" dirty="0" err="1"/>
              <a:t>i</a:t>
            </a:r>
            <a:r>
              <a:rPr lang="en-US" dirty="0"/>
              <a:t>! Int)</a:t>
            </a:r>
          </a:p>
          <a:p>
            <a:r>
              <a:rPr lang="en-US" dirty="0"/>
              <a:t> (declare-var x@ Int)</a:t>
            </a:r>
          </a:p>
          <a:p>
            <a:endParaRPr lang="en-US" dirty="0"/>
          </a:p>
          <a:p>
            <a:r>
              <a:rPr lang="en-US" dirty="0"/>
              <a:t> (block</a:t>
            </a:r>
          </a:p>
          <a:p>
            <a:r>
              <a:rPr lang="it-IT" dirty="0"/>
              <a:t>  (assume (= x@ (Add i! 3)))</a:t>
            </a:r>
          </a:p>
          <a:p>
            <a:r>
              <a:rPr lang="en-US" dirty="0"/>
              <a:t>  (assign x@ (Add x@ 5))</a:t>
            </a:r>
          </a:p>
          <a:p>
            <a:r>
              <a:rPr lang="en-US" dirty="0"/>
              <a:t>  (assign x@ (Add x@ 7))</a:t>
            </a:r>
          </a:p>
          <a:p>
            <a:r>
              <a:rPr lang="en-US" dirty="0"/>
              <a:t>  (assume (= r! x@))</a:t>
            </a:r>
          </a:p>
          <a:p>
            <a:r>
              <a:rPr lang="en-US" dirty="0"/>
              <a:t>  (assert (= r! (Add </a:t>
            </a:r>
            <a:r>
              <a:rPr lang="en-US" dirty="0" err="1"/>
              <a:t>i</a:t>
            </a:r>
            <a:r>
              <a:rPr lang="en-US" dirty="0"/>
              <a:t>! 15)))</a:t>
            </a:r>
          </a:p>
          <a:p>
            <a:r>
              <a:rPr lang="en-US" dirty="0"/>
              <a:t> )</a:t>
            </a:r>
          </a:p>
          <a:p>
            <a:r>
              <a:rPr lang="en-US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085D03-F238-7921-D2AA-2523EA4DFE1D}"/>
              </a:ext>
            </a:extLst>
          </p:cNvPr>
          <p:cNvSpPr txBox="1"/>
          <p:nvPr/>
        </p:nvSpPr>
        <p:spPr>
          <a:xfrm>
            <a:off x="1329392" y="1831458"/>
            <a:ext cx="95648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test.rs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9B0FD5-D8BC-1304-D60D-13AE104B4846}"/>
              </a:ext>
            </a:extLst>
          </p:cNvPr>
          <p:cNvSpPr txBox="1"/>
          <p:nvPr/>
        </p:nvSpPr>
        <p:spPr>
          <a:xfrm>
            <a:off x="7846237" y="1818564"/>
            <a:ext cx="141115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root.smt2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726DBE48-9CEE-3F7F-3758-CB8E0C4B1CEC}"/>
              </a:ext>
            </a:extLst>
          </p:cNvPr>
          <p:cNvSpPr/>
          <p:nvPr/>
        </p:nvSpPr>
        <p:spPr>
          <a:xfrm>
            <a:off x="2934607" y="1831458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085A5E73-E94B-C794-BF27-13F6E7863636}"/>
              </a:ext>
            </a:extLst>
          </p:cNvPr>
          <p:cNvSpPr/>
          <p:nvPr/>
        </p:nvSpPr>
        <p:spPr>
          <a:xfrm>
            <a:off x="6281596" y="1831458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58CC0-09E2-7ABF-7DEE-DE9053731F8B}"/>
              </a:ext>
            </a:extLst>
          </p:cNvPr>
          <p:cNvSpPr txBox="1"/>
          <p:nvPr/>
        </p:nvSpPr>
        <p:spPr>
          <a:xfrm>
            <a:off x="4648044" y="1828309"/>
            <a:ext cx="1115883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 err="1"/>
              <a:t>root.air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221652-47BD-769C-0040-4C80CF2B0C1C}"/>
              </a:ext>
            </a:extLst>
          </p:cNvPr>
          <p:cNvSpPr txBox="1"/>
          <p:nvPr/>
        </p:nvSpPr>
        <p:spPr>
          <a:xfrm>
            <a:off x="7105874" y="2421000"/>
            <a:ext cx="3036344" cy="42473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800" i="1" dirty="0">
                <a:solidFill>
                  <a:srgbClr val="000000"/>
                </a:solidFill>
                <a:highlight>
                  <a:srgbClr val="FFFFFF"/>
                </a:highlight>
              </a:rPr>
              <a:t>;; note: hand edited to simplify</a:t>
            </a:r>
          </a:p>
          <a:p>
            <a:r>
              <a:rPr lang="en-US" dirty="0"/>
              <a:t>(declare-const r! Int)</a:t>
            </a:r>
          </a:p>
          <a:p>
            <a:r>
              <a:rPr lang="en-US" dirty="0"/>
              <a:t>(declare-const </a:t>
            </a:r>
            <a:r>
              <a:rPr lang="en-US" dirty="0" err="1"/>
              <a:t>i</a:t>
            </a:r>
            <a:r>
              <a:rPr lang="en-US" dirty="0"/>
              <a:t>! Int)</a:t>
            </a:r>
          </a:p>
          <a:p>
            <a:r>
              <a:rPr lang="en-US" dirty="0"/>
              <a:t>(declare-const x@0 Int)</a:t>
            </a:r>
          </a:p>
          <a:p>
            <a:r>
              <a:rPr lang="en-US" dirty="0"/>
              <a:t>(declare-const x@1 Int)</a:t>
            </a:r>
          </a:p>
          <a:p>
            <a:r>
              <a:rPr lang="en-US" dirty="0"/>
              <a:t>(declare-const x@2 Int)</a:t>
            </a:r>
          </a:p>
          <a:p>
            <a:r>
              <a:rPr lang="en-US" dirty="0"/>
              <a:t>(assert</a:t>
            </a:r>
          </a:p>
          <a:p>
            <a:r>
              <a:rPr lang="en-US" dirty="0"/>
              <a:t> (not</a:t>
            </a:r>
          </a:p>
          <a:p>
            <a:r>
              <a:rPr lang="nn-NO" dirty="0"/>
              <a:t>  (=&gt; (= x@0 (Add i! 3))</a:t>
            </a:r>
          </a:p>
          <a:p>
            <a:r>
              <a:rPr lang="en-US" dirty="0"/>
              <a:t>   (=&gt; (= x@1 (Add x@0 5))</a:t>
            </a:r>
          </a:p>
          <a:p>
            <a:r>
              <a:rPr lang="en-US" dirty="0"/>
              <a:t>    (=&gt; (= x@2 (Add x@1 7))</a:t>
            </a:r>
          </a:p>
          <a:p>
            <a:r>
              <a:rPr lang="en-US" dirty="0"/>
              <a:t>     (=&gt; (= r! x@2)</a:t>
            </a:r>
          </a:p>
          <a:p>
            <a:r>
              <a:rPr lang="en-US" dirty="0"/>
              <a:t>      (= r! (Add </a:t>
            </a:r>
            <a:r>
              <a:rPr lang="en-US" dirty="0" err="1"/>
              <a:t>i</a:t>
            </a:r>
            <a:r>
              <a:rPr lang="en-US" dirty="0"/>
              <a:t>! 15))</a:t>
            </a:r>
          </a:p>
          <a:p>
            <a:r>
              <a:rPr lang="en-US" dirty="0"/>
              <a:t>))))))</a:t>
            </a:r>
          </a:p>
          <a:p>
            <a:r>
              <a:rPr lang="en-US" dirty="0"/>
              <a:t>(check-sat)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663785-1120-5287-739A-5BD2CBD6187D}"/>
              </a:ext>
            </a:extLst>
          </p:cNvPr>
          <p:cNvSpPr txBox="1"/>
          <p:nvPr/>
        </p:nvSpPr>
        <p:spPr>
          <a:xfrm>
            <a:off x="9910585" y="4669632"/>
            <a:ext cx="1808508" cy="1477328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dirty="0">
                <a:highlight>
                  <a:srgbClr val="FFFFFF"/>
                </a:highlight>
              </a:rPr>
              <a:t>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 ==&gt;</a:t>
            </a:r>
          </a:p>
          <a:p>
            <a:r>
              <a:rPr lang="it-IT" dirty="0">
                <a:highlight>
                  <a:srgbClr val="FFFFFF"/>
                </a:highlight>
              </a:rPr>
              <a:t>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 ==&gt;</a:t>
            </a:r>
          </a:p>
          <a:p>
            <a:r>
              <a:rPr lang="it-IT" dirty="0">
                <a:highlight>
                  <a:srgbClr val="FFFFFF"/>
                </a:highlight>
              </a:rPr>
              <a:t>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==&gt;</a:t>
            </a:r>
          </a:p>
          <a:p>
            <a:r>
              <a:rPr lang="it-IT" dirty="0">
                <a:highlight>
                  <a:srgbClr val="FFFFFF"/>
                </a:highlight>
              </a:rPr>
              <a:t>r = i + 15 &amp;&amp; true</a:t>
            </a:r>
          </a:p>
        </p:txBody>
      </p:sp>
    </p:spTree>
    <p:extLst>
      <p:ext uri="{BB962C8B-B14F-4D97-AF65-F5344CB8AC3E}">
        <p14:creationId xmlns:p14="http://schemas.microsoft.com/office/powerpoint/2010/main" val="20500329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E391C-7699-9A0A-503A-9D71A1CE2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1205B-48A0-FC1D-7A15-D84630F40F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Using SMT solvers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22027F-3AF9-839F-4280-B4CC081BF48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8071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Decidable and undecidable theories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9069" y="1371600"/>
            <a:ext cx="9710443" cy="205740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3300"/>
                </a:solidFill>
              </a:rPr>
              <a:t>DECIDABLE THEORIES</a:t>
            </a:r>
          </a:p>
          <a:p>
            <a:r>
              <a:rPr lang="en-US" sz="2000" b="1" dirty="0" err="1">
                <a:solidFill>
                  <a:srgbClr val="003300"/>
                </a:solidFill>
              </a:rPr>
              <a:t>boolean</a:t>
            </a:r>
            <a:r>
              <a:rPr lang="en-US" sz="2000" b="1" dirty="0">
                <a:solidFill>
                  <a:srgbClr val="003300"/>
                </a:solidFill>
              </a:rPr>
              <a:t> expressions</a:t>
            </a:r>
            <a:r>
              <a:rPr lang="en-US" sz="2000" dirty="0">
                <a:solidFill>
                  <a:srgbClr val="003300"/>
                </a:solidFill>
              </a:rPr>
              <a:t>                e ::= true | false | !e | e &amp;&amp; e | e ==&gt; e | ...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linear integer arithmetic </a:t>
            </a:r>
            <a:r>
              <a:rPr lang="en-US" sz="2000" dirty="0">
                <a:solidFill>
                  <a:srgbClr val="003300"/>
                </a:solidFill>
              </a:rPr>
              <a:t>        e ::= ... | -2 | -1 | 0 | 1 | 2 | e + e | e – e | e &lt;= e | ...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bit vector arithmetic</a:t>
            </a:r>
            <a:r>
              <a:rPr lang="en-US" sz="2000" dirty="0">
                <a:solidFill>
                  <a:srgbClr val="003300"/>
                </a:solidFill>
              </a:rPr>
              <a:t>                e ::= ... | e &amp; e | e &lt;&lt; e | ...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uninterpreted functions</a:t>
            </a:r>
            <a:r>
              <a:rPr lang="en-US" sz="2000" dirty="0">
                <a:solidFill>
                  <a:srgbClr val="003300"/>
                </a:solidFill>
              </a:rPr>
              <a:t>          e ::= ... | f(e,…,e)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datatypes</a:t>
            </a:r>
            <a:r>
              <a:rPr lang="en-US" sz="2000" dirty="0">
                <a:solidFill>
                  <a:srgbClr val="003300"/>
                </a:solidFill>
              </a:rPr>
              <a:t>                                    e ::= … | S(e, …, e) | </a:t>
            </a:r>
            <a:r>
              <a:rPr lang="en-US" sz="2000" dirty="0" err="1">
                <a:solidFill>
                  <a:srgbClr val="003300"/>
                </a:solidFill>
              </a:rPr>
              <a:t>S.f</a:t>
            </a:r>
            <a:r>
              <a:rPr lang="en-US" sz="2000" dirty="0">
                <a:solidFill>
                  <a:srgbClr val="003300"/>
                </a:solidFill>
              </a:rPr>
              <a:t> | match e { … }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9069" y="3581399"/>
            <a:ext cx="9710443" cy="116862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3300"/>
                </a:solidFill>
              </a:rPr>
              <a:t>UNDECIDABLE EXTENSIONS TO ABOVE THEORIES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nonlinear integer arithmetic</a:t>
            </a:r>
            <a:r>
              <a:rPr lang="en-US" sz="2000" dirty="0">
                <a:solidFill>
                  <a:srgbClr val="003300"/>
                </a:solidFill>
              </a:rPr>
              <a:t>   e ::= … | e * e | e / e | e % e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quantifiers</a:t>
            </a:r>
            <a:r>
              <a:rPr lang="en-US" sz="2000" dirty="0">
                <a:solidFill>
                  <a:srgbClr val="003300"/>
                </a:solidFill>
              </a:rPr>
              <a:t>                                   e ::= ... | (</a:t>
            </a:r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e) | (</a:t>
            </a:r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4134" y="5232851"/>
            <a:ext cx="79177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How can we use the decidable theories?</a:t>
            </a:r>
          </a:p>
          <a:p>
            <a:r>
              <a:rPr lang="en-US" sz="2400" dirty="0"/>
              <a:t>What techniques can help with the undecidable components?</a:t>
            </a:r>
          </a:p>
        </p:txBody>
      </p:sp>
    </p:spTree>
    <p:extLst>
      <p:ext uri="{BB962C8B-B14F-4D97-AF65-F5344CB8AC3E}">
        <p14:creationId xmlns:p14="http://schemas.microsoft.com/office/powerpoint/2010/main" val="23527926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149B6EC-098C-6D0D-2EAD-0D18B39101BD}"/>
              </a:ext>
            </a:extLst>
          </p:cNvPr>
          <p:cNvSpPr/>
          <p:nvPr/>
        </p:nvSpPr>
        <p:spPr>
          <a:xfrm>
            <a:off x="388418" y="1335186"/>
            <a:ext cx="5462124" cy="5300283"/>
          </a:xfrm>
          <a:prstGeom prst="roundRect">
            <a:avLst>
              <a:gd name="adj" fmla="val 8065"/>
            </a:avLst>
          </a:prstGeom>
          <a:solidFill>
            <a:schemeClr val="accent4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Core Components (always enabled)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52A4B4-64E0-5465-A0CE-26B987F26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components used by Verus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2E0F4D-7497-B348-756B-A9316E5A3C90}"/>
              </a:ext>
            </a:extLst>
          </p:cNvPr>
          <p:cNvSpPr/>
          <p:nvPr/>
        </p:nvSpPr>
        <p:spPr>
          <a:xfrm>
            <a:off x="778613" y="1921367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SAT solver</a:t>
            </a:r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7" name="Rounded Rectangle 2">
            <a:extLst>
              <a:ext uri="{FF2B5EF4-FFF2-40B4-BE49-F238E27FC236}">
                <a16:creationId xmlns:a16="http://schemas.microsoft.com/office/drawing/2014/main" id="{55089B3F-6897-C20B-5B36-9A2F8EEAE838}"/>
              </a:ext>
            </a:extLst>
          </p:cNvPr>
          <p:cNvSpPr/>
          <p:nvPr/>
        </p:nvSpPr>
        <p:spPr>
          <a:xfrm>
            <a:off x="859534" y="2516132"/>
            <a:ext cx="1950181" cy="93463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true | false | !e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e &amp;&amp; e | ...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052E0E-CEB2-DB8D-38E8-85B520FB8D93}"/>
              </a:ext>
            </a:extLst>
          </p:cNvPr>
          <p:cNvSpPr/>
          <p:nvPr/>
        </p:nvSpPr>
        <p:spPr>
          <a:xfrm>
            <a:off x="3196783" y="1921367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Linear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9" name="Rounded Rectangle 2">
            <a:extLst>
              <a:ext uri="{FF2B5EF4-FFF2-40B4-BE49-F238E27FC236}">
                <a16:creationId xmlns:a16="http://schemas.microsoft.com/office/drawing/2014/main" id="{54F7D4A6-680C-E27C-87B2-0CB8C2E392A1}"/>
              </a:ext>
            </a:extLst>
          </p:cNvPr>
          <p:cNvSpPr/>
          <p:nvPr/>
        </p:nvSpPr>
        <p:spPr>
          <a:xfrm>
            <a:off x="3277704" y="2516131"/>
            <a:ext cx="2072910" cy="999367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-2 | -1 | 0 | 1 | 2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+ e | e –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&lt;= e | ...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435AEC-CA4C-36EA-B494-449329FDD91B}"/>
              </a:ext>
            </a:extLst>
          </p:cNvPr>
          <p:cNvSpPr/>
          <p:nvPr/>
        </p:nvSpPr>
        <p:spPr>
          <a:xfrm>
            <a:off x="77861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1" name="Rounded Rectangle 2">
            <a:extLst>
              <a:ext uri="{FF2B5EF4-FFF2-40B4-BE49-F238E27FC236}">
                <a16:creationId xmlns:a16="http://schemas.microsoft.com/office/drawing/2014/main" id="{C852994E-91D8-0BDA-7D18-132C85FD5DDE}"/>
              </a:ext>
            </a:extLst>
          </p:cNvPr>
          <p:cNvSpPr/>
          <p:nvPr/>
        </p:nvSpPr>
        <p:spPr>
          <a:xfrm>
            <a:off x="859534" y="4300427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BAE1962-BCD9-70CF-9655-C2B94C0E453C}"/>
              </a:ext>
            </a:extLst>
          </p:cNvPr>
          <p:cNvSpPr/>
          <p:nvPr/>
        </p:nvSpPr>
        <p:spPr>
          <a:xfrm>
            <a:off x="319678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Datatypes</a:t>
            </a:r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3" name="Rounded Rectangle 2">
            <a:extLst>
              <a:ext uri="{FF2B5EF4-FFF2-40B4-BE49-F238E27FC236}">
                <a16:creationId xmlns:a16="http://schemas.microsoft.com/office/drawing/2014/main" id="{632DC1AA-3499-30BF-683B-25917A0A15CF}"/>
              </a:ext>
            </a:extLst>
          </p:cNvPr>
          <p:cNvSpPr/>
          <p:nvPr/>
        </p:nvSpPr>
        <p:spPr>
          <a:xfrm>
            <a:off x="3277704" y="4300427"/>
            <a:ext cx="2072910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struct S { … }</a:t>
            </a:r>
          </a:p>
          <a:p>
            <a:r>
              <a:rPr lang="en-US" sz="2000" dirty="0" err="1">
                <a:solidFill>
                  <a:srgbClr val="003300"/>
                </a:solidFill>
              </a:rPr>
              <a:t>enum</a:t>
            </a:r>
            <a:r>
              <a:rPr lang="en-US" sz="2000" dirty="0">
                <a:solidFill>
                  <a:srgbClr val="003300"/>
                </a:solidFill>
              </a:rPr>
              <a:t> E { … }</a:t>
            </a:r>
          </a:p>
          <a:p>
            <a:r>
              <a:rPr lang="en-US" sz="2000" dirty="0">
                <a:solidFill>
                  <a:srgbClr val="003300"/>
                </a:solidFill>
              </a:rPr>
              <a:t>S(e,…,e) | </a:t>
            </a:r>
            <a:r>
              <a:rPr lang="en-US" sz="2000" dirty="0" err="1">
                <a:solidFill>
                  <a:srgbClr val="003300"/>
                </a:solidFill>
              </a:rPr>
              <a:t>e.f</a:t>
            </a:r>
            <a:r>
              <a:rPr lang="en-US" sz="2000" dirty="0">
                <a:solidFill>
                  <a:srgbClr val="003300"/>
                </a:solidFill>
              </a:rPr>
              <a:t> | …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20F0EB-82D2-ED86-8210-E3655D519AED}"/>
              </a:ext>
            </a:extLst>
          </p:cNvPr>
          <p:cNvSpPr/>
          <p:nvPr/>
        </p:nvSpPr>
        <p:spPr>
          <a:xfrm>
            <a:off x="778613" y="5522326"/>
            <a:ext cx="4667757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6" name="Rounded Rectangle 3">
            <a:extLst>
              <a:ext uri="{FF2B5EF4-FFF2-40B4-BE49-F238E27FC236}">
                <a16:creationId xmlns:a16="http://schemas.microsoft.com/office/drawing/2014/main" id="{775EF67F-312F-5189-49E5-F679A476DAE7}"/>
              </a:ext>
            </a:extLst>
          </p:cNvPr>
          <p:cNvSpPr/>
          <p:nvPr/>
        </p:nvSpPr>
        <p:spPr>
          <a:xfrm>
            <a:off x="2339027" y="5643705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11F0F5A-6E42-4897-1010-EB3F3FA09DEB}"/>
              </a:ext>
            </a:extLst>
          </p:cNvPr>
          <p:cNvSpPr/>
          <p:nvPr/>
        </p:nvSpPr>
        <p:spPr>
          <a:xfrm>
            <a:off x="6159816" y="1690689"/>
            <a:ext cx="5462124" cy="2687905"/>
          </a:xfrm>
          <a:prstGeom prst="roundRect">
            <a:avLst>
              <a:gd name="adj" fmla="val 8065"/>
            </a:avLst>
          </a:prstGeom>
          <a:solidFill>
            <a:schemeClr val="accent5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Additional Components (via “assert by”)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65D428F-14DD-3536-0770-E56C97A6FAA4}"/>
              </a:ext>
            </a:extLst>
          </p:cNvPr>
          <p:cNvSpPr/>
          <p:nvPr/>
        </p:nvSpPr>
        <p:spPr>
          <a:xfrm>
            <a:off x="6550011" y="227687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Bit vector </a:t>
            </a:r>
            <a:r>
              <a:rPr lang="en-US" sz="2400" dirty="0" err="1"/>
              <a:t>arith</a:t>
            </a:r>
            <a:endParaRPr lang="en-US" sz="2400" dirty="0"/>
          </a:p>
        </p:txBody>
      </p:sp>
      <p:sp>
        <p:nvSpPr>
          <p:cNvPr id="20" name="Rounded Rectangle 2">
            <a:extLst>
              <a:ext uri="{FF2B5EF4-FFF2-40B4-BE49-F238E27FC236}">
                <a16:creationId xmlns:a16="http://schemas.microsoft.com/office/drawing/2014/main" id="{36D22469-AA24-3585-1AFC-C62845A1FA51}"/>
              </a:ext>
            </a:extLst>
          </p:cNvPr>
          <p:cNvSpPr/>
          <p:nvPr/>
        </p:nvSpPr>
        <p:spPr>
          <a:xfrm>
            <a:off x="6630932" y="2871635"/>
            <a:ext cx="1950181" cy="93463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e &amp; e| e &lt;&lt; e | ...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06A5EBC-27AD-A3F4-40F4-C76B1F0DAD85}"/>
              </a:ext>
            </a:extLst>
          </p:cNvPr>
          <p:cNvSpPr/>
          <p:nvPr/>
        </p:nvSpPr>
        <p:spPr>
          <a:xfrm>
            <a:off x="8968181" y="227687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Nonlin</a:t>
            </a:r>
            <a:r>
              <a:rPr lang="en-US" sz="2400" dirty="0"/>
              <a:t>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28" name="Rounded Rectangle 3">
            <a:extLst>
              <a:ext uri="{FF2B5EF4-FFF2-40B4-BE49-F238E27FC236}">
                <a16:creationId xmlns:a16="http://schemas.microsoft.com/office/drawing/2014/main" id="{6D89D606-802B-0D30-6C1C-78FD53352FFD}"/>
              </a:ext>
            </a:extLst>
          </p:cNvPr>
          <p:cNvSpPr/>
          <p:nvPr/>
        </p:nvSpPr>
        <p:spPr>
          <a:xfrm>
            <a:off x="9146880" y="2969570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e *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e / e | e % 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A3A0CF4-345A-1A6A-0994-D4AAF4CD8F3B}"/>
              </a:ext>
            </a:extLst>
          </p:cNvPr>
          <p:cNvSpPr txBox="1"/>
          <p:nvPr/>
        </p:nvSpPr>
        <p:spPr>
          <a:xfrm>
            <a:off x="6028566" y="5915278"/>
            <a:ext cx="34548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undecidable, but really important</a:t>
            </a:r>
          </a:p>
          <a:p>
            <a:r>
              <a:rPr lang="en-US" dirty="0"/>
              <a:t>- programmable by triggers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4B092D0-DE20-F69E-F679-43F813139132}"/>
              </a:ext>
            </a:extLst>
          </p:cNvPr>
          <p:cNvCxnSpPr>
            <a:stCxn id="29" idx="1"/>
          </p:cNvCxnSpPr>
          <p:nvPr/>
        </p:nvCxnSpPr>
        <p:spPr>
          <a:xfrm flipH="1" flipV="1">
            <a:off x="4216380" y="6052842"/>
            <a:ext cx="1812186" cy="18560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1389B55-2D85-D8CA-A072-BBA1BB7AA86C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7040071" y="3806265"/>
            <a:ext cx="565952" cy="810497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4934D0B-DE4A-BACE-FD65-C2EED1473F47}"/>
              </a:ext>
            </a:extLst>
          </p:cNvPr>
          <p:cNvSpPr txBox="1"/>
          <p:nvPr/>
        </p:nvSpPr>
        <p:spPr>
          <a:xfrm>
            <a:off x="6019125" y="4556229"/>
            <a:ext cx="26793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decidable, but can be slow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A88D428-B074-2D47-B6CB-70F6BDFADED7}"/>
              </a:ext>
            </a:extLst>
          </p:cNvPr>
          <p:cNvCxnSpPr>
            <a:cxnSpLocks/>
            <a:endCxn id="28" idx="2"/>
          </p:cNvCxnSpPr>
          <p:nvPr/>
        </p:nvCxnSpPr>
        <p:spPr>
          <a:xfrm flipH="1" flipV="1">
            <a:off x="10085557" y="3770681"/>
            <a:ext cx="355298" cy="115488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A21C9A0-10C2-BB00-D7A1-74FE9C3FD417}"/>
              </a:ext>
            </a:extLst>
          </p:cNvPr>
          <p:cNvSpPr txBox="1"/>
          <p:nvPr/>
        </p:nvSpPr>
        <p:spPr>
          <a:xfrm>
            <a:off x="9591473" y="4964775"/>
            <a:ext cx="20470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undecidable,</a:t>
            </a:r>
          </a:p>
          <a:p>
            <a:r>
              <a:rPr lang="en-US" dirty="0"/>
              <a:t>often unpredictable</a:t>
            </a:r>
          </a:p>
        </p:txBody>
      </p:sp>
    </p:spTree>
    <p:extLst>
      <p:ext uri="{BB962C8B-B14F-4D97-AF65-F5344CB8AC3E}">
        <p14:creationId xmlns:p14="http://schemas.microsoft.com/office/powerpoint/2010/main" val="2196998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5" grpId="0"/>
      <p:bldP spid="3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2A4B4-64E0-5465-A0CE-26B987F26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Congruence for uninterpreted functions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EE8C6A-A679-C1C0-CE04-C66A2B7F4D3F}"/>
              </a:ext>
            </a:extLst>
          </p:cNvPr>
          <p:cNvSpPr txBox="1"/>
          <p:nvPr/>
        </p:nvSpPr>
        <p:spPr>
          <a:xfrm>
            <a:off x="5726595" y="2776933"/>
            <a:ext cx="430919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Congruence principle:</a:t>
            </a:r>
          </a:p>
          <a:p>
            <a:r>
              <a:rPr lang="en-US" sz="2400" dirty="0"/>
              <a:t>equal inputs imply equal output</a:t>
            </a:r>
          </a:p>
          <a:p>
            <a:endParaRPr lang="en-US" sz="2400" dirty="0"/>
          </a:p>
          <a:p>
            <a:r>
              <a:rPr lang="en-US" sz="2400" dirty="0"/>
              <a:t>    </a:t>
            </a:r>
            <a:r>
              <a:rPr lang="en-US" sz="2400" dirty="0">
                <a:solidFill>
                  <a:srgbClr val="0070C0"/>
                </a:solidFill>
              </a:rPr>
              <a:t>e1</a:t>
            </a:r>
            <a:r>
              <a:rPr lang="en-US" sz="2400" dirty="0"/>
              <a:t> == </a:t>
            </a:r>
            <a:r>
              <a:rPr lang="en-US" sz="2400" dirty="0">
                <a:solidFill>
                  <a:srgbClr val="7030A0"/>
                </a:solidFill>
              </a:rPr>
              <a:t>e1’</a:t>
            </a:r>
          </a:p>
          <a:p>
            <a:r>
              <a:rPr lang="en-US" sz="2400" dirty="0"/>
              <a:t>    </a:t>
            </a:r>
            <a:r>
              <a:rPr lang="en-US" sz="2400" dirty="0">
                <a:solidFill>
                  <a:srgbClr val="0070C0"/>
                </a:solidFill>
              </a:rPr>
              <a:t>e2</a:t>
            </a:r>
            <a:r>
              <a:rPr lang="en-US" sz="2400" dirty="0"/>
              <a:t> == </a:t>
            </a:r>
            <a:r>
              <a:rPr lang="en-US" sz="2400" dirty="0">
                <a:solidFill>
                  <a:srgbClr val="7030A0"/>
                </a:solidFill>
              </a:rPr>
              <a:t>e2’</a:t>
            </a:r>
          </a:p>
          <a:p>
            <a:r>
              <a:rPr lang="en-US" sz="2400" dirty="0"/>
              <a:t>    …</a:t>
            </a:r>
          </a:p>
          <a:p>
            <a:r>
              <a:rPr lang="en-US" sz="2400" dirty="0"/>
              <a:t>    </a:t>
            </a:r>
            <a:r>
              <a:rPr lang="en-US" sz="2400" dirty="0" err="1">
                <a:solidFill>
                  <a:srgbClr val="0070C0"/>
                </a:solidFill>
              </a:rPr>
              <a:t>en</a:t>
            </a:r>
            <a:r>
              <a:rPr lang="en-US" sz="2400" dirty="0"/>
              <a:t> == </a:t>
            </a:r>
            <a:r>
              <a:rPr lang="en-US" sz="2400" dirty="0" err="1">
                <a:solidFill>
                  <a:srgbClr val="7030A0"/>
                </a:solidFill>
              </a:rPr>
              <a:t>en</a:t>
            </a:r>
            <a:r>
              <a:rPr lang="en-US" sz="2400" dirty="0">
                <a:solidFill>
                  <a:srgbClr val="7030A0"/>
                </a:solidFill>
              </a:rPr>
              <a:t>’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022F99-81AD-0F72-5C4A-3245FCF4C972}"/>
              </a:ext>
            </a:extLst>
          </p:cNvPr>
          <p:cNvSpPr/>
          <p:nvPr/>
        </p:nvSpPr>
        <p:spPr>
          <a:xfrm>
            <a:off x="77861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4" name="Rounded Rectangle 2">
            <a:extLst>
              <a:ext uri="{FF2B5EF4-FFF2-40B4-BE49-F238E27FC236}">
                <a16:creationId xmlns:a16="http://schemas.microsoft.com/office/drawing/2014/main" id="{B861304D-50DD-7024-5174-61D859E99548}"/>
              </a:ext>
            </a:extLst>
          </p:cNvPr>
          <p:cNvSpPr/>
          <p:nvPr/>
        </p:nvSpPr>
        <p:spPr>
          <a:xfrm>
            <a:off x="859534" y="4300427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FDEE9C-9B44-12C7-89E9-623AA1FDA957}"/>
              </a:ext>
            </a:extLst>
          </p:cNvPr>
          <p:cNvSpPr txBox="1"/>
          <p:nvPr/>
        </p:nvSpPr>
        <p:spPr>
          <a:xfrm>
            <a:off x="7780491" y="4438550"/>
            <a:ext cx="38995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==&gt;  f(</a:t>
            </a:r>
            <a:r>
              <a:rPr lang="en-US" sz="2400" dirty="0">
                <a:solidFill>
                  <a:srgbClr val="0070C0"/>
                </a:solidFill>
              </a:rPr>
              <a:t>e1</a:t>
            </a:r>
            <a:r>
              <a:rPr lang="en-US" sz="2400" dirty="0"/>
              <a:t>,…,</a:t>
            </a:r>
            <a:r>
              <a:rPr lang="en-US" sz="2400" dirty="0" err="1">
                <a:solidFill>
                  <a:srgbClr val="0070C0"/>
                </a:solidFill>
              </a:rPr>
              <a:t>en</a:t>
            </a:r>
            <a:r>
              <a:rPr lang="en-US" sz="2400" dirty="0"/>
              <a:t>) == f(</a:t>
            </a:r>
            <a:r>
              <a:rPr lang="en-US" sz="2400" dirty="0">
                <a:solidFill>
                  <a:srgbClr val="7030A0"/>
                </a:solidFill>
              </a:rPr>
              <a:t>e1’</a:t>
            </a:r>
            <a:r>
              <a:rPr lang="en-US" sz="2400" dirty="0"/>
              <a:t>,…,</a:t>
            </a:r>
            <a:r>
              <a:rPr lang="en-US" sz="2400" dirty="0" err="1">
                <a:solidFill>
                  <a:srgbClr val="7030A0"/>
                </a:solidFill>
              </a:rPr>
              <a:t>en</a:t>
            </a:r>
            <a:r>
              <a:rPr lang="en-US" sz="2400" dirty="0">
                <a:solidFill>
                  <a:srgbClr val="7030A0"/>
                </a:solidFill>
              </a:rPr>
              <a:t>’</a:t>
            </a:r>
            <a:r>
              <a:rPr lang="en-US" sz="2400" dirty="0"/>
              <a:t>)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4BC77C32-A738-6ED6-7C38-6512A2E0B49D}"/>
              </a:ext>
            </a:extLst>
          </p:cNvPr>
          <p:cNvSpPr/>
          <p:nvPr/>
        </p:nvSpPr>
        <p:spPr>
          <a:xfrm>
            <a:off x="7448718" y="3884177"/>
            <a:ext cx="331773" cy="1570412"/>
          </a:xfrm>
          <a:prstGeom prst="rightBrace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314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653DC-534B-DB84-3226-E9139E8FB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 err="1"/>
              <a:t>uninterp</a:t>
            </a:r>
            <a:r>
              <a:rPr lang="en-US" dirty="0"/>
              <a:t> </a:t>
            </a:r>
            <a:r>
              <a:rPr lang="en-US" dirty="0" err="1"/>
              <a:t>funcs</a:t>
            </a:r>
            <a:r>
              <a:rPr lang="en-US" dirty="0"/>
              <a:t> + arithmetic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165E90-E087-0D77-F05F-EC9F922260CA}"/>
              </a:ext>
            </a:extLst>
          </p:cNvPr>
          <p:cNvSpPr txBox="1"/>
          <p:nvPr/>
        </p:nvSpPr>
        <p:spPr>
          <a:xfrm>
            <a:off x="469847" y="1982549"/>
            <a:ext cx="6109365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struct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MySeq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 … }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spec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empty() -&gt;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MySeq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spec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(s: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MySeq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-&gt;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spec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push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s: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MySeq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value: int) -&gt;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MySeq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proof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test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(x: int, y: int) {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let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 =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empty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assert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push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(s, x + y)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==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push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(s, y + x));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7AE0D5-A535-2E5B-A7C1-D769D9263F78}"/>
              </a:ext>
            </a:extLst>
          </p:cNvPr>
          <p:cNvSpPr/>
          <p:nvPr/>
        </p:nvSpPr>
        <p:spPr>
          <a:xfrm>
            <a:off x="5462553" y="4955881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Linear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6" name="Rounded Rectangle 2">
            <a:extLst>
              <a:ext uri="{FF2B5EF4-FFF2-40B4-BE49-F238E27FC236}">
                <a16:creationId xmlns:a16="http://schemas.microsoft.com/office/drawing/2014/main" id="{68D723C1-48CC-6A86-3717-76739E75D838}"/>
              </a:ext>
            </a:extLst>
          </p:cNvPr>
          <p:cNvSpPr/>
          <p:nvPr/>
        </p:nvSpPr>
        <p:spPr>
          <a:xfrm>
            <a:off x="5543474" y="5550645"/>
            <a:ext cx="2072910" cy="999367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-2 | -1 | 0 | 1 | 2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+ e | e –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&lt;= e | ...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1B91B6-4968-DB85-B2CA-1FFFEA74FB01}"/>
              </a:ext>
            </a:extLst>
          </p:cNvPr>
          <p:cNvSpPr/>
          <p:nvPr/>
        </p:nvSpPr>
        <p:spPr>
          <a:xfrm>
            <a:off x="8610600" y="3084531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8" name="Rounded Rectangle 2">
            <a:extLst>
              <a:ext uri="{FF2B5EF4-FFF2-40B4-BE49-F238E27FC236}">
                <a16:creationId xmlns:a16="http://schemas.microsoft.com/office/drawing/2014/main" id="{2EA7B14D-66D6-7B7C-7870-1CD0ED20E552}"/>
              </a:ext>
            </a:extLst>
          </p:cNvPr>
          <p:cNvSpPr/>
          <p:nvPr/>
        </p:nvSpPr>
        <p:spPr>
          <a:xfrm>
            <a:off x="8691521" y="3667158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DB9EE6B-2795-E643-8FB3-8D4ABD0BD837}"/>
              </a:ext>
            </a:extLst>
          </p:cNvPr>
          <p:cNvCxnSpPr/>
          <p:nvPr/>
        </p:nvCxnSpPr>
        <p:spPr>
          <a:xfrm>
            <a:off x="3811349" y="5211271"/>
            <a:ext cx="1651204" cy="20230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BE799B1-AE18-3E0E-A227-2358C69770E0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680406" y="5610994"/>
            <a:ext cx="1782147" cy="1945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339B9A5-E443-6EDE-5059-770D94E59411}"/>
              </a:ext>
            </a:extLst>
          </p:cNvPr>
          <p:cNvCxnSpPr>
            <a:cxnSpLocks/>
          </p:cNvCxnSpPr>
          <p:nvPr/>
        </p:nvCxnSpPr>
        <p:spPr>
          <a:xfrm>
            <a:off x="7697305" y="5805545"/>
            <a:ext cx="960132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026A46F-0F13-60B1-1ED7-616B734DD7C5}"/>
              </a:ext>
            </a:extLst>
          </p:cNvPr>
          <p:cNvSpPr txBox="1"/>
          <p:nvPr/>
        </p:nvSpPr>
        <p:spPr>
          <a:xfrm>
            <a:off x="8680769" y="5550645"/>
            <a:ext cx="1758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 + y == y + x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726E00D-3CEE-6F83-DF9A-6D2D46A3D61B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9560177" y="4783860"/>
            <a:ext cx="175217" cy="76678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8D28FBD-DF1F-83D4-C336-0107F81E1F8F}"/>
              </a:ext>
            </a:extLst>
          </p:cNvPr>
          <p:cNvCxnSpPr>
            <a:cxnSpLocks/>
          </p:cNvCxnSpPr>
          <p:nvPr/>
        </p:nvCxnSpPr>
        <p:spPr>
          <a:xfrm flipV="1">
            <a:off x="9926230" y="2317746"/>
            <a:ext cx="175217" cy="76678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1D52AF8-BB2B-7567-8B1B-4F6C1CBA4CEC}"/>
              </a:ext>
            </a:extLst>
          </p:cNvPr>
          <p:cNvSpPr txBox="1"/>
          <p:nvPr/>
        </p:nvSpPr>
        <p:spPr>
          <a:xfrm>
            <a:off x="8177371" y="1914893"/>
            <a:ext cx="3874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push(s, x + y) == push(s, y + x)</a:t>
            </a:r>
          </a:p>
        </p:txBody>
      </p:sp>
    </p:spTree>
    <p:extLst>
      <p:ext uri="{BB962C8B-B14F-4D97-AF65-F5344CB8AC3E}">
        <p14:creationId xmlns:p14="http://schemas.microsoft.com/office/powerpoint/2010/main" val="1330201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15" grpId="0"/>
      <p:bldP spid="2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09DDA-8135-891F-575E-04ECCDED8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A50E54F-1964-3ECA-CA18-99165D44AA0E}"/>
              </a:ext>
            </a:extLst>
          </p:cNvPr>
          <p:cNvSpPr/>
          <p:nvPr/>
        </p:nvSpPr>
        <p:spPr>
          <a:xfrm>
            <a:off x="388418" y="1335186"/>
            <a:ext cx="5462124" cy="5300283"/>
          </a:xfrm>
          <a:prstGeom prst="roundRect">
            <a:avLst>
              <a:gd name="adj" fmla="val 8065"/>
            </a:avLst>
          </a:prstGeom>
          <a:solidFill>
            <a:schemeClr val="accent4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Core Components (always enabled)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D741AA-860E-55E6-FACF-1EE6D3FD2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Interpreted functions (</a:t>
            </a:r>
            <a:r>
              <a:rPr lang="en-US" dirty="0" err="1"/>
              <a:t>nonrecursive</a:t>
            </a:r>
            <a:r>
              <a:rPr lang="en-US" dirty="0"/>
              <a:t>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157677-9C7C-D568-33D5-82ED79D71E2C}"/>
              </a:ext>
            </a:extLst>
          </p:cNvPr>
          <p:cNvSpPr/>
          <p:nvPr/>
        </p:nvSpPr>
        <p:spPr>
          <a:xfrm>
            <a:off x="77861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1" name="Rounded Rectangle 2">
            <a:extLst>
              <a:ext uri="{FF2B5EF4-FFF2-40B4-BE49-F238E27FC236}">
                <a16:creationId xmlns:a16="http://schemas.microsoft.com/office/drawing/2014/main" id="{ECF7D673-AD65-47FE-8277-09A2231B2ABA}"/>
              </a:ext>
            </a:extLst>
          </p:cNvPr>
          <p:cNvSpPr/>
          <p:nvPr/>
        </p:nvSpPr>
        <p:spPr>
          <a:xfrm>
            <a:off x="859534" y="4300427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55071B-0EAC-AC23-6B59-A02E1E0EB3BC}"/>
              </a:ext>
            </a:extLst>
          </p:cNvPr>
          <p:cNvSpPr/>
          <p:nvPr/>
        </p:nvSpPr>
        <p:spPr>
          <a:xfrm>
            <a:off x="778613" y="5522326"/>
            <a:ext cx="4667757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6" name="Rounded Rectangle 3">
            <a:extLst>
              <a:ext uri="{FF2B5EF4-FFF2-40B4-BE49-F238E27FC236}">
                <a16:creationId xmlns:a16="http://schemas.microsoft.com/office/drawing/2014/main" id="{A3F57FDB-8EBC-01C3-AE29-F41C00905849}"/>
              </a:ext>
            </a:extLst>
          </p:cNvPr>
          <p:cNvSpPr/>
          <p:nvPr/>
        </p:nvSpPr>
        <p:spPr>
          <a:xfrm>
            <a:off x="2339027" y="5643705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343A47-DE6B-C6C3-D6B6-4FEED3900864}"/>
              </a:ext>
            </a:extLst>
          </p:cNvPr>
          <p:cNvSpPr txBox="1"/>
          <p:nvPr/>
        </p:nvSpPr>
        <p:spPr>
          <a:xfrm>
            <a:off x="6176119" y="1690688"/>
            <a:ext cx="48123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spec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(x: int, y: int) -&gt; 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x + 2 * y</a:t>
            </a:r>
            <a:endParaRPr lang="en-US" sz="1800" dirty="0">
              <a:solidFill>
                <a:srgbClr val="2B91A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EE173890-E53E-7E02-CAE6-8B137D6DD4B8}"/>
              </a:ext>
            </a:extLst>
          </p:cNvPr>
          <p:cNvSpPr/>
          <p:nvPr/>
        </p:nvSpPr>
        <p:spPr>
          <a:xfrm>
            <a:off x="8031045" y="2868603"/>
            <a:ext cx="846473" cy="1325563"/>
          </a:xfrm>
          <a:prstGeom prst="down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F77F4D-03B0-0D28-B4A7-FA28FB5A6A07}"/>
              </a:ext>
            </a:extLst>
          </p:cNvPr>
          <p:cNvSpPr txBox="1"/>
          <p:nvPr/>
        </p:nvSpPr>
        <p:spPr>
          <a:xfrm>
            <a:off x="6176118" y="4296351"/>
            <a:ext cx="517768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spec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(x: int, y: int) -&gt; int;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i="1" dirty="0">
                <a:solidFill>
                  <a:srgbClr val="000000"/>
                </a:solidFill>
                <a:highlight>
                  <a:srgbClr val="FFFFFF"/>
                </a:highlight>
              </a:rPr>
              <a:t>axiom: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forall|x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 int, y: int|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#[trigger] f(x, y) == x + 2 * y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7621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61169-DF2C-FE67-F0CF-F1B65EBF6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E50011C-7DA8-0F6F-7895-F38E81E90035}"/>
              </a:ext>
            </a:extLst>
          </p:cNvPr>
          <p:cNvSpPr/>
          <p:nvPr/>
        </p:nvSpPr>
        <p:spPr>
          <a:xfrm>
            <a:off x="388418" y="1335186"/>
            <a:ext cx="5462124" cy="5300283"/>
          </a:xfrm>
          <a:prstGeom prst="roundRect">
            <a:avLst>
              <a:gd name="adj" fmla="val 8065"/>
            </a:avLst>
          </a:prstGeom>
          <a:solidFill>
            <a:schemeClr val="accent4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Core Components (always enabled)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24C0FC-37FD-8753-1B66-2100DF116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Interpreted functions (recursive)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E9C6ED-D9E2-1CB0-A60E-F332A77C8C64}"/>
              </a:ext>
            </a:extLst>
          </p:cNvPr>
          <p:cNvSpPr/>
          <p:nvPr/>
        </p:nvSpPr>
        <p:spPr>
          <a:xfrm>
            <a:off x="77861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1" name="Rounded Rectangle 2">
            <a:extLst>
              <a:ext uri="{FF2B5EF4-FFF2-40B4-BE49-F238E27FC236}">
                <a16:creationId xmlns:a16="http://schemas.microsoft.com/office/drawing/2014/main" id="{F3C7E49B-7D57-6A21-EC3D-97681C7063EA}"/>
              </a:ext>
            </a:extLst>
          </p:cNvPr>
          <p:cNvSpPr/>
          <p:nvPr/>
        </p:nvSpPr>
        <p:spPr>
          <a:xfrm>
            <a:off x="859534" y="4300427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FC1D0D6-1A44-3AE8-4046-D41D7E7E37A1}"/>
              </a:ext>
            </a:extLst>
          </p:cNvPr>
          <p:cNvSpPr/>
          <p:nvPr/>
        </p:nvSpPr>
        <p:spPr>
          <a:xfrm>
            <a:off x="778613" y="5522326"/>
            <a:ext cx="4667757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6" name="Rounded Rectangle 3">
            <a:extLst>
              <a:ext uri="{FF2B5EF4-FFF2-40B4-BE49-F238E27FC236}">
                <a16:creationId xmlns:a16="http://schemas.microsoft.com/office/drawing/2014/main" id="{F87CB7D7-F821-ED11-07CB-6AAF90C54827}"/>
              </a:ext>
            </a:extLst>
          </p:cNvPr>
          <p:cNvSpPr/>
          <p:nvPr/>
        </p:nvSpPr>
        <p:spPr>
          <a:xfrm>
            <a:off x="2339027" y="5643705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6CE25B-94AD-7D53-B410-A01ABE8CD9B0}"/>
              </a:ext>
            </a:extLst>
          </p:cNvPr>
          <p:cNvSpPr txBox="1"/>
          <p:nvPr/>
        </p:nvSpPr>
        <p:spPr>
          <a:xfrm>
            <a:off x="6176117" y="1353829"/>
            <a:ext cx="5669281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spec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(x: int) -&gt; bool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decreases x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x &lt;= 0 || !f(x - 1)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i="1" dirty="0">
                <a:solidFill>
                  <a:srgbClr val="000000"/>
                </a:solidFill>
                <a:highlight>
                  <a:srgbClr val="FFFFFF"/>
                </a:highlight>
              </a:rPr>
              <a:t>Naive axiom generates endless instantiations: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     f(x)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  ==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</a:rPr>
              <a:t>x &lt;= 0 || !f(x - 1)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  ==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</a:rPr>
              <a:t>x &lt;= 0 ||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</a:rPr>
              <a:t>!(x – 1 &lt;= 0 || !f(x - 1 - 1))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  ==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</a:rPr>
              <a:t>x &lt;= 0 ||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</a:rPr>
              <a:t>!(x – 1 &lt;= 0 || !(x – 1 – 1 &lt;= 0 || !f(…)))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  ...</a:t>
            </a:r>
          </a:p>
          <a:p>
            <a:r>
              <a:rPr lang="en-US" i="1" dirty="0">
                <a:solidFill>
                  <a:srgbClr val="000000"/>
                </a:solidFill>
                <a:highlight>
                  <a:srgbClr val="FFFFFF"/>
                </a:highlight>
              </a:rPr>
              <a:t>Verus axiom uses “fuel” to limit unrolling depth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proof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test() {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reveal_with_fuel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(f, 4);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assert(!f(3));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510779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70947-863A-367E-E5B2-D79E2F57E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176E1D5-F1E8-40FD-BD85-ABE131D73530}"/>
              </a:ext>
            </a:extLst>
          </p:cNvPr>
          <p:cNvSpPr/>
          <p:nvPr/>
        </p:nvSpPr>
        <p:spPr>
          <a:xfrm>
            <a:off x="388418" y="1335186"/>
            <a:ext cx="5462124" cy="5300283"/>
          </a:xfrm>
          <a:prstGeom prst="roundRect">
            <a:avLst>
              <a:gd name="adj" fmla="val 8065"/>
            </a:avLst>
          </a:prstGeom>
          <a:solidFill>
            <a:schemeClr val="accent4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Core Components (always enabled)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E89572-4B09-B620-BF27-A5B68AB6C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Assert-by for bit vector, nonlinear </a:t>
            </a:r>
            <a:r>
              <a:rPr lang="en-US" dirty="0" err="1"/>
              <a:t>arith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7ED4FF-71AF-8B72-443F-F87E4046EB83}"/>
              </a:ext>
            </a:extLst>
          </p:cNvPr>
          <p:cNvSpPr/>
          <p:nvPr/>
        </p:nvSpPr>
        <p:spPr>
          <a:xfrm>
            <a:off x="778613" y="1921367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SAT solver</a:t>
            </a:r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7" name="Rounded Rectangle 2">
            <a:extLst>
              <a:ext uri="{FF2B5EF4-FFF2-40B4-BE49-F238E27FC236}">
                <a16:creationId xmlns:a16="http://schemas.microsoft.com/office/drawing/2014/main" id="{7422EC6E-6415-B787-CE1A-F449D78E39F5}"/>
              </a:ext>
            </a:extLst>
          </p:cNvPr>
          <p:cNvSpPr/>
          <p:nvPr/>
        </p:nvSpPr>
        <p:spPr>
          <a:xfrm>
            <a:off x="859534" y="2516132"/>
            <a:ext cx="1950181" cy="93463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true | false | !e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e &amp;&amp; e | ...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E0C07-79AA-EB16-EC40-01203A45A9A8}"/>
              </a:ext>
            </a:extLst>
          </p:cNvPr>
          <p:cNvSpPr/>
          <p:nvPr/>
        </p:nvSpPr>
        <p:spPr>
          <a:xfrm>
            <a:off x="3196783" y="1921367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Linear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9" name="Rounded Rectangle 2">
            <a:extLst>
              <a:ext uri="{FF2B5EF4-FFF2-40B4-BE49-F238E27FC236}">
                <a16:creationId xmlns:a16="http://schemas.microsoft.com/office/drawing/2014/main" id="{003A1D5A-E8F7-1557-CBB8-7D3CEB611139}"/>
              </a:ext>
            </a:extLst>
          </p:cNvPr>
          <p:cNvSpPr/>
          <p:nvPr/>
        </p:nvSpPr>
        <p:spPr>
          <a:xfrm>
            <a:off x="3277704" y="2516131"/>
            <a:ext cx="2072910" cy="999367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-2 | -1 | 0 | 1 | 2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+ e | e –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&lt;= e | ...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D4446DF-3328-43FC-9CDF-FC8EBA4D5719}"/>
              </a:ext>
            </a:extLst>
          </p:cNvPr>
          <p:cNvSpPr/>
          <p:nvPr/>
        </p:nvSpPr>
        <p:spPr>
          <a:xfrm>
            <a:off x="77861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1" name="Rounded Rectangle 2">
            <a:extLst>
              <a:ext uri="{FF2B5EF4-FFF2-40B4-BE49-F238E27FC236}">
                <a16:creationId xmlns:a16="http://schemas.microsoft.com/office/drawing/2014/main" id="{D034625F-0246-76F8-1239-7174088BA10F}"/>
              </a:ext>
            </a:extLst>
          </p:cNvPr>
          <p:cNvSpPr/>
          <p:nvPr/>
        </p:nvSpPr>
        <p:spPr>
          <a:xfrm>
            <a:off x="859534" y="4300427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A62C7D1-571F-1386-E91F-0CB0FD88FAFF}"/>
              </a:ext>
            </a:extLst>
          </p:cNvPr>
          <p:cNvSpPr/>
          <p:nvPr/>
        </p:nvSpPr>
        <p:spPr>
          <a:xfrm>
            <a:off x="319678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Datatypes</a:t>
            </a:r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3" name="Rounded Rectangle 2">
            <a:extLst>
              <a:ext uri="{FF2B5EF4-FFF2-40B4-BE49-F238E27FC236}">
                <a16:creationId xmlns:a16="http://schemas.microsoft.com/office/drawing/2014/main" id="{08EA87CE-57FB-E649-801D-4F6375642A3E}"/>
              </a:ext>
            </a:extLst>
          </p:cNvPr>
          <p:cNvSpPr/>
          <p:nvPr/>
        </p:nvSpPr>
        <p:spPr>
          <a:xfrm>
            <a:off x="3277704" y="4300427"/>
            <a:ext cx="2072910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struct S { … }</a:t>
            </a:r>
          </a:p>
          <a:p>
            <a:r>
              <a:rPr lang="en-US" sz="2000" dirty="0" err="1">
                <a:solidFill>
                  <a:srgbClr val="003300"/>
                </a:solidFill>
              </a:rPr>
              <a:t>enum</a:t>
            </a:r>
            <a:r>
              <a:rPr lang="en-US" sz="2000" dirty="0">
                <a:solidFill>
                  <a:srgbClr val="003300"/>
                </a:solidFill>
              </a:rPr>
              <a:t> E { … }</a:t>
            </a:r>
          </a:p>
          <a:p>
            <a:r>
              <a:rPr lang="en-US" sz="2000" dirty="0">
                <a:solidFill>
                  <a:srgbClr val="003300"/>
                </a:solidFill>
              </a:rPr>
              <a:t>S(e,…,e) | </a:t>
            </a:r>
            <a:r>
              <a:rPr lang="en-US" sz="2000" dirty="0" err="1">
                <a:solidFill>
                  <a:srgbClr val="003300"/>
                </a:solidFill>
              </a:rPr>
              <a:t>e.f</a:t>
            </a:r>
            <a:r>
              <a:rPr lang="en-US" sz="2000" dirty="0">
                <a:solidFill>
                  <a:srgbClr val="003300"/>
                </a:solidFill>
              </a:rPr>
              <a:t> | …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4CE060-2992-68F3-8C9D-6ABFFB7D0DC9}"/>
              </a:ext>
            </a:extLst>
          </p:cNvPr>
          <p:cNvSpPr/>
          <p:nvPr/>
        </p:nvSpPr>
        <p:spPr>
          <a:xfrm>
            <a:off x="778613" y="5522326"/>
            <a:ext cx="4667757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6" name="Rounded Rectangle 3">
            <a:extLst>
              <a:ext uri="{FF2B5EF4-FFF2-40B4-BE49-F238E27FC236}">
                <a16:creationId xmlns:a16="http://schemas.microsoft.com/office/drawing/2014/main" id="{95C426E9-3631-295F-F0FC-48047C874DA7}"/>
              </a:ext>
            </a:extLst>
          </p:cNvPr>
          <p:cNvSpPr/>
          <p:nvPr/>
        </p:nvSpPr>
        <p:spPr>
          <a:xfrm>
            <a:off x="2339027" y="5643705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973E8A6-F6C2-FF36-83BC-4A8DC6242BA2}"/>
              </a:ext>
            </a:extLst>
          </p:cNvPr>
          <p:cNvSpPr/>
          <p:nvPr/>
        </p:nvSpPr>
        <p:spPr>
          <a:xfrm>
            <a:off x="6159816" y="1690689"/>
            <a:ext cx="5462124" cy="2687905"/>
          </a:xfrm>
          <a:prstGeom prst="roundRect">
            <a:avLst>
              <a:gd name="adj" fmla="val 8065"/>
            </a:avLst>
          </a:prstGeom>
          <a:solidFill>
            <a:schemeClr val="accent5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Additional Components (via “assert by”)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4E7BC12-ACC9-D790-7158-6B11E5D96D1C}"/>
              </a:ext>
            </a:extLst>
          </p:cNvPr>
          <p:cNvSpPr/>
          <p:nvPr/>
        </p:nvSpPr>
        <p:spPr>
          <a:xfrm>
            <a:off x="6550011" y="227687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Bit vector </a:t>
            </a:r>
            <a:r>
              <a:rPr lang="en-US" sz="2400" dirty="0" err="1"/>
              <a:t>arith</a:t>
            </a:r>
            <a:endParaRPr lang="en-US" sz="2400" dirty="0"/>
          </a:p>
        </p:txBody>
      </p:sp>
      <p:sp>
        <p:nvSpPr>
          <p:cNvPr id="20" name="Rounded Rectangle 2">
            <a:extLst>
              <a:ext uri="{FF2B5EF4-FFF2-40B4-BE49-F238E27FC236}">
                <a16:creationId xmlns:a16="http://schemas.microsoft.com/office/drawing/2014/main" id="{8CDA8C09-B164-D6F0-8BE2-C6EF69198449}"/>
              </a:ext>
            </a:extLst>
          </p:cNvPr>
          <p:cNvSpPr/>
          <p:nvPr/>
        </p:nvSpPr>
        <p:spPr>
          <a:xfrm>
            <a:off x="6630932" y="2871635"/>
            <a:ext cx="1950181" cy="93463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e &amp; e| e &lt;&lt; e | ...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7522702-79DE-737A-EBC4-2B0425C66711}"/>
              </a:ext>
            </a:extLst>
          </p:cNvPr>
          <p:cNvSpPr/>
          <p:nvPr/>
        </p:nvSpPr>
        <p:spPr>
          <a:xfrm>
            <a:off x="8968181" y="227687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Nonlin</a:t>
            </a:r>
            <a:r>
              <a:rPr lang="en-US" sz="2400" dirty="0"/>
              <a:t>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28" name="Rounded Rectangle 3">
            <a:extLst>
              <a:ext uri="{FF2B5EF4-FFF2-40B4-BE49-F238E27FC236}">
                <a16:creationId xmlns:a16="http://schemas.microsoft.com/office/drawing/2014/main" id="{6BC748F4-0617-2B60-7A5D-4BF3988951A0}"/>
              </a:ext>
            </a:extLst>
          </p:cNvPr>
          <p:cNvSpPr/>
          <p:nvPr/>
        </p:nvSpPr>
        <p:spPr>
          <a:xfrm>
            <a:off x="9146880" y="2969570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e *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e / e | e % 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5E3410-5CAB-F318-575F-F4B6362FA68B}"/>
              </a:ext>
            </a:extLst>
          </p:cNvPr>
          <p:cNvSpPr txBox="1"/>
          <p:nvPr/>
        </p:nvSpPr>
        <p:spPr>
          <a:xfrm>
            <a:off x="6159816" y="4773811"/>
            <a:ext cx="530145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proof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test_by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(x: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u32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requires x &lt;= 200,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assert(x &gt;&gt; 8 == 0)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bit_vector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requires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 &lt;= 255);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7829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FB327-CFAA-EE8E-AA97-910219AD8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D432F32-EF1F-1556-405D-FBB760085889}"/>
              </a:ext>
            </a:extLst>
          </p:cNvPr>
          <p:cNvSpPr/>
          <p:nvPr/>
        </p:nvSpPr>
        <p:spPr>
          <a:xfrm>
            <a:off x="388418" y="1335186"/>
            <a:ext cx="5462124" cy="5300283"/>
          </a:xfrm>
          <a:prstGeom prst="roundRect">
            <a:avLst>
              <a:gd name="adj" fmla="val 8065"/>
            </a:avLst>
          </a:prstGeom>
          <a:solidFill>
            <a:schemeClr val="accent4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Core Components (always enabled)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A5C2C4-ACD7-3B2F-1B60-AE14A6891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Assert-by for bit vector, nonlinear </a:t>
            </a:r>
            <a:r>
              <a:rPr lang="en-US" dirty="0" err="1"/>
              <a:t>arith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0C25EB-6706-437A-61B5-3FDEDC8FAD94}"/>
              </a:ext>
            </a:extLst>
          </p:cNvPr>
          <p:cNvSpPr/>
          <p:nvPr/>
        </p:nvSpPr>
        <p:spPr>
          <a:xfrm>
            <a:off x="778613" y="1921367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SAT solver</a:t>
            </a:r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7" name="Rounded Rectangle 2">
            <a:extLst>
              <a:ext uri="{FF2B5EF4-FFF2-40B4-BE49-F238E27FC236}">
                <a16:creationId xmlns:a16="http://schemas.microsoft.com/office/drawing/2014/main" id="{EB6644E3-B7B8-A826-7418-DB3AAACE77A8}"/>
              </a:ext>
            </a:extLst>
          </p:cNvPr>
          <p:cNvSpPr/>
          <p:nvPr/>
        </p:nvSpPr>
        <p:spPr>
          <a:xfrm>
            <a:off x="859534" y="2516132"/>
            <a:ext cx="1950181" cy="93463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true | false | !e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e &amp;&amp; e | ...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966961-25CC-903C-BE07-D1B2199D45DB}"/>
              </a:ext>
            </a:extLst>
          </p:cNvPr>
          <p:cNvSpPr/>
          <p:nvPr/>
        </p:nvSpPr>
        <p:spPr>
          <a:xfrm>
            <a:off x="3196783" y="1921367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Linear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9" name="Rounded Rectangle 2">
            <a:extLst>
              <a:ext uri="{FF2B5EF4-FFF2-40B4-BE49-F238E27FC236}">
                <a16:creationId xmlns:a16="http://schemas.microsoft.com/office/drawing/2014/main" id="{2936A56D-D2BB-5A0C-6733-EADCE1AC91DF}"/>
              </a:ext>
            </a:extLst>
          </p:cNvPr>
          <p:cNvSpPr/>
          <p:nvPr/>
        </p:nvSpPr>
        <p:spPr>
          <a:xfrm>
            <a:off x="3277704" y="2516131"/>
            <a:ext cx="2072910" cy="999367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-2 | -1 | 0 | 1 | 2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+ e | e –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&lt;= e | ...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07A4BB-F02C-A990-5669-A4ECFDD30686}"/>
              </a:ext>
            </a:extLst>
          </p:cNvPr>
          <p:cNvSpPr/>
          <p:nvPr/>
        </p:nvSpPr>
        <p:spPr>
          <a:xfrm>
            <a:off x="77861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1" name="Rounded Rectangle 2">
            <a:extLst>
              <a:ext uri="{FF2B5EF4-FFF2-40B4-BE49-F238E27FC236}">
                <a16:creationId xmlns:a16="http://schemas.microsoft.com/office/drawing/2014/main" id="{CCD54755-6339-C1D2-65D6-2C4E940A171C}"/>
              </a:ext>
            </a:extLst>
          </p:cNvPr>
          <p:cNvSpPr/>
          <p:nvPr/>
        </p:nvSpPr>
        <p:spPr>
          <a:xfrm>
            <a:off x="859534" y="4300427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2B961E-8134-FE8E-66FC-5DD3B47BA13C}"/>
              </a:ext>
            </a:extLst>
          </p:cNvPr>
          <p:cNvSpPr/>
          <p:nvPr/>
        </p:nvSpPr>
        <p:spPr>
          <a:xfrm>
            <a:off x="319678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Datatypes</a:t>
            </a:r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3" name="Rounded Rectangle 2">
            <a:extLst>
              <a:ext uri="{FF2B5EF4-FFF2-40B4-BE49-F238E27FC236}">
                <a16:creationId xmlns:a16="http://schemas.microsoft.com/office/drawing/2014/main" id="{402652CC-C9F6-4760-F0A3-A7226E50DF05}"/>
              </a:ext>
            </a:extLst>
          </p:cNvPr>
          <p:cNvSpPr/>
          <p:nvPr/>
        </p:nvSpPr>
        <p:spPr>
          <a:xfrm>
            <a:off x="3277704" y="4300427"/>
            <a:ext cx="2072910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struct S { … }</a:t>
            </a:r>
          </a:p>
          <a:p>
            <a:r>
              <a:rPr lang="en-US" sz="2000" dirty="0" err="1">
                <a:solidFill>
                  <a:srgbClr val="003300"/>
                </a:solidFill>
              </a:rPr>
              <a:t>enum</a:t>
            </a:r>
            <a:r>
              <a:rPr lang="en-US" sz="2000" dirty="0">
                <a:solidFill>
                  <a:srgbClr val="003300"/>
                </a:solidFill>
              </a:rPr>
              <a:t> E { … }</a:t>
            </a:r>
          </a:p>
          <a:p>
            <a:r>
              <a:rPr lang="en-US" sz="2000" dirty="0">
                <a:solidFill>
                  <a:srgbClr val="003300"/>
                </a:solidFill>
              </a:rPr>
              <a:t>S(e,…,e) | </a:t>
            </a:r>
            <a:r>
              <a:rPr lang="en-US" sz="2000" dirty="0" err="1">
                <a:solidFill>
                  <a:srgbClr val="003300"/>
                </a:solidFill>
              </a:rPr>
              <a:t>e.f</a:t>
            </a:r>
            <a:r>
              <a:rPr lang="en-US" sz="2000" dirty="0">
                <a:solidFill>
                  <a:srgbClr val="003300"/>
                </a:solidFill>
              </a:rPr>
              <a:t> | …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07AB1B-C412-28D3-DC56-4A2EE76A836B}"/>
              </a:ext>
            </a:extLst>
          </p:cNvPr>
          <p:cNvSpPr/>
          <p:nvPr/>
        </p:nvSpPr>
        <p:spPr>
          <a:xfrm>
            <a:off x="778613" y="5522326"/>
            <a:ext cx="4667757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6" name="Rounded Rectangle 3">
            <a:extLst>
              <a:ext uri="{FF2B5EF4-FFF2-40B4-BE49-F238E27FC236}">
                <a16:creationId xmlns:a16="http://schemas.microsoft.com/office/drawing/2014/main" id="{995B4D0C-AA2B-093F-EC5D-1D228A94FEA4}"/>
              </a:ext>
            </a:extLst>
          </p:cNvPr>
          <p:cNvSpPr/>
          <p:nvPr/>
        </p:nvSpPr>
        <p:spPr>
          <a:xfrm>
            <a:off x="2339027" y="5643705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F0F91E4-7DE8-81CB-A0AD-AEA0404D21CA}"/>
              </a:ext>
            </a:extLst>
          </p:cNvPr>
          <p:cNvSpPr/>
          <p:nvPr/>
        </p:nvSpPr>
        <p:spPr>
          <a:xfrm>
            <a:off x="6159816" y="1690689"/>
            <a:ext cx="5462124" cy="2687905"/>
          </a:xfrm>
          <a:prstGeom prst="roundRect">
            <a:avLst>
              <a:gd name="adj" fmla="val 8065"/>
            </a:avLst>
          </a:prstGeom>
          <a:solidFill>
            <a:schemeClr val="accent5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Additional Components (via “assert by”)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ECCC276-0DF7-9484-BC63-EBC793D1978A}"/>
              </a:ext>
            </a:extLst>
          </p:cNvPr>
          <p:cNvSpPr/>
          <p:nvPr/>
        </p:nvSpPr>
        <p:spPr>
          <a:xfrm>
            <a:off x="6550011" y="227687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Bit vector </a:t>
            </a:r>
            <a:r>
              <a:rPr lang="en-US" sz="2400" dirty="0" err="1"/>
              <a:t>arith</a:t>
            </a:r>
            <a:endParaRPr lang="en-US" sz="2400" dirty="0"/>
          </a:p>
        </p:txBody>
      </p:sp>
      <p:sp>
        <p:nvSpPr>
          <p:cNvPr id="20" name="Rounded Rectangle 2">
            <a:extLst>
              <a:ext uri="{FF2B5EF4-FFF2-40B4-BE49-F238E27FC236}">
                <a16:creationId xmlns:a16="http://schemas.microsoft.com/office/drawing/2014/main" id="{900E69D6-1175-C5AA-95AA-1B686FC718C4}"/>
              </a:ext>
            </a:extLst>
          </p:cNvPr>
          <p:cNvSpPr/>
          <p:nvPr/>
        </p:nvSpPr>
        <p:spPr>
          <a:xfrm>
            <a:off x="6630932" y="2871635"/>
            <a:ext cx="1950181" cy="93463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e &amp; e| e &lt;&lt; e | ...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6ADB134-DAF3-AC19-6DAD-DE256BCD3FFE}"/>
              </a:ext>
            </a:extLst>
          </p:cNvPr>
          <p:cNvSpPr/>
          <p:nvPr/>
        </p:nvSpPr>
        <p:spPr>
          <a:xfrm>
            <a:off x="8968181" y="227687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Nonlin</a:t>
            </a:r>
            <a:r>
              <a:rPr lang="en-US" sz="2400" dirty="0"/>
              <a:t>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28" name="Rounded Rectangle 3">
            <a:extLst>
              <a:ext uri="{FF2B5EF4-FFF2-40B4-BE49-F238E27FC236}">
                <a16:creationId xmlns:a16="http://schemas.microsoft.com/office/drawing/2014/main" id="{ADD086C8-785E-BC61-C622-04987D3247A7}"/>
              </a:ext>
            </a:extLst>
          </p:cNvPr>
          <p:cNvSpPr/>
          <p:nvPr/>
        </p:nvSpPr>
        <p:spPr>
          <a:xfrm>
            <a:off x="9146880" y="2969570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e *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e / e | e % 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BC537F-BC8A-B4F8-36A9-5D4CFC7BC816}"/>
              </a:ext>
            </a:extLst>
          </p:cNvPr>
          <p:cNvSpPr txBox="1"/>
          <p:nvPr/>
        </p:nvSpPr>
        <p:spPr>
          <a:xfrm>
            <a:off x="6159816" y="4766542"/>
            <a:ext cx="570540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proof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test_by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(x: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u32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y: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u32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s-E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s-E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requires</a:t>
            </a:r>
            <a:r>
              <a:rPr lang="es-E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x &gt; 1 &amp;&amp; y &gt; 0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assert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 * y &gt; y)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nonlinear_arith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requires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 &gt; 1 &amp;&amp; y &gt; 0);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3168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9934" y="2246812"/>
            <a:ext cx="3615733" cy="224676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// </a:t>
            </a:r>
            <a:r>
              <a:rPr lang="en-US" sz="2000" i="1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hard case: using </a:t>
            </a:r>
            <a:r>
              <a:rPr lang="en-US" sz="2000" i="1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</a:t>
            </a:r>
            <a:endParaRPr lang="en-US" sz="2000" i="1" dirty="0">
              <a:solidFill>
                <a:srgbClr val="000000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proof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requires</a:t>
            </a:r>
          </a:p>
          <a:p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forall|x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y: 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| </a:t>
            </a:r>
            <a:r>
              <a:rPr lang="es-E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(x) &gt; </a:t>
            </a:r>
            <a:r>
              <a:rPr lang="es-E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(y)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ensures</a:t>
            </a:r>
          </a:p>
          <a:p>
            <a:r>
              <a:rPr lang="da-DK" sz="2000" dirty="0"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...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 … 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669398-5557-C15E-B538-C57B9191C2BD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5774F45A-CD74-F648-471A-8608FA7C818A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60D364-197F-4F02-F5E1-FF21BE3D2603}"/>
              </a:ext>
            </a:extLst>
          </p:cNvPr>
          <p:cNvSpPr txBox="1"/>
          <p:nvPr/>
        </p:nvSpPr>
        <p:spPr>
          <a:xfrm>
            <a:off x="1419934" y="1460122"/>
            <a:ext cx="2396875" cy="70788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int) -&gt; int;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int) -&gt; int;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6B4D1C-DE26-0145-A80A-55687BEA11BD}"/>
              </a:ext>
            </a:extLst>
          </p:cNvPr>
          <p:cNvSpPr txBox="1"/>
          <p:nvPr/>
        </p:nvSpPr>
        <p:spPr>
          <a:xfrm>
            <a:off x="5955358" y="2246812"/>
            <a:ext cx="3615733" cy="224676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// </a:t>
            </a:r>
            <a:r>
              <a:rPr lang="en-US" sz="2000" i="1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easy case: proving </a:t>
            </a:r>
            <a:r>
              <a:rPr lang="en-US" sz="2000" i="1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</a:t>
            </a:r>
            <a:endParaRPr lang="en-US" sz="2000" i="1" dirty="0">
              <a:solidFill>
                <a:srgbClr val="000000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proof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requires</a:t>
            </a:r>
          </a:p>
          <a:p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…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ensures</a:t>
            </a:r>
          </a:p>
          <a:p>
            <a:r>
              <a:rPr lang="da-DK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forall|x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y: 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| </a:t>
            </a:r>
            <a:r>
              <a:rPr lang="es-E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(x) &gt; </a:t>
            </a:r>
            <a:r>
              <a:rPr lang="es-E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(y)</a:t>
            </a:r>
            <a:endParaRPr lang="da-DK" sz="2000" dirty="0"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 … 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A66518-7934-4E54-AC4E-3A84FCF7B091}"/>
              </a:ext>
            </a:extLst>
          </p:cNvPr>
          <p:cNvSpPr txBox="1"/>
          <p:nvPr/>
        </p:nvSpPr>
        <p:spPr>
          <a:xfrm>
            <a:off x="8174747" y="4374215"/>
            <a:ext cx="2792688" cy="193899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proof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x: 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y: 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requires</a:t>
            </a:r>
          </a:p>
          <a:p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…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ensures</a:t>
            </a:r>
          </a:p>
          <a:p>
            <a:r>
              <a:rPr lang="da-DK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</a:t>
            </a:r>
            <a:r>
              <a:rPr lang="es-E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(x) &gt; </a:t>
            </a:r>
            <a:r>
              <a:rPr lang="es-E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(y)</a:t>
            </a:r>
            <a:endParaRPr lang="da-DK" sz="2000" dirty="0"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 … }</a:t>
            </a:r>
          </a:p>
        </p:txBody>
      </p:sp>
    </p:spTree>
    <p:extLst>
      <p:ext uri="{BB962C8B-B14F-4D97-AF65-F5344CB8AC3E}">
        <p14:creationId xmlns:p14="http://schemas.microsoft.com/office/powerpoint/2010/main" val="398455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  <p:bldP spid="1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9934" y="2253363"/>
            <a:ext cx="3615733" cy="25545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// </a:t>
            </a:r>
            <a:r>
              <a:rPr lang="en-US" sz="2000" i="1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hard case: using </a:t>
            </a:r>
            <a:r>
              <a:rPr lang="en-US" sz="2000" i="1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</a:t>
            </a:r>
            <a:endParaRPr lang="en-US" sz="2000" dirty="0">
              <a:solidFill>
                <a:srgbClr val="000000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proof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requires</a:t>
            </a:r>
          </a:p>
          <a:p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forall|x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y: 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| </a:t>
            </a:r>
            <a:r>
              <a:rPr lang="es-E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(x) &gt; </a:t>
            </a:r>
            <a:r>
              <a:rPr lang="es-E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(y)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ensures</a:t>
            </a:r>
          </a:p>
          <a:p>
            <a:r>
              <a:rPr lang="da-DK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</a:t>
            </a:r>
            <a:r>
              <a:rPr lang="da-DK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da-DK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a-DK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</a:t>
            </a:r>
            <a:r>
              <a:rPr lang="da-DK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(7)) &gt; </a:t>
            </a:r>
            <a:r>
              <a:rPr lang="da-DK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</a:t>
            </a:r>
            <a:r>
              <a:rPr lang="da-DK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(3)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669398-5557-C15E-B538-C57B9191C2BD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5774F45A-CD74-F648-471A-8608FA7C818A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39626D-10CE-2324-9F5B-9D7F8873E48F}"/>
              </a:ext>
            </a:extLst>
          </p:cNvPr>
          <p:cNvSpPr txBox="1"/>
          <p:nvPr/>
        </p:nvSpPr>
        <p:spPr>
          <a:xfrm>
            <a:off x="1419934" y="1460122"/>
            <a:ext cx="2396875" cy="70788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int) -&gt; int;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int) -&gt; int;</a:t>
            </a:r>
          </a:p>
        </p:txBody>
      </p:sp>
    </p:spTree>
    <p:extLst>
      <p:ext uri="{BB962C8B-B14F-4D97-AF65-F5344CB8AC3E}">
        <p14:creationId xmlns:p14="http://schemas.microsoft.com/office/powerpoint/2010/main" val="14255989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0EC55-E3B6-EFA1-9FCA-DBC633620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2DA38C8B-F0CC-F31F-43DB-296ED8455BCD}"/>
              </a:ext>
            </a:extLst>
          </p:cNvPr>
          <p:cNvSpPr/>
          <p:nvPr/>
        </p:nvSpPr>
        <p:spPr>
          <a:xfrm>
            <a:off x="5188566" y="3250975"/>
            <a:ext cx="1568283" cy="883860"/>
          </a:xfrm>
          <a:prstGeom prst="ellips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C971CB-D72F-9110-4EC9-98881EBAD721}"/>
              </a:ext>
            </a:extLst>
          </p:cNvPr>
          <p:cNvSpPr txBox="1"/>
          <p:nvPr/>
        </p:nvSpPr>
        <p:spPr>
          <a:xfrm>
            <a:off x="7177636" y="2096869"/>
            <a:ext cx="4791183" cy="286232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Infinitely many possible instantiations of x, y</a:t>
            </a:r>
          </a:p>
          <a:p>
            <a:endParaRPr lang="en-US" sz="2000" dirty="0"/>
          </a:p>
          <a:p>
            <a:r>
              <a:rPr lang="en-US" sz="2000" dirty="0"/>
              <a:t>…</a:t>
            </a:r>
          </a:p>
          <a:p>
            <a:r>
              <a:rPr lang="en-US" sz="2000" dirty="0"/>
              <a:t>f(2) &gt; g(7)</a:t>
            </a:r>
          </a:p>
          <a:p>
            <a:r>
              <a:rPr lang="en-US" sz="2000" dirty="0"/>
              <a:t>f(4) &gt; g(6)</a:t>
            </a:r>
          </a:p>
          <a:p>
            <a:r>
              <a:rPr lang="en-US" sz="2000" dirty="0"/>
              <a:t>f(4) &gt; g(7)</a:t>
            </a:r>
          </a:p>
          <a:p>
            <a:r>
              <a:rPr lang="en-US" sz="2000" dirty="0"/>
              <a:t>f(5) &gt; g(10)</a:t>
            </a:r>
          </a:p>
          <a:p>
            <a:r>
              <a:rPr lang="en-US" sz="2000" dirty="0"/>
              <a:t>f(5) &gt; g(-5)</a:t>
            </a:r>
          </a:p>
          <a:p>
            <a:r>
              <a:rPr lang="en-US" sz="2000" dirty="0"/>
              <a:t>…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4AA98A0-C1A9-82BB-564A-4E84E0C01C7F}"/>
              </a:ext>
            </a:extLst>
          </p:cNvPr>
          <p:cNvCxnSpPr>
            <a:cxnSpLocks/>
            <a:stCxn id="3" idx="6"/>
            <a:endCxn id="7" idx="1"/>
          </p:cNvCxnSpPr>
          <p:nvPr/>
        </p:nvCxnSpPr>
        <p:spPr>
          <a:xfrm flipV="1">
            <a:off x="6756849" y="3528030"/>
            <a:ext cx="420787" cy="164875"/>
          </a:xfrm>
          <a:prstGeom prst="line">
            <a:avLst/>
          </a:prstGeom>
          <a:ln w="28575">
            <a:solidFill>
              <a:srgbClr val="C00000"/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6A5254F-2833-8F2E-45BD-3D1358AA4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6919A1-2E62-312D-8949-C6A2FF00E4DD}"/>
              </a:ext>
            </a:extLst>
          </p:cNvPr>
          <p:cNvSpPr txBox="1"/>
          <p:nvPr/>
        </p:nvSpPr>
        <p:spPr>
          <a:xfrm>
            <a:off x="2057400" y="2743200"/>
            <a:ext cx="460966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f(x) &gt; g(y))</a:t>
            </a:r>
          </a:p>
          <a:p>
            <a:r>
              <a:rPr lang="en-US" sz="2400" dirty="0"/>
              <a:t>  ==&gt; f(g(7)) &gt; g(3)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04B61E-4E71-F16D-867D-2F5F766C7DA9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576FDBFC-0538-F112-8E3C-3496FB4F14CC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</p:spTree>
    <p:extLst>
      <p:ext uri="{BB962C8B-B14F-4D97-AF65-F5344CB8AC3E}">
        <p14:creationId xmlns:p14="http://schemas.microsoft.com/office/powerpoint/2010/main" val="1617654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F379B-58E1-2D9D-30F8-C21DC1F64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67482-3B56-02A3-8183-C26913050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E779E0-5966-097A-6942-F152EBB7F359}"/>
              </a:ext>
            </a:extLst>
          </p:cNvPr>
          <p:cNvSpPr txBox="1"/>
          <p:nvPr/>
        </p:nvSpPr>
        <p:spPr>
          <a:xfrm>
            <a:off x="2057400" y="2743200"/>
            <a:ext cx="70513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</a:t>
            </a:r>
            <a:r>
              <a:rPr lang="en-US" sz="2400" dirty="0">
                <a:solidFill>
                  <a:srgbClr val="0070C0"/>
                </a:solidFill>
              </a:rPr>
              <a:t>#![trigger f(x), g(y)]</a:t>
            </a:r>
            <a:r>
              <a:rPr lang="en-US" sz="2400" dirty="0"/>
              <a:t> f(x) &gt; g(y))</a:t>
            </a:r>
          </a:p>
          <a:p>
            <a:r>
              <a:rPr lang="en-US" sz="2400" dirty="0"/>
              <a:t>  ==&gt; f(g(7)) &gt; g(3)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D4B7F12C-A185-EC48-ACFB-06F86FB48CFA}"/>
              </a:ext>
            </a:extLst>
          </p:cNvPr>
          <p:cNvSpPr/>
          <p:nvPr/>
        </p:nvSpPr>
        <p:spPr>
          <a:xfrm rot="16200000" flipV="1">
            <a:off x="6230621" y="2068863"/>
            <a:ext cx="381000" cy="233927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C2E599-9953-6B0D-AFA7-B81928BB0F74}"/>
              </a:ext>
            </a:extLst>
          </p:cNvPr>
          <p:cNvSpPr txBox="1"/>
          <p:nvPr/>
        </p:nvSpPr>
        <p:spPr>
          <a:xfrm>
            <a:off x="4704171" y="2664767"/>
            <a:ext cx="37290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pattern (“trigger”) to match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5228B4-38ED-9DD4-67A8-AD042D84C20E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2" name="Rounded Rectangle 3">
            <a:extLst>
              <a:ext uri="{FF2B5EF4-FFF2-40B4-BE49-F238E27FC236}">
                <a16:creationId xmlns:a16="http://schemas.microsoft.com/office/drawing/2014/main" id="{177B4ADC-E5A6-90E5-486A-477845164DD8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</p:spTree>
    <p:extLst>
      <p:ext uri="{BB962C8B-B14F-4D97-AF65-F5344CB8AC3E}">
        <p14:creationId xmlns:p14="http://schemas.microsoft.com/office/powerpoint/2010/main" val="19911771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901BC-F357-85F7-AD0C-A218648AC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84AEB-4009-9861-71FB-B265C3041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649C49-FDF0-FBAA-FA48-A8A74F3E50BD}"/>
              </a:ext>
            </a:extLst>
          </p:cNvPr>
          <p:cNvSpPr txBox="1"/>
          <p:nvPr/>
        </p:nvSpPr>
        <p:spPr>
          <a:xfrm>
            <a:off x="2057400" y="2743200"/>
            <a:ext cx="709495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</a:t>
            </a:r>
            <a:r>
              <a:rPr lang="en-US" sz="2400" dirty="0">
                <a:solidFill>
                  <a:srgbClr val="0070C0"/>
                </a:solidFill>
              </a:rPr>
              <a:t>#[trigger]</a:t>
            </a:r>
            <a:r>
              <a:rPr lang="en-US" sz="2400" dirty="0"/>
              <a:t> f(x) &gt; </a:t>
            </a:r>
            <a:r>
              <a:rPr lang="en-US" sz="2400" dirty="0">
                <a:solidFill>
                  <a:srgbClr val="0070C0"/>
                </a:solidFill>
              </a:rPr>
              <a:t>#[trigger] </a:t>
            </a:r>
            <a:r>
              <a:rPr lang="en-US" sz="2400" dirty="0"/>
              <a:t>g(y))</a:t>
            </a:r>
          </a:p>
          <a:p>
            <a:r>
              <a:rPr lang="en-US" sz="2400" dirty="0"/>
              <a:t>  ==&gt; f(g(7)) &gt; g(3)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D4677-9E60-9839-42BE-15668B409E69}"/>
              </a:ext>
            </a:extLst>
          </p:cNvPr>
          <p:cNvSpPr txBox="1"/>
          <p:nvPr/>
        </p:nvSpPr>
        <p:spPr>
          <a:xfrm>
            <a:off x="4218649" y="2743200"/>
            <a:ext cx="61418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(alternate trigger notation for trigger </a:t>
            </a:r>
            <a:r>
              <a:rPr lang="en-US" sz="2400" dirty="0">
                <a:solidFill>
                  <a:srgbClr val="0070C0"/>
                </a:solidFill>
              </a:rPr>
              <a:t>f(x), g(y)</a:t>
            </a:r>
            <a:r>
              <a:rPr lang="en-US" sz="2400" dirty="0"/>
              <a:t>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523478-411C-D646-A37A-C949F8BB3FA4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2" name="Rounded Rectangle 3">
            <a:extLst>
              <a:ext uri="{FF2B5EF4-FFF2-40B4-BE49-F238E27FC236}">
                <a16:creationId xmlns:a16="http://schemas.microsoft.com/office/drawing/2014/main" id="{1B340289-2C64-7482-6B5E-58DFE534A71A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</p:spTree>
    <p:extLst>
      <p:ext uri="{BB962C8B-B14F-4D97-AF65-F5344CB8AC3E}">
        <p14:creationId xmlns:p14="http://schemas.microsoft.com/office/powerpoint/2010/main" val="18535419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FA16C-9B8C-65B1-BA40-203557749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val 12">
            <a:extLst>
              <a:ext uri="{FF2B5EF4-FFF2-40B4-BE49-F238E27FC236}">
                <a16:creationId xmlns:a16="http://schemas.microsoft.com/office/drawing/2014/main" id="{F4836496-7351-8DAF-EBBC-5BBE971E95F7}"/>
              </a:ext>
            </a:extLst>
          </p:cNvPr>
          <p:cNvSpPr/>
          <p:nvPr/>
        </p:nvSpPr>
        <p:spPr>
          <a:xfrm>
            <a:off x="7477179" y="3214348"/>
            <a:ext cx="1891501" cy="883860"/>
          </a:xfrm>
          <a:prstGeom prst="ellips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59F2A6-C620-7261-E936-C48832ED5472}"/>
              </a:ext>
            </a:extLst>
          </p:cNvPr>
          <p:cNvSpPr txBox="1"/>
          <p:nvPr/>
        </p:nvSpPr>
        <p:spPr>
          <a:xfrm>
            <a:off x="7725880" y="4495800"/>
            <a:ext cx="3952942" cy="193899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Particular instantiations of x, y</a:t>
            </a:r>
          </a:p>
          <a:p>
            <a:r>
              <a:rPr lang="en-US" sz="2400" dirty="0"/>
              <a:t>based on trigger match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7030A0"/>
                </a:solidFill>
              </a:rPr>
              <a:t>f(g(7)) &gt; g(3)</a:t>
            </a:r>
          </a:p>
          <a:p>
            <a:r>
              <a:rPr lang="en-US" sz="2400" dirty="0">
                <a:solidFill>
                  <a:srgbClr val="7030A0"/>
                </a:solidFill>
              </a:rPr>
              <a:t>f(g(7)) &gt; g(7)</a:t>
            </a:r>
            <a:endParaRPr lang="en-US" sz="24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71B9A5F-E5DF-A56C-5480-C725EBE83CD3}"/>
              </a:ext>
            </a:extLst>
          </p:cNvPr>
          <p:cNvCxnSpPr>
            <a:cxnSpLocks/>
            <a:stCxn id="13" idx="6"/>
            <a:endCxn id="14" idx="0"/>
          </p:cNvCxnSpPr>
          <p:nvPr/>
        </p:nvCxnSpPr>
        <p:spPr>
          <a:xfrm>
            <a:off x="9368680" y="3656278"/>
            <a:ext cx="333671" cy="839522"/>
          </a:xfrm>
          <a:prstGeom prst="line">
            <a:avLst/>
          </a:prstGeom>
          <a:ln w="28575">
            <a:solidFill>
              <a:srgbClr val="C00000"/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2C2C76A5-CD1B-60D1-E12D-BFB062730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D70121-B6F1-89D1-214F-7DC14B5B1158}"/>
              </a:ext>
            </a:extLst>
          </p:cNvPr>
          <p:cNvSpPr txBox="1"/>
          <p:nvPr/>
        </p:nvSpPr>
        <p:spPr>
          <a:xfrm>
            <a:off x="2057400" y="2743200"/>
            <a:ext cx="70513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</a:t>
            </a:r>
            <a:r>
              <a:rPr lang="en-US" sz="2400" dirty="0">
                <a:solidFill>
                  <a:srgbClr val="0070C0"/>
                </a:solidFill>
              </a:rPr>
              <a:t>#![trigger f(x), g(y)]</a:t>
            </a:r>
            <a:r>
              <a:rPr lang="en-US" sz="2400" dirty="0"/>
              <a:t> f(x) &gt; g(y))</a:t>
            </a:r>
          </a:p>
          <a:p>
            <a:r>
              <a:rPr lang="en-US" sz="2400" dirty="0"/>
              <a:t>  ==&gt; f(g(7)) &gt; g(3)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2475000A-A2C0-4ECE-403A-9D16FAF79DCA}"/>
              </a:ext>
            </a:extLst>
          </p:cNvPr>
          <p:cNvSpPr/>
          <p:nvPr/>
        </p:nvSpPr>
        <p:spPr>
          <a:xfrm rot="16200000" flipV="1">
            <a:off x="6230621" y="2068863"/>
            <a:ext cx="381000" cy="233927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8FFE6A-E704-0CD8-02E4-971B121F8F72}"/>
              </a:ext>
            </a:extLst>
          </p:cNvPr>
          <p:cNvSpPr txBox="1"/>
          <p:nvPr/>
        </p:nvSpPr>
        <p:spPr>
          <a:xfrm>
            <a:off x="4704171" y="2664767"/>
            <a:ext cx="37290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pattern (“trigger”) to match</a:t>
            </a:r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134E6952-F5F9-6F4B-E046-0009FE483B35}"/>
              </a:ext>
            </a:extLst>
          </p:cNvPr>
          <p:cNvSpPr/>
          <p:nvPr/>
        </p:nvSpPr>
        <p:spPr>
          <a:xfrm rot="5400000">
            <a:off x="3974598" y="4152900"/>
            <a:ext cx="228600" cy="45720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A9851B1E-4374-7C0C-A502-1B270144789C}"/>
              </a:ext>
            </a:extLst>
          </p:cNvPr>
          <p:cNvSpPr/>
          <p:nvPr/>
        </p:nvSpPr>
        <p:spPr>
          <a:xfrm rot="5400000">
            <a:off x="3067375" y="4000500"/>
            <a:ext cx="228600" cy="76200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ECD052-165E-4734-970E-31DA5759705F}"/>
              </a:ext>
            </a:extLst>
          </p:cNvPr>
          <p:cNvSpPr txBox="1"/>
          <p:nvPr/>
        </p:nvSpPr>
        <p:spPr>
          <a:xfrm>
            <a:off x="2369758" y="4539344"/>
            <a:ext cx="1277914" cy="230832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matches</a:t>
            </a:r>
          </a:p>
          <a:p>
            <a:r>
              <a:rPr lang="en-US" sz="2400" dirty="0"/>
              <a:t>g(y) with</a:t>
            </a:r>
          </a:p>
          <a:p>
            <a:r>
              <a:rPr lang="en-US" sz="2400" dirty="0"/>
              <a:t>y = 7</a:t>
            </a:r>
          </a:p>
          <a:p>
            <a:r>
              <a:rPr lang="en-US" sz="2400" dirty="0"/>
              <a:t>and</a:t>
            </a:r>
          </a:p>
          <a:p>
            <a:r>
              <a:rPr lang="en-US" sz="2400" dirty="0"/>
              <a:t>f(x) with</a:t>
            </a:r>
          </a:p>
          <a:p>
            <a:r>
              <a:rPr lang="en-US" sz="2400" dirty="0"/>
              <a:t>x = g(7)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47AFE0-4E67-2CB3-5948-49161B11974E}"/>
              </a:ext>
            </a:extLst>
          </p:cNvPr>
          <p:cNvSpPr txBox="1"/>
          <p:nvPr/>
        </p:nvSpPr>
        <p:spPr>
          <a:xfrm>
            <a:off x="3893757" y="4539344"/>
            <a:ext cx="1277914" cy="12003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/>
              <a:t>matches</a:t>
            </a:r>
          </a:p>
          <a:p>
            <a:r>
              <a:rPr lang="en-US" sz="2400"/>
              <a:t>g(y) with</a:t>
            </a:r>
          </a:p>
          <a:p>
            <a:r>
              <a:rPr lang="en-US" sz="2400"/>
              <a:t>y = 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6627DA8-FE83-0F1B-C00D-0D6E8A4293EC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2" name="Rounded Rectangle 3">
            <a:extLst>
              <a:ext uri="{FF2B5EF4-FFF2-40B4-BE49-F238E27FC236}">
                <a16:creationId xmlns:a16="http://schemas.microsoft.com/office/drawing/2014/main" id="{B4A0F82F-F8C9-3ED7-DB16-EF70ABCC00A9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72EC8AB-8AC7-4FC0-D9D8-FA6F738CD380}"/>
              </a:ext>
            </a:extLst>
          </p:cNvPr>
          <p:cNvCxnSpPr>
            <a:cxnSpLocks/>
          </p:cNvCxnSpPr>
          <p:nvPr/>
        </p:nvCxnSpPr>
        <p:spPr>
          <a:xfrm flipH="1" flipV="1">
            <a:off x="4352544" y="4143538"/>
            <a:ext cx="3506071" cy="1703397"/>
          </a:xfrm>
          <a:prstGeom prst="line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6845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A6F79-7395-9481-EA68-5D728E8D5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B8345-A9E1-53C9-75C1-43BEB34D9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7FCBB2-0665-0C07-8EF3-6AAD46DB92C7}"/>
              </a:ext>
            </a:extLst>
          </p:cNvPr>
          <p:cNvSpPr txBox="1"/>
          <p:nvPr/>
        </p:nvSpPr>
        <p:spPr>
          <a:xfrm>
            <a:off x="2057400" y="2743200"/>
            <a:ext cx="70513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</a:t>
            </a:r>
            <a:r>
              <a:rPr lang="en-US" sz="2400" dirty="0">
                <a:solidFill>
                  <a:srgbClr val="0070C0"/>
                </a:solidFill>
              </a:rPr>
              <a:t>#![trigger f(x), g(y)]</a:t>
            </a:r>
            <a:r>
              <a:rPr lang="en-US" sz="2400" dirty="0"/>
              <a:t> f(x) &gt; g(y))</a:t>
            </a:r>
          </a:p>
          <a:p>
            <a:r>
              <a:rPr lang="en-US" sz="2400" dirty="0"/>
              <a:t>  ==&gt; f(g(7)) &gt; g(3)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AEDC8D-4870-625E-A6DB-963AC8B39EE0}"/>
              </a:ext>
            </a:extLst>
          </p:cNvPr>
          <p:cNvSpPr txBox="1"/>
          <p:nvPr/>
        </p:nvSpPr>
        <p:spPr>
          <a:xfrm>
            <a:off x="2820938" y="4953001"/>
            <a:ext cx="509408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70C0"/>
                </a:solidFill>
              </a:rPr>
              <a:t>Triggers may be written by user,</a:t>
            </a:r>
          </a:p>
          <a:p>
            <a:r>
              <a:rPr lang="en-US" sz="2800" dirty="0">
                <a:solidFill>
                  <a:srgbClr val="0070C0"/>
                </a:solidFill>
              </a:rPr>
              <a:t>or chosen automatically by Verus.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A18C0D1-EECA-DABC-53D0-BE0380F2A209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9F429A28-F77D-D97D-F22C-94C8CB3C7242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BEC0F956-9DCF-90AF-1D96-FC42FD3A5EC2}"/>
              </a:ext>
            </a:extLst>
          </p:cNvPr>
          <p:cNvSpPr/>
          <p:nvPr/>
        </p:nvSpPr>
        <p:spPr>
          <a:xfrm rot="16200000" flipV="1">
            <a:off x="6230621" y="2068863"/>
            <a:ext cx="381000" cy="233927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A0907A-ADC3-FFB5-1B0B-9944F58389A4}"/>
              </a:ext>
            </a:extLst>
          </p:cNvPr>
          <p:cNvSpPr txBox="1"/>
          <p:nvPr/>
        </p:nvSpPr>
        <p:spPr>
          <a:xfrm>
            <a:off x="4704171" y="2664767"/>
            <a:ext cx="37290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pattern (“trigger”) to match</a:t>
            </a:r>
          </a:p>
        </p:txBody>
      </p:sp>
    </p:spTree>
    <p:extLst>
      <p:ext uri="{BB962C8B-B14F-4D97-AF65-F5344CB8AC3E}">
        <p14:creationId xmlns:p14="http://schemas.microsoft.com/office/powerpoint/2010/main" val="24610514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2A5F6-C4E6-B508-D016-CC82E0C07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CAF54-CEC4-03E3-512C-78F5DA3DC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E52593-4129-A4E6-FEA6-1120DC3480C3}"/>
              </a:ext>
            </a:extLst>
          </p:cNvPr>
          <p:cNvSpPr txBox="1"/>
          <p:nvPr/>
        </p:nvSpPr>
        <p:spPr>
          <a:xfrm>
            <a:off x="2057400" y="2743200"/>
            <a:ext cx="70513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</a:t>
            </a:r>
            <a:r>
              <a:rPr lang="en-US" sz="2400" dirty="0">
                <a:solidFill>
                  <a:srgbClr val="0070C0"/>
                </a:solidFill>
              </a:rPr>
              <a:t>#![trigger f(x), g(y)]</a:t>
            </a:r>
            <a:r>
              <a:rPr lang="en-US" sz="2400" dirty="0"/>
              <a:t> f(x) &gt; g(y))</a:t>
            </a:r>
          </a:p>
          <a:p>
            <a:r>
              <a:rPr lang="en-US" sz="2400" dirty="0"/>
              <a:t>  ==&gt; f(g(7)) &gt; g(3)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D992B5-08BC-6E08-C782-020CD2BBA22C}"/>
              </a:ext>
            </a:extLst>
          </p:cNvPr>
          <p:cNvSpPr txBox="1"/>
          <p:nvPr/>
        </p:nvSpPr>
        <p:spPr>
          <a:xfrm>
            <a:off x="1376861" y="4426664"/>
            <a:ext cx="8412431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2800" dirty="0">
                <a:solidFill>
                  <a:srgbClr val="0070C0"/>
                </a:solidFill>
              </a:rPr>
              <a:t>The trigger must mention all the quantified variables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solidFill>
                  <a:srgbClr val="0070C0"/>
                </a:solidFill>
              </a:rPr>
              <a:t>both and x and y</a:t>
            </a:r>
          </a:p>
          <a:p>
            <a:pPr marL="457200" indent="-457200">
              <a:buFontTx/>
              <a:buChar char="-"/>
            </a:pPr>
            <a:r>
              <a:rPr lang="en-US" sz="2800" dirty="0">
                <a:solidFill>
                  <a:srgbClr val="0070C0"/>
                </a:solidFill>
              </a:rPr>
              <a:t>The trigger matches only if *all* of its patterns match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solidFill>
                  <a:srgbClr val="0070C0"/>
                </a:solidFill>
              </a:rPr>
              <a:t>both f(x) and g(y) must match some expressions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B2A468-CF2B-4165-7E14-67793130D559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1A28677A-F5BC-791A-851C-792D108487F6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00D85BC1-8BF3-7652-F1C8-373067E4CFB5}"/>
              </a:ext>
            </a:extLst>
          </p:cNvPr>
          <p:cNvSpPr/>
          <p:nvPr/>
        </p:nvSpPr>
        <p:spPr>
          <a:xfrm rot="16200000" flipV="1">
            <a:off x="6230621" y="2068863"/>
            <a:ext cx="381000" cy="233927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02B273-F9C6-C056-B9B0-483C10A74A6E}"/>
              </a:ext>
            </a:extLst>
          </p:cNvPr>
          <p:cNvSpPr txBox="1"/>
          <p:nvPr/>
        </p:nvSpPr>
        <p:spPr>
          <a:xfrm>
            <a:off x="4704171" y="2664767"/>
            <a:ext cx="37290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pattern (“trigger”) to match</a:t>
            </a:r>
          </a:p>
        </p:txBody>
      </p:sp>
    </p:spTree>
    <p:extLst>
      <p:ext uri="{BB962C8B-B14F-4D97-AF65-F5344CB8AC3E}">
        <p14:creationId xmlns:p14="http://schemas.microsoft.com/office/powerpoint/2010/main" val="16130316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FE5A4-2A81-8AC1-C228-626FC8BCD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6A874085-291A-FA81-466D-968E3AC34B7B}"/>
              </a:ext>
            </a:extLst>
          </p:cNvPr>
          <p:cNvSpPr/>
          <p:nvPr/>
        </p:nvSpPr>
        <p:spPr>
          <a:xfrm>
            <a:off x="6207469" y="3266004"/>
            <a:ext cx="1891501" cy="883860"/>
          </a:xfrm>
          <a:prstGeom prst="ellips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37FD06-8716-C51D-7321-2B0868AC0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59375A-C1EF-E541-CA9B-37A75ADC9B2E}"/>
              </a:ext>
            </a:extLst>
          </p:cNvPr>
          <p:cNvSpPr txBox="1"/>
          <p:nvPr/>
        </p:nvSpPr>
        <p:spPr>
          <a:xfrm>
            <a:off x="2057400" y="2743200"/>
            <a:ext cx="57990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int| </a:t>
            </a:r>
            <a:r>
              <a:rPr lang="en-US" sz="2400" dirty="0">
                <a:solidFill>
                  <a:srgbClr val="0070C0"/>
                </a:solidFill>
              </a:rPr>
              <a:t>#![trigger f(x)]</a:t>
            </a:r>
            <a:r>
              <a:rPr lang="en-US" sz="2400" dirty="0"/>
              <a:t> f(f(x)) &gt; f(x)</a:t>
            </a:r>
          </a:p>
          <a:p>
            <a:r>
              <a:rPr lang="en-US" sz="2400" dirty="0"/>
              <a:t>  ==&gt; f(3) &gt; f(f(2))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A30C83-7F7B-D3C5-0420-927BE22E5336}"/>
              </a:ext>
            </a:extLst>
          </p:cNvPr>
          <p:cNvSpPr txBox="1"/>
          <p:nvPr/>
        </p:nvSpPr>
        <p:spPr>
          <a:xfrm>
            <a:off x="2820938" y="5725180"/>
            <a:ext cx="50687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solidFill>
                  <a:srgbClr val="0070C0"/>
                </a:solidFill>
              </a:rPr>
              <a:t>Beware of infinite matching loops</a:t>
            </a:r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0D4FE6B4-668E-2130-4616-9FB6E273E685}"/>
              </a:ext>
            </a:extLst>
          </p:cNvPr>
          <p:cNvSpPr/>
          <p:nvPr/>
        </p:nvSpPr>
        <p:spPr>
          <a:xfrm rot="16200000" flipV="1">
            <a:off x="5129050" y="2410029"/>
            <a:ext cx="480030" cy="175597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22F25-AB32-A84D-E300-9FD88670024B}"/>
              </a:ext>
            </a:extLst>
          </p:cNvPr>
          <p:cNvSpPr txBox="1"/>
          <p:nvPr/>
        </p:nvSpPr>
        <p:spPr>
          <a:xfrm>
            <a:off x="4021741" y="2664767"/>
            <a:ext cx="29241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70C0"/>
                </a:solidFill>
              </a:rPr>
              <a:t>badly behaved trigger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BD06F4-B2E7-EB03-E1BB-2E662875E9FE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38DE8929-A580-5E10-8534-D986E4954863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A75ADD-A53A-6FE5-4113-53D1E284AF3B}"/>
              </a:ext>
            </a:extLst>
          </p:cNvPr>
          <p:cNvSpPr txBox="1"/>
          <p:nvPr/>
        </p:nvSpPr>
        <p:spPr>
          <a:xfrm>
            <a:off x="7945336" y="4180251"/>
            <a:ext cx="3952942" cy="267765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Particular instantiations of x, y</a:t>
            </a:r>
          </a:p>
          <a:p>
            <a:r>
              <a:rPr lang="en-US" sz="2400" dirty="0"/>
              <a:t>based on trigger match</a:t>
            </a:r>
          </a:p>
          <a:p>
            <a:endParaRPr lang="en-US" sz="2400" dirty="0"/>
          </a:p>
          <a:p>
            <a:endParaRPr lang="en-US" sz="2400" dirty="0">
              <a:solidFill>
                <a:srgbClr val="0070C0"/>
              </a:solidFill>
            </a:endParaRPr>
          </a:p>
          <a:p>
            <a:endParaRPr lang="en-US" sz="2400" dirty="0">
              <a:solidFill>
                <a:srgbClr val="0070C0"/>
              </a:solidFill>
            </a:endParaRPr>
          </a:p>
          <a:p>
            <a:endParaRPr lang="en-US" sz="2400" dirty="0">
              <a:solidFill>
                <a:srgbClr val="0070C0"/>
              </a:solidFill>
            </a:endParaRPr>
          </a:p>
          <a:p>
            <a:endParaRPr lang="en-US" sz="2400" dirty="0">
              <a:solidFill>
                <a:srgbClr val="0070C0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3B9DBD4-0FA0-AB0A-3A47-C9B39ACC1435}"/>
              </a:ext>
            </a:extLst>
          </p:cNvPr>
          <p:cNvCxnSpPr>
            <a:cxnSpLocks/>
            <a:stCxn id="3" idx="6"/>
            <a:endCxn id="10" idx="0"/>
          </p:cNvCxnSpPr>
          <p:nvPr/>
        </p:nvCxnSpPr>
        <p:spPr>
          <a:xfrm>
            <a:off x="8098970" y="3707934"/>
            <a:ext cx="1822837" cy="472317"/>
          </a:xfrm>
          <a:prstGeom prst="line">
            <a:avLst/>
          </a:prstGeom>
          <a:ln w="28575">
            <a:solidFill>
              <a:srgbClr val="C00000"/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6019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0" grpId="0" build="allAtOnce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FE5A4-2A81-8AC1-C228-626FC8BCD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6A874085-291A-FA81-466D-968E3AC34B7B}"/>
              </a:ext>
            </a:extLst>
          </p:cNvPr>
          <p:cNvSpPr/>
          <p:nvPr/>
        </p:nvSpPr>
        <p:spPr>
          <a:xfrm>
            <a:off x="6207469" y="3266004"/>
            <a:ext cx="1891501" cy="883860"/>
          </a:xfrm>
          <a:prstGeom prst="ellips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37FD06-8716-C51D-7321-2B0868AC0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59375A-C1EF-E541-CA9B-37A75ADC9B2E}"/>
              </a:ext>
            </a:extLst>
          </p:cNvPr>
          <p:cNvSpPr txBox="1"/>
          <p:nvPr/>
        </p:nvSpPr>
        <p:spPr>
          <a:xfrm>
            <a:off x="2057400" y="2743200"/>
            <a:ext cx="57990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int| </a:t>
            </a:r>
            <a:r>
              <a:rPr lang="en-US" sz="2400" dirty="0">
                <a:solidFill>
                  <a:srgbClr val="0070C0"/>
                </a:solidFill>
              </a:rPr>
              <a:t>#![trigger f(x)]</a:t>
            </a:r>
            <a:r>
              <a:rPr lang="en-US" sz="2400" dirty="0"/>
              <a:t> f(f(x)) &gt; f(x)</a:t>
            </a:r>
          </a:p>
          <a:p>
            <a:r>
              <a:rPr lang="en-US" sz="2400" dirty="0"/>
              <a:t>  ==&gt; f(3) &gt; f(f(2))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A30C83-7F7B-D3C5-0420-927BE22E5336}"/>
              </a:ext>
            </a:extLst>
          </p:cNvPr>
          <p:cNvSpPr txBox="1"/>
          <p:nvPr/>
        </p:nvSpPr>
        <p:spPr>
          <a:xfrm>
            <a:off x="2820938" y="5725180"/>
            <a:ext cx="50687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solidFill>
                  <a:srgbClr val="0070C0"/>
                </a:solidFill>
              </a:rPr>
              <a:t>Beware of infinite matching loops</a:t>
            </a:r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0D4FE6B4-668E-2130-4616-9FB6E273E685}"/>
              </a:ext>
            </a:extLst>
          </p:cNvPr>
          <p:cNvSpPr/>
          <p:nvPr/>
        </p:nvSpPr>
        <p:spPr>
          <a:xfrm rot="16200000" flipV="1">
            <a:off x="5129050" y="2410029"/>
            <a:ext cx="480030" cy="175597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22F25-AB32-A84D-E300-9FD88670024B}"/>
              </a:ext>
            </a:extLst>
          </p:cNvPr>
          <p:cNvSpPr txBox="1"/>
          <p:nvPr/>
        </p:nvSpPr>
        <p:spPr>
          <a:xfrm>
            <a:off x="4021741" y="2664767"/>
            <a:ext cx="29241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70C0"/>
                </a:solidFill>
              </a:rPr>
              <a:t>badly behaved trigger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BD06F4-B2E7-EB03-E1BB-2E662875E9FE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38DE8929-A580-5E10-8534-D986E4954863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A75ADD-A53A-6FE5-4113-53D1E284AF3B}"/>
              </a:ext>
            </a:extLst>
          </p:cNvPr>
          <p:cNvSpPr txBox="1"/>
          <p:nvPr/>
        </p:nvSpPr>
        <p:spPr>
          <a:xfrm>
            <a:off x="7945336" y="4180251"/>
            <a:ext cx="3952942" cy="267765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Particular instantiations of x, y</a:t>
            </a:r>
          </a:p>
          <a:p>
            <a:r>
              <a:rPr lang="en-US" sz="2400" dirty="0"/>
              <a:t>based on trigger match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0070C0"/>
                </a:solidFill>
              </a:rPr>
              <a:t>f(f(3)) &gt; f(3)</a:t>
            </a:r>
          </a:p>
          <a:p>
            <a:r>
              <a:rPr lang="en-US" sz="2400" dirty="0">
                <a:solidFill>
                  <a:srgbClr val="0070C0"/>
                </a:solidFill>
              </a:rPr>
              <a:t>f(f(f(3))) &gt; f(f(3))</a:t>
            </a:r>
          </a:p>
          <a:p>
            <a:r>
              <a:rPr lang="en-US" sz="2400" dirty="0">
                <a:solidFill>
                  <a:srgbClr val="0070C0"/>
                </a:solidFill>
              </a:rPr>
              <a:t>f(f(f(f(3)))) &gt; f(f(f(3)))</a:t>
            </a:r>
          </a:p>
          <a:p>
            <a:r>
              <a:rPr lang="en-US" sz="2400" dirty="0">
                <a:solidFill>
                  <a:srgbClr val="0070C0"/>
                </a:solidFill>
              </a:rPr>
              <a:t>…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3B9DBD4-0FA0-AB0A-3A47-C9B39ACC1435}"/>
              </a:ext>
            </a:extLst>
          </p:cNvPr>
          <p:cNvCxnSpPr>
            <a:cxnSpLocks/>
            <a:stCxn id="3" idx="6"/>
            <a:endCxn id="10" idx="0"/>
          </p:cNvCxnSpPr>
          <p:nvPr/>
        </p:nvCxnSpPr>
        <p:spPr>
          <a:xfrm>
            <a:off x="8098970" y="3707934"/>
            <a:ext cx="1822837" cy="472317"/>
          </a:xfrm>
          <a:prstGeom prst="line">
            <a:avLst/>
          </a:prstGeom>
          <a:ln w="28575">
            <a:solidFill>
              <a:srgbClr val="C00000"/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1267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FE5A4-2A81-8AC1-C228-626FC8BCD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6A874085-291A-FA81-466D-968E3AC34B7B}"/>
              </a:ext>
            </a:extLst>
          </p:cNvPr>
          <p:cNvSpPr/>
          <p:nvPr/>
        </p:nvSpPr>
        <p:spPr>
          <a:xfrm>
            <a:off x="6500077" y="3277716"/>
            <a:ext cx="1891501" cy="883860"/>
          </a:xfrm>
          <a:prstGeom prst="ellips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37FD06-8716-C51D-7321-2B0868AC0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59375A-C1EF-E541-CA9B-37A75ADC9B2E}"/>
              </a:ext>
            </a:extLst>
          </p:cNvPr>
          <p:cNvSpPr txBox="1"/>
          <p:nvPr/>
        </p:nvSpPr>
        <p:spPr>
          <a:xfrm>
            <a:off x="2057400" y="2743200"/>
            <a:ext cx="607961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int| </a:t>
            </a:r>
            <a:r>
              <a:rPr lang="en-US" sz="2400" dirty="0">
                <a:solidFill>
                  <a:srgbClr val="0070C0"/>
                </a:solidFill>
              </a:rPr>
              <a:t>#![trigger f(f(x))]</a:t>
            </a:r>
            <a:r>
              <a:rPr lang="en-US" sz="2400" dirty="0"/>
              <a:t> f(f(x)) &gt; f(x)</a:t>
            </a:r>
          </a:p>
          <a:p>
            <a:r>
              <a:rPr lang="en-US" sz="2400" dirty="0"/>
              <a:t>  ==&gt; f(3) &gt; f(f(2))</a:t>
            </a:r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0D4FE6B4-668E-2130-4616-9FB6E273E685}"/>
              </a:ext>
            </a:extLst>
          </p:cNvPr>
          <p:cNvSpPr/>
          <p:nvPr/>
        </p:nvSpPr>
        <p:spPr>
          <a:xfrm rot="16200000" flipV="1">
            <a:off x="5283034" y="2256045"/>
            <a:ext cx="461664" cy="204557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22F25-AB32-A84D-E300-9FD88670024B}"/>
              </a:ext>
            </a:extLst>
          </p:cNvPr>
          <p:cNvSpPr txBox="1"/>
          <p:nvPr/>
        </p:nvSpPr>
        <p:spPr>
          <a:xfrm>
            <a:off x="4021741" y="2664767"/>
            <a:ext cx="2747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70C0"/>
                </a:solidFill>
              </a:rPr>
              <a:t>well behaved trigger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BD06F4-B2E7-EB03-E1BB-2E662875E9FE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38DE8929-A580-5E10-8534-D986E4954863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A75ADD-A53A-6FE5-4113-53D1E284AF3B}"/>
              </a:ext>
            </a:extLst>
          </p:cNvPr>
          <p:cNvSpPr txBox="1"/>
          <p:nvPr/>
        </p:nvSpPr>
        <p:spPr>
          <a:xfrm>
            <a:off x="7945336" y="4180251"/>
            <a:ext cx="3952942" cy="156966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Particular instantiations of x, y</a:t>
            </a:r>
          </a:p>
          <a:p>
            <a:r>
              <a:rPr lang="en-US" sz="2400" dirty="0"/>
              <a:t>based on trigger match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0070C0"/>
                </a:solidFill>
              </a:rPr>
              <a:t>f(f(2)) &gt; f(2)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3B9DBD4-0FA0-AB0A-3A47-C9B39ACC1435}"/>
              </a:ext>
            </a:extLst>
          </p:cNvPr>
          <p:cNvCxnSpPr>
            <a:cxnSpLocks/>
            <a:stCxn id="3" idx="6"/>
            <a:endCxn id="10" idx="0"/>
          </p:cNvCxnSpPr>
          <p:nvPr/>
        </p:nvCxnSpPr>
        <p:spPr>
          <a:xfrm>
            <a:off x="8391578" y="3719646"/>
            <a:ext cx="1530229" cy="460605"/>
          </a:xfrm>
          <a:prstGeom prst="line">
            <a:avLst/>
          </a:prstGeom>
          <a:ln w="28575">
            <a:solidFill>
              <a:srgbClr val="C00000"/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A1A2ACF-B653-925B-79D7-4F5EADDA78A7}"/>
              </a:ext>
            </a:extLst>
          </p:cNvPr>
          <p:cNvSpPr txBox="1"/>
          <p:nvPr/>
        </p:nvSpPr>
        <p:spPr>
          <a:xfrm>
            <a:off x="2269569" y="5697031"/>
            <a:ext cx="81225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70C0"/>
                </a:solidFill>
              </a:rPr>
              <a:t>Triggers are the programming language for quantifiers.</a:t>
            </a:r>
          </a:p>
          <a:p>
            <a:r>
              <a:rPr lang="en-US" sz="2800" dirty="0">
                <a:solidFill>
                  <a:srgbClr val="0070C0"/>
                </a:solidFill>
              </a:rPr>
              <a:t>Choose triggers carefully!</a:t>
            </a:r>
          </a:p>
        </p:txBody>
      </p:sp>
    </p:spTree>
    <p:extLst>
      <p:ext uri="{BB962C8B-B14F-4D97-AF65-F5344CB8AC3E}">
        <p14:creationId xmlns:p14="http://schemas.microsoft.com/office/powerpoint/2010/main" val="14956905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59D72-0C24-2505-89DB-6C56CBE91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406FC-5964-CD2D-ABC3-662C935690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Higher-order features,</a:t>
            </a:r>
            <a:br>
              <a:rPr lang="en-US" dirty="0"/>
            </a:br>
            <a:r>
              <a:rPr lang="en-US" dirty="0" err="1"/>
              <a:t>vstd</a:t>
            </a:r>
            <a:r>
              <a:rPr lang="en-US" dirty="0"/>
              <a:t> library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AFD9E5-B93E-358F-93A2-0A8357C454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3832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C641B-CC3D-D525-3772-98ED28274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89EF9-6964-A867-4C29-9136C0335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Higher-order features: </a:t>
            </a:r>
            <a:r>
              <a:rPr lang="en-US" dirty="0" err="1"/>
              <a:t>spec_fn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CB125C-FFCD-8641-A393-36A22F68CE21}"/>
              </a:ext>
            </a:extLst>
          </p:cNvPr>
          <p:cNvSpPr txBox="1"/>
          <p:nvPr/>
        </p:nvSpPr>
        <p:spPr>
          <a:xfrm>
            <a:off x="1669343" y="1691561"/>
            <a:ext cx="5310236" cy="17543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FF"/>
                </a:highlight>
              </a:rPr>
              <a:t>proof </a:t>
            </a:r>
            <a:r>
              <a:rPr lang="en-US" dirty="0" err="1">
                <a:highlight>
                  <a:srgbClr val="FFFFFF"/>
                </a:highlight>
              </a:rPr>
              <a:t>fn</a:t>
            </a:r>
            <a:r>
              <a:rPr lang="en-US" dirty="0">
                <a:highlight>
                  <a:srgbClr val="FFFFFF"/>
                </a:highlight>
              </a:rPr>
              <a:t> test() {</a:t>
            </a:r>
          </a:p>
          <a:p>
            <a:r>
              <a:rPr lang="fr-FR" dirty="0">
                <a:highlight>
                  <a:srgbClr val="FFFFFF"/>
                </a:highlight>
              </a:rPr>
              <a:t>    let f: </a:t>
            </a:r>
            <a:r>
              <a:rPr lang="fr-FR" dirty="0" err="1">
                <a:highlight>
                  <a:srgbClr val="FFFFFF"/>
                </a:highlight>
              </a:rPr>
              <a:t>spec_fn</a:t>
            </a:r>
            <a:r>
              <a:rPr lang="fr-FR" dirty="0">
                <a:highlight>
                  <a:srgbClr val="FFFFFF"/>
                </a:highlight>
              </a:rPr>
              <a:t>(</a:t>
            </a:r>
            <a:r>
              <a:rPr lang="fr-FR" dirty="0" err="1">
                <a:highlight>
                  <a:srgbClr val="FFFFFF"/>
                </a:highlight>
              </a:rPr>
              <a:t>int</a:t>
            </a:r>
            <a:r>
              <a:rPr lang="fr-FR" dirty="0">
                <a:highlight>
                  <a:srgbClr val="FFFFFF"/>
                </a:highlight>
              </a:rPr>
              <a:t>, </a:t>
            </a:r>
            <a:r>
              <a:rPr lang="fr-FR" dirty="0" err="1">
                <a:highlight>
                  <a:srgbClr val="FFFFFF"/>
                </a:highlight>
              </a:rPr>
              <a:t>int</a:t>
            </a:r>
            <a:r>
              <a:rPr lang="fr-FR" dirty="0">
                <a:highlight>
                  <a:srgbClr val="FFFFFF"/>
                </a:highlight>
              </a:rPr>
              <a:t>) -&gt; </a:t>
            </a:r>
            <a:r>
              <a:rPr lang="fr-FR" dirty="0" err="1">
                <a:highlight>
                  <a:srgbClr val="FFFFFF"/>
                </a:highlight>
              </a:rPr>
              <a:t>int</a:t>
            </a:r>
            <a:r>
              <a:rPr lang="fr-FR" dirty="0">
                <a:highlight>
                  <a:srgbClr val="FFFFFF"/>
                </a:highlight>
              </a:rPr>
              <a:t> = |x: </a:t>
            </a:r>
            <a:r>
              <a:rPr lang="fr-FR" dirty="0" err="1">
                <a:highlight>
                  <a:srgbClr val="FFFFFF"/>
                </a:highlight>
              </a:rPr>
              <a:t>int</a:t>
            </a:r>
            <a:r>
              <a:rPr lang="fr-FR" dirty="0">
                <a:highlight>
                  <a:srgbClr val="FFFFFF"/>
                </a:highlight>
              </a:rPr>
              <a:t>, y: </a:t>
            </a:r>
            <a:r>
              <a:rPr lang="fr-FR" dirty="0" err="1">
                <a:highlight>
                  <a:srgbClr val="FFFFFF"/>
                </a:highlight>
              </a:rPr>
              <a:t>int</a:t>
            </a:r>
            <a:r>
              <a:rPr lang="fr-FR" dirty="0">
                <a:highlight>
                  <a:srgbClr val="FFFFFF"/>
                </a:highlight>
              </a:rPr>
              <a:t>| x + x - y;</a:t>
            </a:r>
          </a:p>
          <a:p>
            <a:r>
              <a:rPr lang="en-US" dirty="0">
                <a:highlight>
                  <a:srgbClr val="FFFFFF"/>
                </a:highlight>
              </a:rPr>
              <a:t>    let g: </a:t>
            </a:r>
            <a:r>
              <a:rPr lang="en-US" dirty="0" err="1">
                <a:highlight>
                  <a:srgbClr val="FFFFFF"/>
                </a:highlight>
              </a:rPr>
              <a:t>spec_fn</a:t>
            </a:r>
            <a:r>
              <a:rPr lang="en-US" dirty="0">
                <a:highlight>
                  <a:srgbClr val="FFFFFF"/>
                </a:highlight>
              </a:rPr>
              <a:t>(int, int) -&gt; int = |x: int, y: int| 2 * x - y;</a:t>
            </a:r>
          </a:p>
          <a:p>
            <a:r>
              <a:rPr lang="nb-NO" dirty="0">
                <a:highlight>
                  <a:srgbClr val="FFFFFF"/>
                </a:highlight>
              </a:rPr>
              <a:t>    assert(f(30, 20) == 40);</a:t>
            </a:r>
          </a:p>
          <a:p>
            <a:r>
              <a:rPr lang="en-US" dirty="0">
                <a:highlight>
                  <a:srgbClr val="FFFFFF"/>
                </a:highlight>
              </a:rPr>
              <a:t>    assert(</a:t>
            </a:r>
            <a:r>
              <a:rPr lang="en-US" dirty="0" err="1">
                <a:highlight>
                  <a:srgbClr val="FFFFFF"/>
                </a:highlight>
              </a:rPr>
              <a:t>forall|x</a:t>
            </a:r>
            <a:r>
              <a:rPr lang="en-US" dirty="0">
                <a:highlight>
                  <a:srgbClr val="FFFFFF"/>
                </a:highlight>
              </a:rPr>
              <a:t>: int, y: int| f(x, y) == g(x, y));</a:t>
            </a:r>
          </a:p>
          <a:p>
            <a:r>
              <a:rPr lang="en-US" dirty="0">
                <a:highlight>
                  <a:srgbClr val="FFFFFF"/>
                </a:highlight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FB7248-0D81-78BC-733F-AE6BBD5319F1}"/>
              </a:ext>
            </a:extLst>
          </p:cNvPr>
          <p:cNvSpPr txBox="1"/>
          <p:nvPr/>
        </p:nvSpPr>
        <p:spPr>
          <a:xfrm>
            <a:off x="843425" y="3602003"/>
            <a:ext cx="10063204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SMT encoding (simplified):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(declare-sort Fun)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(declare-const f Fun)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(declare-const g Fun)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(declare-fun apply (Fun Int Int) Int)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(axiom (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((x Int) (y Int)) </a:t>
            </a:r>
            <a:r>
              <a:rPr lang="en-US" dirty="0">
                <a:highlight>
                  <a:srgbClr val="FFFFFF"/>
                </a:highlight>
              </a:rPr>
              <a:t>(= (apply f x y) (Sub (Add x x) y))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(axiom (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((x Int) (y Int)) </a:t>
            </a:r>
            <a:r>
              <a:rPr lang="en-US" dirty="0">
                <a:highlight>
                  <a:srgbClr val="FFFFFF"/>
                </a:highlight>
              </a:rPr>
              <a:t>(= (apply g x y) (Sub (Mul 2 x) y))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))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i="1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Note: real SMT encoding includes various types/arities, closure conversion, and hashing of similar closures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0586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C641B-CC3D-D525-3772-98ED28274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89EF9-6964-A867-4C29-9136C0335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Verus’s </a:t>
            </a:r>
            <a:r>
              <a:rPr lang="en-US" dirty="0" err="1"/>
              <a:t>vstd</a:t>
            </a:r>
            <a:r>
              <a:rPr lang="en-US" dirty="0"/>
              <a:t> library: Seq, Set, Map, etc.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CB125C-FFCD-8641-A393-36A22F68CE21}"/>
              </a:ext>
            </a:extLst>
          </p:cNvPr>
          <p:cNvSpPr txBox="1"/>
          <p:nvPr/>
        </p:nvSpPr>
        <p:spPr>
          <a:xfrm>
            <a:off x="338564" y="1386561"/>
            <a:ext cx="5280035" cy="535531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highlight>
                  <a:srgbClr val="FFFFFF"/>
                </a:highlight>
              </a:rPr>
              <a:t>// finite sequence</a:t>
            </a:r>
          </a:p>
          <a:p>
            <a:r>
              <a:rPr lang="en-US" dirty="0">
                <a:highlight>
                  <a:srgbClr val="FFFFFF"/>
                </a:highlight>
              </a:rPr>
              <a:t>struct Seq&lt;A&gt; { … }</a:t>
            </a: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dirty="0" err="1">
                <a:solidFill>
                  <a:srgbClr val="000000"/>
                </a:solidFill>
              </a:rPr>
              <a:t>impl</a:t>
            </a:r>
            <a:r>
              <a:rPr lang="en-US" dirty="0">
                <a:solidFill>
                  <a:srgbClr val="000000"/>
                </a:solidFill>
              </a:rPr>
              <a:t>&lt;A&gt; Seq&lt;A&gt; {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empty() -&gt; Seq&lt;A&gt;;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new(</a:t>
            </a:r>
            <a:r>
              <a:rPr lang="en-US" dirty="0" err="1">
                <a:solidFill>
                  <a:srgbClr val="000000"/>
                </a:solidFill>
              </a:rPr>
              <a:t>len</a:t>
            </a:r>
            <a:r>
              <a:rPr lang="en-US" dirty="0">
                <a:solidFill>
                  <a:srgbClr val="000000"/>
                </a:solidFill>
              </a:rPr>
              <a:t>: </a:t>
            </a:r>
            <a:r>
              <a:rPr lang="en-US" dirty="0" err="1">
                <a:solidFill>
                  <a:srgbClr val="000000"/>
                </a:solidFill>
              </a:rPr>
              <a:t>nat</a:t>
            </a:r>
            <a:r>
              <a:rPr lang="en-US" dirty="0">
                <a:solidFill>
                  <a:srgbClr val="000000"/>
                </a:solidFill>
              </a:rPr>
              <a:t>, f: </a:t>
            </a:r>
            <a:r>
              <a:rPr lang="en-US" dirty="0" err="1">
                <a:solidFill>
                  <a:srgbClr val="000000"/>
                </a:solidFill>
              </a:rPr>
              <a:t>spec_fn</a:t>
            </a:r>
            <a:r>
              <a:rPr lang="en-US" dirty="0">
                <a:solidFill>
                  <a:srgbClr val="000000"/>
                </a:solidFill>
              </a:rPr>
              <a:t>(int) -&gt; A) -&gt; Seq&lt;A&gt;;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</a:t>
            </a:r>
            <a:r>
              <a:rPr lang="en-US" dirty="0" err="1">
                <a:solidFill>
                  <a:srgbClr val="000000"/>
                </a:solidFill>
              </a:rPr>
              <a:t>len</a:t>
            </a:r>
            <a:r>
              <a:rPr lang="en-US" dirty="0">
                <a:solidFill>
                  <a:srgbClr val="000000"/>
                </a:solidFill>
              </a:rPr>
              <a:t>(self) -&gt; </a:t>
            </a:r>
            <a:r>
              <a:rPr lang="en-US" dirty="0" err="1">
                <a:solidFill>
                  <a:srgbClr val="000000"/>
                </a:solidFill>
              </a:rPr>
              <a:t>nat</a:t>
            </a:r>
            <a:r>
              <a:rPr lang="en-US" dirty="0">
                <a:solidFill>
                  <a:srgbClr val="000000"/>
                </a:solidFill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index(self, i: int) -&gt; A;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push(self, a: A) -&gt; Seq&lt;A&gt;;</a:t>
            </a:r>
          </a:p>
          <a:p>
            <a:r>
              <a:rPr lang="en-US" dirty="0">
                <a:solidFill>
                  <a:srgbClr val="000000"/>
                </a:solidFill>
              </a:rPr>
              <a:t>    ...</a:t>
            </a:r>
          </a:p>
          <a:p>
            <a:r>
              <a:rPr lang="en-US" dirty="0">
                <a:solidFill>
                  <a:srgbClr val="000000"/>
                </a:solidFill>
              </a:rPr>
              <a:t>}</a:t>
            </a:r>
          </a:p>
          <a:p>
            <a:endParaRPr lang="en-US" sz="1800" dirty="0">
              <a:solidFill>
                <a:srgbClr val="000000"/>
              </a:solidFill>
            </a:endParaRPr>
          </a:p>
          <a:p>
            <a:r>
              <a:rPr lang="en-US" dirty="0"/>
              <a:t>proof </a:t>
            </a:r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en-US" dirty="0"/>
              <a:t>    let s: Seq&lt;int&gt; = Seq::new(5, |</a:t>
            </a:r>
            <a:r>
              <a:rPr lang="en-US" dirty="0" err="1"/>
              <a:t>i</a:t>
            </a:r>
            <a:r>
              <a:rPr lang="en-US" dirty="0"/>
              <a:t>: int| 10 * </a:t>
            </a:r>
            <a:r>
              <a:rPr lang="en-US" dirty="0" err="1"/>
              <a:t>i</a:t>
            </a:r>
            <a:r>
              <a:rPr lang="en-US" dirty="0"/>
              <a:t>);</a:t>
            </a:r>
          </a:p>
          <a:p>
            <a:r>
              <a:rPr lang="en-US" dirty="0"/>
              <a:t>    assert(</a:t>
            </a:r>
            <a:r>
              <a:rPr lang="en-US" dirty="0" err="1"/>
              <a:t>s.len</a:t>
            </a:r>
            <a:r>
              <a:rPr lang="en-US" dirty="0"/>
              <a:t>() == 5);</a:t>
            </a:r>
          </a:p>
          <a:p>
            <a:r>
              <a:rPr lang="en-US" dirty="0"/>
              <a:t>    assert(</a:t>
            </a:r>
            <a:r>
              <a:rPr lang="en-US" dirty="0" err="1"/>
              <a:t>s.index</a:t>
            </a:r>
            <a:r>
              <a:rPr lang="en-US" dirty="0"/>
              <a:t>(3) == 30); // syntax sugar: s[3] == 30</a:t>
            </a:r>
          </a:p>
          <a:p>
            <a:r>
              <a:rPr lang="en-US" dirty="0"/>
              <a:t>    let s2 = </a:t>
            </a:r>
            <a:r>
              <a:rPr lang="en-US" dirty="0" err="1"/>
              <a:t>s.push</a:t>
            </a:r>
            <a:r>
              <a:rPr lang="en-US" dirty="0"/>
              <a:t>(50);</a:t>
            </a:r>
          </a:p>
          <a:p>
            <a:r>
              <a:rPr lang="en-US" dirty="0"/>
              <a:t>    assert(s2.len() == 6);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8C9D54-E6EB-B2DE-4A74-4679C7BF16E6}"/>
              </a:ext>
            </a:extLst>
          </p:cNvPr>
          <p:cNvSpPr txBox="1"/>
          <p:nvPr/>
        </p:nvSpPr>
        <p:spPr>
          <a:xfrm>
            <a:off x="5963757" y="1386560"/>
            <a:ext cx="5886548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highlight>
                  <a:srgbClr val="FFFFFF"/>
                </a:highlight>
              </a:rPr>
              <a:t>// finite or infinite set</a:t>
            </a:r>
          </a:p>
          <a:p>
            <a:r>
              <a:rPr lang="en-US" dirty="0">
                <a:solidFill>
                  <a:srgbClr val="000000"/>
                </a:solidFill>
              </a:rPr>
              <a:t>struct Set&lt;A&gt; { set: </a:t>
            </a:r>
            <a:r>
              <a:rPr lang="en-US" dirty="0" err="1">
                <a:solidFill>
                  <a:srgbClr val="000000"/>
                </a:solidFill>
              </a:rPr>
              <a:t>spec_fn</a:t>
            </a:r>
            <a:r>
              <a:rPr lang="en-US" dirty="0">
                <a:solidFill>
                  <a:srgbClr val="000000"/>
                </a:solidFill>
              </a:rPr>
              <a:t>(A) -&gt; bool }</a:t>
            </a:r>
          </a:p>
          <a:p>
            <a:endParaRPr lang="en-US" dirty="0">
              <a:solidFill>
                <a:srgbClr val="000000"/>
              </a:solidFill>
            </a:endParaRPr>
          </a:p>
          <a:p>
            <a:r>
              <a:rPr lang="en-US" dirty="0" err="1">
                <a:solidFill>
                  <a:srgbClr val="000000"/>
                </a:solidFill>
              </a:rPr>
              <a:t>impl</a:t>
            </a:r>
            <a:r>
              <a:rPr lang="en-US" dirty="0">
                <a:solidFill>
                  <a:srgbClr val="000000"/>
                </a:solidFill>
              </a:rPr>
              <a:t>&lt;A&gt; Set&lt;A&gt; {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empty() -&gt; Set&lt;A&gt; { Set { set: |a: A| false } }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new(f: </a:t>
            </a:r>
            <a:r>
              <a:rPr lang="en-US" dirty="0" err="1">
                <a:solidFill>
                  <a:srgbClr val="000000"/>
                </a:solidFill>
              </a:rPr>
              <a:t>spec_fn</a:t>
            </a:r>
            <a:r>
              <a:rPr lang="en-US" dirty="0">
                <a:solidFill>
                  <a:srgbClr val="000000"/>
                </a:solidFill>
              </a:rPr>
              <a:t>(A) -&gt; bool) -&gt; Set&lt;A&gt; { Set { set: f } }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contains(self, a: A) -&gt; bool { (</a:t>
            </a:r>
            <a:r>
              <a:rPr lang="en-US" dirty="0" err="1">
                <a:solidFill>
                  <a:srgbClr val="000000"/>
                </a:solidFill>
              </a:rPr>
              <a:t>self.set</a:t>
            </a:r>
            <a:r>
              <a:rPr lang="en-US" dirty="0">
                <a:solidFill>
                  <a:srgbClr val="000000"/>
                </a:solidFill>
              </a:rPr>
              <a:t>)(a) }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insert(self, a: A) -&gt; Set&lt;A&gt; { ... }</a:t>
            </a:r>
          </a:p>
          <a:p>
            <a:r>
              <a:rPr lang="en-US" dirty="0">
                <a:solidFill>
                  <a:srgbClr val="000000"/>
                </a:solidFill>
              </a:rPr>
              <a:t>    ...</a:t>
            </a:r>
          </a:p>
          <a:p>
            <a:r>
              <a:rPr lang="en-US" dirty="0">
                <a:solidFill>
                  <a:srgbClr val="000000"/>
                </a:solidFill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B708C0-9EDE-0BA7-1A1F-47C46A09B668}"/>
              </a:ext>
            </a:extLst>
          </p:cNvPr>
          <p:cNvSpPr txBox="1"/>
          <p:nvPr/>
        </p:nvSpPr>
        <p:spPr>
          <a:xfrm>
            <a:off x="5963757" y="4393153"/>
            <a:ext cx="5973687" cy="23083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highlight>
                  <a:srgbClr val="FFFFFF"/>
                </a:highlight>
              </a:rPr>
              <a:t>// finite or infinite map</a:t>
            </a:r>
          </a:p>
          <a:p>
            <a:r>
              <a:rPr lang="en-US" dirty="0">
                <a:solidFill>
                  <a:srgbClr val="000000"/>
                </a:solidFill>
              </a:rPr>
              <a:t>struct Map&lt;K, V&gt; { mapping: </a:t>
            </a:r>
            <a:r>
              <a:rPr lang="en-US" dirty="0" err="1">
                <a:solidFill>
                  <a:srgbClr val="000000"/>
                </a:solidFill>
              </a:rPr>
              <a:t>spec_fn</a:t>
            </a:r>
            <a:r>
              <a:rPr lang="en-US" dirty="0">
                <a:solidFill>
                  <a:srgbClr val="000000"/>
                </a:solidFill>
              </a:rPr>
              <a:t>(K) -&gt; Option&lt;V&gt; }</a:t>
            </a:r>
          </a:p>
          <a:p>
            <a:endParaRPr lang="en-US" dirty="0">
              <a:solidFill>
                <a:srgbClr val="000000"/>
              </a:solidFill>
            </a:endParaRPr>
          </a:p>
          <a:p>
            <a:r>
              <a:rPr lang="en-US" dirty="0" err="1">
                <a:solidFill>
                  <a:srgbClr val="000000"/>
                </a:solidFill>
              </a:rPr>
              <a:t>impl</a:t>
            </a:r>
            <a:r>
              <a:rPr lang="en-US" dirty="0">
                <a:solidFill>
                  <a:srgbClr val="000000"/>
                </a:solidFill>
              </a:rPr>
              <a:t>&lt;K, V&gt; Map&lt;K, V&gt; {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empty() -&gt; Map&lt;K, V&gt; { Map { mapping: |k| None } }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insert(self, key: K, value: V) -&gt; Map&lt;K, V&gt; { ... }</a:t>
            </a:r>
          </a:p>
          <a:p>
            <a:r>
              <a:rPr lang="en-US" dirty="0">
                <a:solidFill>
                  <a:srgbClr val="000000"/>
                </a:solidFill>
              </a:rPr>
              <a:t>    ...</a:t>
            </a:r>
          </a:p>
          <a:p>
            <a:r>
              <a:rPr lang="en-US" dirty="0">
                <a:solidFill>
                  <a:srgbClr val="000000"/>
                </a:solidFill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CC21BE-7F93-19C0-4DAA-A5398754AB44}"/>
              </a:ext>
            </a:extLst>
          </p:cNvPr>
          <p:cNvSpPr txBox="1"/>
          <p:nvPr/>
        </p:nvSpPr>
        <p:spPr>
          <a:xfrm>
            <a:off x="3212491" y="4017058"/>
            <a:ext cx="2751266" cy="92333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Rust feature note:</a:t>
            </a:r>
          </a:p>
          <a:p>
            <a:r>
              <a:rPr lang="en-US" i="1" dirty="0"/>
              <a:t>“</a:t>
            </a:r>
            <a:r>
              <a:rPr lang="en-US" i="1" dirty="0" err="1"/>
              <a:t>impl</a:t>
            </a:r>
            <a:r>
              <a:rPr lang="en-US" i="1" dirty="0"/>
              <a:t>” and “self” are for</a:t>
            </a:r>
          </a:p>
          <a:p>
            <a:r>
              <a:rPr lang="en-US" i="1" dirty="0" err="1"/>
              <a:t>namespacing</a:t>
            </a:r>
            <a:r>
              <a:rPr lang="en-US" i="1" dirty="0"/>
              <a:t> and “.” syntax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7832A37-77A6-5BE1-DBE3-DB08A557E734}"/>
              </a:ext>
            </a:extLst>
          </p:cNvPr>
          <p:cNvCxnSpPr/>
          <p:nvPr/>
        </p:nvCxnSpPr>
        <p:spPr>
          <a:xfrm flipH="1" flipV="1">
            <a:off x="2065564" y="3886200"/>
            <a:ext cx="1216479" cy="3626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8F3D312-9A98-18DB-FF43-F76F8007844E}"/>
              </a:ext>
            </a:extLst>
          </p:cNvPr>
          <p:cNvCxnSpPr/>
          <p:nvPr/>
        </p:nvCxnSpPr>
        <p:spPr>
          <a:xfrm flipH="1">
            <a:off x="2163536" y="4841421"/>
            <a:ext cx="1120513" cy="10205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9856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45448-8A33-D5C3-7EA3-03DD0B3DB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9BE5F-48B6-C09B-F1C3-AE0868ECC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Axioms and lemmas via function calls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EBEE9E-3B42-9132-C64C-928D4CEB4108}"/>
              </a:ext>
            </a:extLst>
          </p:cNvPr>
          <p:cNvSpPr txBox="1"/>
          <p:nvPr/>
        </p:nvSpPr>
        <p:spPr>
          <a:xfrm>
            <a:off x="485522" y="1982549"/>
            <a:ext cx="489967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proof </a:t>
            </a:r>
            <a:r>
              <a:rPr lang="en-US" dirty="0" err="1"/>
              <a:t>fn</a:t>
            </a:r>
            <a:r>
              <a:rPr lang="en-US" dirty="0"/>
              <a:t> </a:t>
            </a:r>
            <a:r>
              <a:rPr lang="en-US" b="1" dirty="0" err="1"/>
              <a:t>axiom_seq_push_len</a:t>
            </a:r>
            <a:r>
              <a:rPr lang="en-US" dirty="0"/>
              <a:t>&lt;A&gt;(s: Seq&lt;A&gt;, a: A)</a:t>
            </a:r>
          </a:p>
          <a:p>
            <a:r>
              <a:rPr lang="en-US" dirty="0"/>
              <a:t>    ensures</a:t>
            </a:r>
          </a:p>
          <a:p>
            <a:r>
              <a:rPr lang="en-US" dirty="0"/>
              <a:t>        </a:t>
            </a:r>
            <a:r>
              <a:rPr lang="en-US" dirty="0" err="1"/>
              <a:t>s.push</a:t>
            </a:r>
            <a:r>
              <a:rPr lang="en-US" dirty="0"/>
              <a:t>(a).</a:t>
            </a:r>
            <a:r>
              <a:rPr lang="en-US" dirty="0" err="1"/>
              <a:t>len</a:t>
            </a:r>
            <a:r>
              <a:rPr lang="en-US" dirty="0"/>
              <a:t>() == </a:t>
            </a:r>
            <a:r>
              <a:rPr lang="en-US" dirty="0" err="1"/>
              <a:t>s.len</a:t>
            </a:r>
            <a:r>
              <a:rPr lang="en-US" dirty="0"/>
              <a:t>() + 1</a:t>
            </a:r>
          </a:p>
          <a:p>
            <a:r>
              <a:rPr lang="en-US" dirty="0"/>
              <a:t>{ … }</a:t>
            </a: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proof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test() {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let s: Seq&lt;int&gt; = Seq::new(5, |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10 *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let s2 =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s.push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(50);</a:t>
            </a:r>
          </a:p>
          <a:p>
            <a:r>
              <a:rPr lang="en-US" dirty="0"/>
              <a:t>    </a:t>
            </a:r>
            <a:r>
              <a:rPr lang="en-US" b="1" dirty="0" err="1"/>
              <a:t>axiom_seq_push_len</a:t>
            </a:r>
            <a:r>
              <a:rPr lang="en-US" b="1" dirty="0"/>
              <a:t>(s, 50);</a:t>
            </a:r>
            <a:endParaRPr lang="en-US" b="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assert(s2.len() == 6);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45873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7F40F-DB2A-679A-6418-1F13D5724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90AED-EC94-A7C3-76F9-C5B20220F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Axioms and lemmas via broadcast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50D26F-E355-2B46-583E-00B1DF3DAE9C}"/>
              </a:ext>
            </a:extLst>
          </p:cNvPr>
          <p:cNvSpPr txBox="1"/>
          <p:nvPr/>
        </p:nvSpPr>
        <p:spPr>
          <a:xfrm>
            <a:off x="485522" y="1982549"/>
            <a:ext cx="5861156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broadcast</a:t>
            </a:r>
            <a:r>
              <a:rPr lang="en-US" dirty="0"/>
              <a:t> proof </a:t>
            </a:r>
            <a:r>
              <a:rPr lang="en-US" dirty="0" err="1"/>
              <a:t>fn</a:t>
            </a:r>
            <a:r>
              <a:rPr lang="en-US" dirty="0"/>
              <a:t> </a:t>
            </a:r>
            <a:r>
              <a:rPr lang="en-US" dirty="0" err="1"/>
              <a:t>axiom_seq_push_len</a:t>
            </a:r>
            <a:r>
              <a:rPr lang="en-US" dirty="0"/>
              <a:t>&lt;A&gt;(s: Seq&lt;A&gt;, a: A)</a:t>
            </a:r>
          </a:p>
          <a:p>
            <a:r>
              <a:rPr lang="en-US" dirty="0"/>
              <a:t>    ensures</a:t>
            </a:r>
          </a:p>
          <a:p>
            <a:r>
              <a:rPr lang="en-US" dirty="0"/>
              <a:t>        </a:t>
            </a:r>
            <a:r>
              <a:rPr lang="en-US" b="1" dirty="0"/>
              <a:t>#[trigger] </a:t>
            </a:r>
            <a:r>
              <a:rPr lang="en-US" dirty="0" err="1"/>
              <a:t>s.push</a:t>
            </a:r>
            <a:r>
              <a:rPr lang="en-US" dirty="0"/>
              <a:t>(a).</a:t>
            </a:r>
            <a:r>
              <a:rPr lang="en-US" dirty="0" err="1"/>
              <a:t>len</a:t>
            </a:r>
            <a:r>
              <a:rPr lang="en-US" dirty="0"/>
              <a:t>() == </a:t>
            </a:r>
            <a:r>
              <a:rPr lang="en-US" dirty="0" err="1"/>
              <a:t>s.len</a:t>
            </a:r>
            <a:r>
              <a:rPr lang="en-US" dirty="0"/>
              <a:t>() + 1</a:t>
            </a:r>
          </a:p>
          <a:p>
            <a:r>
              <a:rPr lang="en-US" dirty="0"/>
              <a:t>{ … }</a:t>
            </a: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proof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test() {</a:t>
            </a:r>
          </a:p>
          <a:p>
            <a:r>
              <a:rPr lang="en-US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broadcast use 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axiom_seq_push_len</a:t>
            </a:r>
            <a:r>
              <a:rPr lang="en-US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</a:t>
            </a: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let s: Seq&lt;int&gt; = Seq::new(5, |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10 *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let s2 =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s.push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(50);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assert(s2.len() == 6);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DB469E-DE49-CCED-C6DF-FD905E4D1E38}"/>
              </a:ext>
            </a:extLst>
          </p:cNvPr>
          <p:cNvSpPr txBox="1"/>
          <p:nvPr/>
        </p:nvSpPr>
        <p:spPr>
          <a:xfrm>
            <a:off x="5584520" y="2905878"/>
            <a:ext cx="4760149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forall|s</a:t>
            </a:r>
            <a:r>
              <a:rPr lang="en-US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Seq&lt;A&gt;, a: A| #![trigger 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s.push</a:t>
            </a:r>
            <a:r>
              <a:rPr lang="en-US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(a).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len</a:t>
            </a:r>
            <a:r>
              <a:rPr lang="en-US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()]</a:t>
            </a:r>
          </a:p>
          <a:p>
            <a:r>
              <a:rPr lang="en-US" b="1" dirty="0"/>
              <a:t>    </a:t>
            </a:r>
            <a:r>
              <a:rPr lang="en-US" b="1" dirty="0" err="1"/>
              <a:t>s.push</a:t>
            </a:r>
            <a:r>
              <a:rPr lang="en-US" b="1" dirty="0"/>
              <a:t>(a).</a:t>
            </a:r>
            <a:r>
              <a:rPr lang="en-US" b="1" dirty="0" err="1"/>
              <a:t>len</a:t>
            </a:r>
            <a:r>
              <a:rPr lang="en-US" b="1" dirty="0"/>
              <a:t>() == </a:t>
            </a:r>
            <a:r>
              <a:rPr lang="en-US" b="1" dirty="0" err="1"/>
              <a:t>s.len</a:t>
            </a:r>
            <a:r>
              <a:rPr lang="en-US" b="1" dirty="0"/>
              <a:t>() + 1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38986AF-3E65-AB0A-34D8-BB52B08402A9}"/>
              </a:ext>
            </a:extLst>
          </p:cNvPr>
          <p:cNvCxnSpPr>
            <a:cxnSpLocks/>
          </p:cNvCxnSpPr>
          <p:nvPr/>
        </p:nvCxnSpPr>
        <p:spPr>
          <a:xfrm>
            <a:off x="5943600" y="2283363"/>
            <a:ext cx="858459" cy="69660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B75CA0-5517-F237-3733-7502C7B36C0C}"/>
              </a:ext>
            </a:extLst>
          </p:cNvPr>
          <p:cNvCxnSpPr>
            <a:cxnSpLocks/>
          </p:cNvCxnSpPr>
          <p:nvPr/>
        </p:nvCxnSpPr>
        <p:spPr>
          <a:xfrm>
            <a:off x="3355521" y="2897714"/>
            <a:ext cx="2473779" cy="474136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14551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B1FEA-AD6A-A83E-8B1A-617F87BA9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073DE-B6F9-0DEF-6132-0A7A1034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Broadcast groups and defaults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DF14CB-F61B-3E3D-A896-0910DF0C2B56}"/>
              </a:ext>
            </a:extLst>
          </p:cNvPr>
          <p:cNvSpPr txBox="1"/>
          <p:nvPr/>
        </p:nvSpPr>
        <p:spPr>
          <a:xfrm>
            <a:off x="134458" y="1405812"/>
            <a:ext cx="6770380" cy="535531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struct Seq&lt;A&gt; { … }</a:t>
            </a:r>
          </a:p>
          <a:p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impl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&lt;A&gt; Seq&lt;A&gt; { … }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broadcast proof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axiom_seq_push_len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&lt;A&gt;(…) …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…</a:t>
            </a: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broadcast group 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group_seq_axioms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{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axiom_seq_push_len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axiom_seq_push_index_same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axiom_seq_push_index_different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...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b="1" dirty="0"/>
              <a:t>#[verifier::broadcast_use_by_default_when_this_crate_is_imported]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broadcast group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group_vstd_default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{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group_seq_axioms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group_set_axioms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group_map_axioms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...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E8B24A-F510-9773-EB69-9B271D7EA924}"/>
              </a:ext>
            </a:extLst>
          </p:cNvPr>
          <p:cNvSpPr txBox="1"/>
          <p:nvPr/>
        </p:nvSpPr>
        <p:spPr>
          <a:xfrm>
            <a:off x="7396843" y="4390831"/>
            <a:ext cx="4434034" cy="20313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use </a:t>
            </a:r>
            <a:r>
              <a:rPr lang="en-US" dirty="0" err="1"/>
              <a:t>vstd</a:t>
            </a:r>
            <a:r>
              <a:rPr lang="en-US" dirty="0"/>
              <a:t>::prelude::*;</a:t>
            </a: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proof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test() {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let s: Seq&lt;int&gt; = Seq::new(5, |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10 *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let s2 =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s.push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(50);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assert(s2.len() == 6);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E262EC-7BB5-A00A-D584-F409578AC7D4}"/>
              </a:ext>
            </a:extLst>
          </p:cNvPr>
          <p:cNvSpPr txBox="1"/>
          <p:nvPr/>
        </p:nvSpPr>
        <p:spPr>
          <a:xfrm>
            <a:off x="6904838" y="1405812"/>
            <a:ext cx="16757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Verus </a:t>
            </a:r>
            <a:r>
              <a:rPr lang="en-US" dirty="0" err="1"/>
              <a:t>vstd</a:t>
            </a:r>
            <a:r>
              <a:rPr lang="en-US" dirty="0"/>
              <a:t> crate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98CDE4-558A-774B-C5D2-3677D2EAD2B2}"/>
              </a:ext>
            </a:extLst>
          </p:cNvPr>
          <p:cNvSpPr txBox="1"/>
          <p:nvPr/>
        </p:nvSpPr>
        <p:spPr>
          <a:xfrm>
            <a:off x="7396843" y="4021499"/>
            <a:ext cx="111626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user crate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B5B10F-3F3C-1965-6E20-6EDD8D83C5FA}"/>
              </a:ext>
            </a:extLst>
          </p:cNvPr>
          <p:cNvCxnSpPr>
            <a:cxnSpLocks/>
          </p:cNvCxnSpPr>
          <p:nvPr/>
        </p:nvCxnSpPr>
        <p:spPr>
          <a:xfrm>
            <a:off x="7098842" y="1902279"/>
            <a:ext cx="845008" cy="2008414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80DB5B9-1997-F9DD-5FC1-5128156EE87D}"/>
              </a:ext>
            </a:extLst>
          </p:cNvPr>
          <p:cNvSpPr txBox="1"/>
          <p:nvPr/>
        </p:nvSpPr>
        <p:spPr>
          <a:xfrm>
            <a:off x="7742695" y="2841171"/>
            <a:ext cx="178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import </a:t>
            </a:r>
            <a:r>
              <a:rPr lang="en-US" dirty="0" err="1"/>
              <a:t>vstd</a:t>
            </a:r>
            <a:r>
              <a:rPr lang="en-US" dirty="0"/>
              <a:t> crate</a:t>
            </a:r>
          </a:p>
        </p:txBody>
      </p:sp>
    </p:spTree>
    <p:extLst>
      <p:ext uri="{BB962C8B-B14F-4D97-AF65-F5344CB8AC3E}">
        <p14:creationId xmlns:p14="http://schemas.microsoft.com/office/powerpoint/2010/main" val="28656950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590FB-EC65-2B67-6981-62896624D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10EFD-6F06-DAA0-6AD0-D5145B78B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Equality via extensionality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D91ED8-F6E1-3341-A662-092C20DC7FE8}"/>
              </a:ext>
            </a:extLst>
          </p:cNvPr>
          <p:cNvSpPr txBox="1"/>
          <p:nvPr/>
        </p:nvSpPr>
        <p:spPr>
          <a:xfrm>
            <a:off x="370113" y="1334012"/>
            <a:ext cx="3656835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endParaRPr lang="en-US" dirty="0">
              <a:highlight>
                <a:srgbClr val="FFFFFF"/>
              </a:highlight>
            </a:endParaRPr>
          </a:p>
          <a:p>
            <a:endParaRPr lang="en-US" dirty="0">
              <a:highlight>
                <a:srgbClr val="FFFFFF"/>
              </a:highlight>
            </a:endParaRPr>
          </a:p>
          <a:p>
            <a:endParaRPr lang="en-US" dirty="0">
              <a:highlight>
                <a:srgbClr val="FFFFFF"/>
              </a:highlight>
            </a:endParaRP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proof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</a:rPr>
              <a:t>fn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test() {</a:t>
            </a: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    let s1 = seq![10] + seq![20, 30];</a:t>
            </a: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    let s2 = seq![10, 20] + seq![30];</a:t>
            </a:r>
          </a:p>
          <a:p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   // Does SMT solver know s1 == s2?</a:t>
            </a:r>
            <a:endParaRPr lang="pt-BR" sz="1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</a:p>
          <a:p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endParaRPr lang="pt-BR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}</a:t>
            </a:r>
          </a:p>
          <a:p>
            <a:endParaRPr lang="pt-BR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en-US" sz="1800" i="1" dirty="0">
              <a:solidFill>
                <a:srgbClr val="000000"/>
              </a:solidFill>
              <a:highlight>
                <a:srgbClr val="FFFFFF"/>
              </a:highligh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268A75-BE5B-EB14-6CFE-00265D11FB2F}"/>
              </a:ext>
            </a:extLst>
          </p:cNvPr>
          <p:cNvSpPr/>
          <p:nvPr/>
        </p:nvSpPr>
        <p:spPr>
          <a:xfrm>
            <a:off x="8610600" y="3084531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3" name="Rounded Rectangle 2">
            <a:extLst>
              <a:ext uri="{FF2B5EF4-FFF2-40B4-BE49-F238E27FC236}">
                <a16:creationId xmlns:a16="http://schemas.microsoft.com/office/drawing/2014/main" id="{C8197B49-34C6-4BAB-CB2F-2B4DE7FEEE18}"/>
              </a:ext>
            </a:extLst>
          </p:cNvPr>
          <p:cNvSpPr/>
          <p:nvPr/>
        </p:nvSpPr>
        <p:spPr>
          <a:xfrm>
            <a:off x="8691521" y="3667158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9E3801-8102-685C-CCC3-52DD8980CB44}"/>
              </a:ext>
            </a:extLst>
          </p:cNvPr>
          <p:cNvSpPr txBox="1"/>
          <p:nvPr/>
        </p:nvSpPr>
        <p:spPr>
          <a:xfrm>
            <a:off x="8680769" y="5550645"/>
            <a:ext cx="20874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[10] == [10, 20]</a:t>
            </a:r>
          </a:p>
          <a:p>
            <a:r>
              <a:rPr lang="en-US" sz="2400" dirty="0"/>
              <a:t>[20, 30] == [30]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D948EC1-182F-6444-D945-DD860EF10962}"/>
              </a:ext>
            </a:extLst>
          </p:cNvPr>
          <p:cNvCxnSpPr>
            <a:cxnSpLocks/>
            <a:stCxn id="14" idx="0"/>
            <a:endCxn id="12" idx="2"/>
          </p:cNvCxnSpPr>
          <p:nvPr/>
        </p:nvCxnSpPr>
        <p:spPr>
          <a:xfrm flipV="1">
            <a:off x="9724485" y="4783860"/>
            <a:ext cx="10909" cy="76678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D1E5B37-3DC2-0391-8566-CFA991AFD7B6}"/>
              </a:ext>
            </a:extLst>
          </p:cNvPr>
          <p:cNvCxnSpPr>
            <a:cxnSpLocks/>
          </p:cNvCxnSpPr>
          <p:nvPr/>
        </p:nvCxnSpPr>
        <p:spPr>
          <a:xfrm flipV="1">
            <a:off x="9926230" y="2317746"/>
            <a:ext cx="175217" cy="76678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6DBFC96-94E3-1AC9-FC38-4A9BAF6C1196}"/>
              </a:ext>
            </a:extLst>
          </p:cNvPr>
          <p:cNvSpPr txBox="1"/>
          <p:nvPr/>
        </p:nvSpPr>
        <p:spPr>
          <a:xfrm>
            <a:off x="8379919" y="1505293"/>
            <a:ext cx="34419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Seq::add([10], [20, 30]) ==</a:t>
            </a:r>
          </a:p>
          <a:p>
            <a:r>
              <a:rPr lang="en-US" sz="2400" dirty="0"/>
              <a:t>Seq::add([10, 20], [30])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41C1B5-AD95-79C4-72AA-C124299E2AD0}"/>
              </a:ext>
            </a:extLst>
          </p:cNvPr>
          <p:cNvSpPr txBox="1"/>
          <p:nvPr/>
        </p:nvSpPr>
        <p:spPr>
          <a:xfrm>
            <a:off x="10860187" y="3447846"/>
            <a:ext cx="128560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congruence</a:t>
            </a:r>
          </a:p>
          <a:p>
            <a:r>
              <a:rPr lang="en-US" dirty="0"/>
              <a:t>doesn’t</a:t>
            </a:r>
          </a:p>
          <a:p>
            <a:r>
              <a:rPr lang="en-US" dirty="0"/>
              <a:t>help here!</a:t>
            </a:r>
          </a:p>
        </p:txBody>
      </p:sp>
      <p:sp>
        <p:nvSpPr>
          <p:cNvPr id="19" name="&quot;Not Allowed&quot; Symbol 18">
            <a:extLst>
              <a:ext uri="{FF2B5EF4-FFF2-40B4-BE49-F238E27FC236}">
                <a16:creationId xmlns:a16="http://schemas.microsoft.com/office/drawing/2014/main" id="{7556B283-B1EC-E079-89DB-80A80815F177}"/>
              </a:ext>
            </a:extLst>
          </p:cNvPr>
          <p:cNvSpPr/>
          <p:nvPr/>
        </p:nvSpPr>
        <p:spPr>
          <a:xfrm>
            <a:off x="8136437" y="5038730"/>
            <a:ext cx="3176095" cy="1819270"/>
          </a:xfrm>
          <a:prstGeom prst="noSmoking">
            <a:avLst>
              <a:gd name="adj" fmla="val 4713"/>
            </a:avLst>
          </a:prstGeom>
          <a:solidFill>
            <a:srgbClr val="C00000"/>
          </a:solidFill>
          <a:ln w="3175"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1990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/>
      <p:bldP spid="17" grpId="0"/>
      <p:bldP spid="18" grpId="0"/>
      <p:bldP spid="1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66B71-9737-D9B5-1E33-BDC4D6A15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356A4-3BD5-FF44-00B3-7C1D30EDB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Equality via extensionality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3DEB53-5977-F91E-E627-08203116C8CE}"/>
              </a:ext>
            </a:extLst>
          </p:cNvPr>
          <p:cNvSpPr txBox="1"/>
          <p:nvPr/>
        </p:nvSpPr>
        <p:spPr>
          <a:xfrm>
            <a:off x="370113" y="1334012"/>
            <a:ext cx="7434664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FF"/>
                </a:highlight>
              </a:rPr>
              <a:t>broadcast proof </a:t>
            </a:r>
            <a:r>
              <a:rPr lang="en-US" dirty="0" err="1">
                <a:highlight>
                  <a:srgbClr val="FFFFFF"/>
                </a:highlight>
              </a:rPr>
              <a:t>fn</a:t>
            </a:r>
            <a:r>
              <a:rPr lang="en-US" dirty="0">
                <a:highlight>
                  <a:srgbClr val="FFFFFF"/>
                </a:highlight>
              </a:rPr>
              <a:t> </a:t>
            </a:r>
            <a:r>
              <a:rPr lang="en-US" dirty="0" err="1">
                <a:highlight>
                  <a:srgbClr val="FFFFFF"/>
                </a:highlight>
              </a:rPr>
              <a:t>axiom_seq_ext_equal</a:t>
            </a:r>
            <a:r>
              <a:rPr lang="en-US" dirty="0">
                <a:highlight>
                  <a:srgbClr val="FFFFFF"/>
                </a:highlight>
              </a:rPr>
              <a:t>&lt;A&gt;(s1: Seq&lt;A&gt;, s2: Seq&lt;A&gt;)</a:t>
            </a:r>
          </a:p>
          <a:p>
            <a:r>
              <a:rPr lang="en-US" dirty="0">
                <a:highlight>
                  <a:srgbClr val="FFFFFF"/>
                </a:highlight>
              </a:rPr>
              <a:t>    ensures</a:t>
            </a:r>
          </a:p>
          <a:p>
            <a:r>
              <a:rPr lang="en-US" dirty="0">
                <a:highlight>
                  <a:srgbClr val="FFFFFF"/>
                </a:highlight>
              </a:rPr>
              <a:t>        </a:t>
            </a:r>
            <a:r>
              <a:rPr lang="en-US" b="1" dirty="0">
                <a:highlight>
                  <a:srgbClr val="FFFFFF"/>
                </a:highlight>
              </a:rPr>
              <a:t>#[trigger] (s1 =</a:t>
            </a:r>
            <a:r>
              <a:rPr lang="en-US" b="1" dirty="0">
                <a:highlight>
                  <a:srgbClr val="FFFFFF"/>
                </a:highlight>
                <a:latin typeface="Aptos" panose="020B0004020202020204" pitchFamily="34" charset="0"/>
              </a:rPr>
              <a:t>~</a:t>
            </a:r>
            <a:r>
              <a:rPr lang="en-US" b="1" dirty="0">
                <a:highlight>
                  <a:srgbClr val="FFFFFF"/>
                </a:highlight>
              </a:rPr>
              <a:t>= s2)</a:t>
            </a:r>
            <a:r>
              <a:rPr lang="en-US" dirty="0">
                <a:highlight>
                  <a:srgbClr val="FFFFFF"/>
                </a:highlight>
              </a:rPr>
              <a:t> &lt;==&gt;</a:t>
            </a:r>
          </a:p>
          <a:p>
            <a:r>
              <a:rPr lang="en-US" dirty="0">
                <a:highlight>
                  <a:srgbClr val="FFFFFF"/>
                </a:highlight>
              </a:rPr>
              <a:t>            s1.len() == s2.len() &amp;&amp; (</a:t>
            </a:r>
            <a:r>
              <a:rPr lang="en-US" dirty="0" err="1">
                <a:highlight>
                  <a:srgbClr val="FFFFFF"/>
                </a:highlight>
              </a:rPr>
              <a:t>forall|i</a:t>
            </a:r>
            <a:r>
              <a:rPr lang="en-US" dirty="0">
                <a:highlight>
                  <a:srgbClr val="FFFFFF"/>
                </a:highlight>
              </a:rPr>
              <a:t>: int| 0 &lt;= 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 &lt; s1.len() ==&gt; s1[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] == s2[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])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</a:rPr>
              <a:t>{ … }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proof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</a:rPr>
              <a:t>fn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test() {</a:t>
            </a: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    let s1 = seq![10] + seq![20, 30];</a:t>
            </a: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    let s2 = seq![10, 20] + seq![30];</a:t>
            </a:r>
          </a:p>
          <a:p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   // Does SMT solver know s1 == s2?</a:t>
            </a:r>
            <a:endParaRPr lang="pt-BR" sz="1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b="1" dirty="0">
                <a:solidFill>
                  <a:srgbClr val="000000"/>
                </a:solidFill>
                <a:highlight>
                  <a:srgbClr val="FFFFFF"/>
                </a:highlight>
              </a:rPr>
              <a:t>// =</a:t>
            </a:r>
            <a:r>
              <a:rPr lang="en-US" b="1" dirty="0">
                <a:highlight>
                  <a:srgbClr val="FFFFFF"/>
                </a:highlight>
                <a:latin typeface="Aptos" panose="020B0004020202020204" pitchFamily="34" charset="0"/>
              </a:rPr>
              <a:t>~</a:t>
            </a:r>
            <a:r>
              <a:rPr lang="pt-BR" b="1" dirty="0">
                <a:solidFill>
                  <a:srgbClr val="000000"/>
                </a:solidFill>
                <a:highlight>
                  <a:srgbClr val="FFFFFF"/>
                </a:highlight>
              </a:rPr>
              <a:t>= is semantically equivalent to ==, but will trigger additional lemmas</a:t>
            </a:r>
          </a:p>
          <a:p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b="1" dirty="0">
                <a:solidFill>
                  <a:srgbClr val="000000"/>
                </a:solidFill>
                <a:highlight>
                  <a:srgbClr val="FFFFFF"/>
                </a:highlight>
              </a:rPr>
              <a:t>assert(s1 =</a:t>
            </a:r>
            <a:r>
              <a:rPr lang="en-US" b="1" dirty="0">
                <a:highlight>
                  <a:srgbClr val="FFFFFF"/>
                </a:highlight>
                <a:latin typeface="Aptos" panose="020B0004020202020204" pitchFamily="34" charset="0"/>
              </a:rPr>
              <a:t>~</a:t>
            </a:r>
            <a:r>
              <a:rPr lang="pt-BR" b="1" dirty="0">
                <a:solidFill>
                  <a:srgbClr val="000000"/>
                </a:solidFill>
                <a:highlight>
                  <a:srgbClr val="FFFFFF"/>
                </a:highlight>
              </a:rPr>
              <a:t>= s2);</a:t>
            </a:r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// triggers </a:t>
            </a:r>
            <a:r>
              <a:rPr lang="en-US" dirty="0" err="1">
                <a:highlight>
                  <a:srgbClr val="FFFFFF"/>
                </a:highlight>
              </a:rPr>
              <a:t>axiom_seq_ext_equal</a:t>
            </a:r>
            <a:endParaRPr lang="pt-BR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    // Now </a:t>
            </a:r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SMT solver knows s1 == s2</a:t>
            </a: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}</a:t>
            </a:r>
          </a:p>
          <a:p>
            <a:endParaRPr lang="pt-BR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800" i="1" dirty="0">
                <a:solidFill>
                  <a:srgbClr val="000000"/>
                </a:solidFill>
                <a:highlight>
                  <a:srgbClr val="FFFFFF"/>
                </a:highlight>
              </a:rPr>
              <a:t>// Note: Verus automatically replaces == with </a:t>
            </a:r>
            <a:r>
              <a:rPr lang="pt-BR" i="1" dirty="0">
                <a:solidFill>
                  <a:srgbClr val="000000"/>
                </a:solidFill>
                <a:highlight>
                  <a:srgbClr val="FFFFFF"/>
                </a:highlight>
              </a:rPr>
              <a:t>=</a:t>
            </a:r>
            <a:r>
              <a:rPr lang="en-US" i="1" dirty="0">
                <a:highlight>
                  <a:srgbClr val="FFFFFF"/>
                </a:highlight>
                <a:latin typeface="Aptos" panose="020B0004020202020204" pitchFamily="34" charset="0"/>
              </a:rPr>
              <a:t>~</a:t>
            </a:r>
            <a:r>
              <a:rPr lang="pt-BR" i="1" dirty="0">
                <a:solidFill>
                  <a:srgbClr val="000000"/>
                </a:solidFill>
                <a:highlight>
                  <a:srgbClr val="FFFFFF"/>
                </a:highlight>
              </a:rPr>
              <a:t>= in assert, ensures, invariant</a:t>
            </a:r>
            <a:endParaRPr lang="en-US" sz="1800" i="1" dirty="0">
              <a:solidFill>
                <a:srgbClr val="000000"/>
              </a:solidFill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21726991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8C3FA-D1D1-2F64-AB7C-28F8EDE3F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E0DB0-880A-5F77-D0D5-2BA3F3A89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Decidable and undecidable theories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3747993-5CBE-A543-4409-41CFC16FAB99}"/>
              </a:ext>
            </a:extLst>
          </p:cNvPr>
          <p:cNvSpPr/>
          <p:nvPr/>
        </p:nvSpPr>
        <p:spPr>
          <a:xfrm>
            <a:off x="1149069" y="1371600"/>
            <a:ext cx="9710443" cy="205740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3300"/>
                </a:solidFill>
              </a:rPr>
              <a:t>DECIDABLE THEORIES</a:t>
            </a:r>
          </a:p>
          <a:p>
            <a:r>
              <a:rPr lang="en-US" sz="2000" b="1" dirty="0" err="1">
                <a:solidFill>
                  <a:srgbClr val="003300"/>
                </a:solidFill>
              </a:rPr>
              <a:t>boolean</a:t>
            </a:r>
            <a:r>
              <a:rPr lang="en-US" sz="2000" b="1" dirty="0">
                <a:solidFill>
                  <a:srgbClr val="003300"/>
                </a:solidFill>
              </a:rPr>
              <a:t> expressions</a:t>
            </a:r>
            <a:r>
              <a:rPr lang="en-US" sz="2000" dirty="0">
                <a:solidFill>
                  <a:srgbClr val="003300"/>
                </a:solidFill>
              </a:rPr>
              <a:t>                e ::= true | false | !e | e &amp;&amp; e | e ==&gt; e | ...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linear integer arithmetic </a:t>
            </a:r>
            <a:r>
              <a:rPr lang="en-US" sz="2000" dirty="0">
                <a:solidFill>
                  <a:srgbClr val="003300"/>
                </a:solidFill>
              </a:rPr>
              <a:t>        e ::= ... | -2 | -1 | 0 | 1 | 2 | e + e | e – e | e &lt;= e | ...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bit vector arithmetic</a:t>
            </a:r>
            <a:r>
              <a:rPr lang="en-US" sz="2000" dirty="0">
                <a:solidFill>
                  <a:srgbClr val="003300"/>
                </a:solidFill>
              </a:rPr>
              <a:t>                e ::= ... | e &amp; e | e &lt;&lt; e | ...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uninterpreted functions</a:t>
            </a:r>
            <a:r>
              <a:rPr lang="en-US" sz="2000" dirty="0">
                <a:solidFill>
                  <a:srgbClr val="003300"/>
                </a:solidFill>
              </a:rPr>
              <a:t>          e ::= ... | f(e,…,e)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datatypes</a:t>
            </a:r>
            <a:r>
              <a:rPr lang="en-US" sz="2000" dirty="0">
                <a:solidFill>
                  <a:srgbClr val="003300"/>
                </a:solidFill>
              </a:rPr>
              <a:t>                                    e ::= … | S(e, …, e) | </a:t>
            </a:r>
            <a:r>
              <a:rPr lang="en-US" sz="2000" dirty="0" err="1">
                <a:solidFill>
                  <a:srgbClr val="003300"/>
                </a:solidFill>
              </a:rPr>
              <a:t>S.f</a:t>
            </a:r>
            <a:r>
              <a:rPr lang="en-US" sz="2000" dirty="0">
                <a:solidFill>
                  <a:srgbClr val="003300"/>
                </a:solidFill>
              </a:rPr>
              <a:t> | match e { … }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C6D821D-A24D-CC44-B054-70B7C7B6D272}"/>
              </a:ext>
            </a:extLst>
          </p:cNvPr>
          <p:cNvSpPr/>
          <p:nvPr/>
        </p:nvSpPr>
        <p:spPr>
          <a:xfrm>
            <a:off x="1149069" y="3581399"/>
            <a:ext cx="9710443" cy="116862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3300"/>
                </a:solidFill>
              </a:rPr>
              <a:t>UNDECIDABLE EXTENSIONS TO ABOVE THEORIES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nonlinear integer arithmetic</a:t>
            </a:r>
            <a:r>
              <a:rPr lang="en-US" sz="2000" dirty="0">
                <a:solidFill>
                  <a:srgbClr val="003300"/>
                </a:solidFill>
              </a:rPr>
              <a:t>   e ::= … | e * e | e / e | e % e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quantifiers</a:t>
            </a:r>
            <a:r>
              <a:rPr lang="en-US" sz="2000" dirty="0">
                <a:solidFill>
                  <a:srgbClr val="003300"/>
                </a:solidFill>
              </a:rPr>
              <a:t>                                   e ::= ... | (</a:t>
            </a:r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e) | (</a:t>
            </a:r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5CBC42-3489-4A30-602A-DF0EE8B7127A}"/>
              </a:ext>
            </a:extLst>
          </p:cNvPr>
          <p:cNvSpPr txBox="1"/>
          <p:nvPr/>
        </p:nvSpPr>
        <p:spPr>
          <a:xfrm>
            <a:off x="1924134" y="5232851"/>
            <a:ext cx="82813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Verus uses quantifiers for many broadcast lemmas, including =</a:t>
            </a:r>
            <a:r>
              <a:rPr lang="en-US" sz="2400" dirty="0">
                <a:latin typeface="Aptos" panose="020B0004020202020204" pitchFamily="34" charset="0"/>
              </a:rPr>
              <a:t>~</a:t>
            </a:r>
            <a:r>
              <a:rPr lang="en-US" sz="2400" dirty="0"/>
              <a:t>=,</a:t>
            </a:r>
          </a:p>
          <a:p>
            <a:r>
              <a:rPr lang="en-US" sz="2400" dirty="0"/>
              <a:t>so we can’t expect completely automated proofs</a:t>
            </a:r>
          </a:p>
        </p:txBody>
      </p:sp>
    </p:spTree>
    <p:extLst>
      <p:ext uri="{BB962C8B-B14F-4D97-AF65-F5344CB8AC3E}">
        <p14:creationId xmlns:p14="http://schemas.microsoft.com/office/powerpoint/2010/main" val="35724923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A3D7D-03E9-38B6-2E76-1CFCF2DB2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Decidability, undecidability, automation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487B5-0E7F-DC6D-2DC7-C693A56EF2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632621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For decidable theories, we can hope for complete SMT automation</a:t>
            </a:r>
          </a:p>
          <a:p>
            <a:pPr lvl="1"/>
            <a:r>
              <a:rPr lang="en-US" dirty="0"/>
              <a:t>… except when the SMT decision procedures are too slow</a:t>
            </a:r>
          </a:p>
          <a:p>
            <a:pPr lvl="2"/>
            <a:r>
              <a:rPr lang="en-US" dirty="0"/>
              <a:t>assert(…) by(</a:t>
            </a:r>
            <a:r>
              <a:rPr lang="en-US" dirty="0" err="1"/>
              <a:t>bit_vector</a:t>
            </a:r>
            <a:r>
              <a:rPr lang="en-US" dirty="0"/>
              <a:t>)</a:t>
            </a:r>
          </a:p>
          <a:p>
            <a:r>
              <a:rPr lang="en-US" dirty="0"/>
              <a:t>But most Verus code relies on features beyond the decidable fragment</a:t>
            </a:r>
          </a:p>
          <a:p>
            <a:pPr lvl="1"/>
            <a:r>
              <a:rPr lang="en-US" dirty="0"/>
              <a:t>Nonlinear arithmetic: assert(…) by(</a:t>
            </a:r>
            <a:r>
              <a:rPr lang="en-US" dirty="0" err="1"/>
              <a:t>nonlinear_arith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Verus’s lemmas for Seq, Set, Map, etc.</a:t>
            </a:r>
          </a:p>
          <a:p>
            <a:pPr lvl="1"/>
            <a:r>
              <a:rPr lang="en-US" dirty="0"/>
              <a:t>Equality via extensionality (=</a:t>
            </a:r>
            <a:r>
              <a:rPr lang="en-US" dirty="0">
                <a:latin typeface="Aptos" panose="020B0004020202020204" pitchFamily="34" charset="0"/>
              </a:rPr>
              <a:t>~</a:t>
            </a:r>
            <a:r>
              <a:rPr lang="en-US" dirty="0"/>
              <a:t>=)</a:t>
            </a:r>
          </a:p>
          <a:p>
            <a:pPr lvl="1"/>
            <a:r>
              <a:rPr lang="en-US" dirty="0"/>
              <a:t>User-supplied quantifiers</a:t>
            </a:r>
          </a:p>
          <a:p>
            <a:pPr lvl="2"/>
            <a:r>
              <a:rPr lang="en-US" dirty="0" err="1"/>
              <a:t>forall|i</a:t>
            </a:r>
            <a:r>
              <a:rPr lang="en-US" dirty="0"/>
              <a:t>: int, j: int| 0 &lt;= </a:t>
            </a:r>
            <a:r>
              <a:rPr lang="en-US" dirty="0" err="1"/>
              <a:t>i</a:t>
            </a:r>
            <a:r>
              <a:rPr lang="en-US" dirty="0"/>
              <a:t> &lt;= j &lt; </a:t>
            </a:r>
            <a:r>
              <a:rPr lang="en-US" dirty="0" err="1"/>
              <a:t>v.len</a:t>
            </a:r>
            <a:r>
              <a:rPr lang="en-US" dirty="0"/>
              <a:t>() ==&gt; v[</a:t>
            </a:r>
            <a:r>
              <a:rPr lang="en-US" dirty="0" err="1"/>
              <a:t>i</a:t>
            </a:r>
            <a:r>
              <a:rPr lang="en-US" dirty="0"/>
              <a:t>] &lt;= v[j]</a:t>
            </a:r>
          </a:p>
          <a:p>
            <a:pPr lvl="1"/>
            <a:r>
              <a:rPr lang="en-US" dirty="0"/>
              <a:t>Recursive definitions and proofs by induction</a:t>
            </a:r>
          </a:p>
          <a:p>
            <a:pPr marL="0" indent="0">
              <a:buNone/>
            </a:pPr>
            <a:r>
              <a:rPr lang="en-US" dirty="0"/>
              <a:t>So we get some mixture of automation and explicit proofs</a:t>
            </a:r>
          </a:p>
        </p:txBody>
      </p:sp>
    </p:spTree>
    <p:extLst>
      <p:ext uri="{BB962C8B-B14F-4D97-AF65-F5344CB8AC3E}">
        <p14:creationId xmlns:p14="http://schemas.microsoft.com/office/powerpoint/2010/main" val="23319380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14389-1B16-267F-5E6A-529FB5935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0A725-99C3-AE5F-4F04-7191558DB7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Generics and traits (briefly)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5ECDE7-A087-4CAC-1786-F8DD6EE6EA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1809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E5E5D-E36C-5548-F728-457975C27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feature: generics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652189-A939-4646-BD2E-3769DA39DC9D}"/>
              </a:ext>
            </a:extLst>
          </p:cNvPr>
          <p:cNvSpPr txBox="1"/>
          <p:nvPr/>
        </p:nvSpPr>
        <p:spPr>
          <a:xfrm>
            <a:off x="740664" y="2793752"/>
            <a:ext cx="3859390" cy="313932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fr-FR" dirty="0" err="1"/>
              <a:t>spec</a:t>
            </a:r>
            <a:r>
              <a:rPr lang="fr-FR" dirty="0"/>
              <a:t> </a:t>
            </a:r>
            <a:r>
              <a:rPr lang="fr-FR" dirty="0" err="1"/>
              <a:t>fn</a:t>
            </a:r>
            <a:r>
              <a:rPr lang="fr-FR" dirty="0"/>
              <a:t> f&lt;A&gt;(x: A, y: A) -&gt; A { x }</a:t>
            </a:r>
          </a:p>
          <a:p>
            <a:endParaRPr lang="en-US" dirty="0"/>
          </a:p>
          <a:p>
            <a:r>
              <a:rPr lang="en-US" dirty="0"/>
              <a:t>proof </a:t>
            </a:r>
            <a:r>
              <a:rPr lang="en-US" dirty="0" err="1"/>
              <a:t>fn</a:t>
            </a:r>
            <a:r>
              <a:rPr lang="en-US" dirty="0"/>
              <a:t> test1() {</a:t>
            </a:r>
          </a:p>
          <a:p>
            <a:r>
              <a:rPr lang="en-US" dirty="0"/>
              <a:t>    assert(f::&lt;int&gt;(10, 20) == 10);</a:t>
            </a:r>
          </a:p>
          <a:p>
            <a:r>
              <a:rPr lang="da-DK" dirty="0"/>
              <a:t>    assert(f::&lt;bool&gt;(false, true) == false);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proof </a:t>
            </a:r>
            <a:r>
              <a:rPr lang="en-US" dirty="0" err="1"/>
              <a:t>fn</a:t>
            </a:r>
            <a:r>
              <a:rPr lang="en-US" dirty="0"/>
              <a:t> test2() {</a:t>
            </a:r>
          </a:p>
          <a:p>
            <a:r>
              <a:rPr lang="en-US" dirty="0"/>
              <a:t>    assert(f(10int, 20) == 10);</a:t>
            </a:r>
          </a:p>
          <a:p>
            <a:r>
              <a:rPr lang="da-DK" dirty="0"/>
              <a:t>    assert(f(false, true) == false);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DA9C6A2-C83C-5526-5B34-B4513748CDC7}"/>
              </a:ext>
            </a:extLst>
          </p:cNvPr>
          <p:cNvSpPr/>
          <p:nvPr/>
        </p:nvSpPr>
        <p:spPr>
          <a:xfrm>
            <a:off x="8544560" y="2519403"/>
            <a:ext cx="1717963" cy="86821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Poly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0821004-2DAB-1FB3-990B-F61B09041225}"/>
              </a:ext>
            </a:extLst>
          </p:cNvPr>
          <p:cNvSpPr/>
          <p:nvPr/>
        </p:nvSpPr>
        <p:spPr>
          <a:xfrm>
            <a:off x="7029796" y="1521875"/>
            <a:ext cx="1717963" cy="86821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Bool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8F0F29B-275E-DC53-1D99-CF5FD1D43DBA}"/>
              </a:ext>
            </a:extLst>
          </p:cNvPr>
          <p:cNvSpPr/>
          <p:nvPr/>
        </p:nvSpPr>
        <p:spPr>
          <a:xfrm>
            <a:off x="10160924" y="1521875"/>
            <a:ext cx="1717963" cy="86821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Int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71CD91B-91B8-0D50-3C0A-6C69128EA71B}"/>
              </a:ext>
            </a:extLst>
          </p:cNvPr>
          <p:cNvCxnSpPr>
            <a:cxnSpLocks/>
            <a:stCxn id="5" idx="5"/>
          </p:cNvCxnSpPr>
          <p:nvPr/>
        </p:nvCxnSpPr>
        <p:spPr>
          <a:xfrm>
            <a:off x="8496169" y="2262945"/>
            <a:ext cx="445555" cy="35574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71493BF-E4D2-BF69-113D-966C08EFA492}"/>
              </a:ext>
            </a:extLst>
          </p:cNvPr>
          <p:cNvCxnSpPr>
            <a:cxnSpLocks/>
          </p:cNvCxnSpPr>
          <p:nvPr/>
        </p:nvCxnSpPr>
        <p:spPr>
          <a:xfrm rot="10800000">
            <a:off x="8249196" y="2392255"/>
            <a:ext cx="445555" cy="35574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3A7A7F5-9A5A-1516-0574-4540D07CD6E6}"/>
              </a:ext>
            </a:extLst>
          </p:cNvPr>
          <p:cNvSpPr txBox="1"/>
          <p:nvPr/>
        </p:nvSpPr>
        <p:spPr>
          <a:xfrm>
            <a:off x="8669141" y="2082059"/>
            <a:ext cx="370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A3FB6C-CF47-A602-AE40-0B05246CEC3E}"/>
              </a:ext>
            </a:extLst>
          </p:cNvPr>
          <p:cNvSpPr txBox="1"/>
          <p:nvPr/>
        </p:nvSpPr>
        <p:spPr>
          <a:xfrm>
            <a:off x="7894873" y="2495351"/>
            <a:ext cx="6254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%B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17FCF20-6512-60F2-C158-3273755CADD3}"/>
              </a:ext>
            </a:extLst>
          </p:cNvPr>
          <p:cNvCxnSpPr>
            <a:cxnSpLocks/>
          </p:cNvCxnSpPr>
          <p:nvPr/>
        </p:nvCxnSpPr>
        <p:spPr>
          <a:xfrm flipH="1">
            <a:off x="9927525" y="2240318"/>
            <a:ext cx="445555" cy="35574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87C632-601C-9913-5AA9-86C395B99E9A}"/>
              </a:ext>
            </a:extLst>
          </p:cNvPr>
          <p:cNvCxnSpPr>
            <a:cxnSpLocks/>
          </p:cNvCxnSpPr>
          <p:nvPr/>
        </p:nvCxnSpPr>
        <p:spPr>
          <a:xfrm rot="10800000" flipH="1">
            <a:off x="10169881" y="2367466"/>
            <a:ext cx="445555" cy="35574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E36B02A-D187-FD2A-21E7-F1AF3A2D0B5D}"/>
              </a:ext>
            </a:extLst>
          </p:cNvPr>
          <p:cNvSpPr txBox="1"/>
          <p:nvPr/>
        </p:nvSpPr>
        <p:spPr>
          <a:xfrm>
            <a:off x="9854330" y="2052200"/>
            <a:ext cx="2648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C94BC5-73CC-771F-CBA1-F550DAB0C921}"/>
              </a:ext>
            </a:extLst>
          </p:cNvPr>
          <p:cNvSpPr txBox="1"/>
          <p:nvPr/>
        </p:nvSpPr>
        <p:spPr>
          <a:xfrm>
            <a:off x="10286718" y="2566582"/>
            <a:ext cx="5196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%I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0E6891-ADAB-3F6C-2F72-C3E2076C49D1}"/>
              </a:ext>
            </a:extLst>
          </p:cNvPr>
          <p:cNvSpPr txBox="1"/>
          <p:nvPr/>
        </p:nvSpPr>
        <p:spPr>
          <a:xfrm>
            <a:off x="5090160" y="2792060"/>
            <a:ext cx="396057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(declare-sort Poly)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(declare-fun I (Int) Poly)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(declare-fun B (Bool) Poly)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(declare-fun %I (Poly) Int)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(declare-fun %B (Poly) Bool)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(axiom 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forall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((x Bool)) (= x (%B (B x)))))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(axiom 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forall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((x Int)) (= x (%I (I x)))))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… more axioms …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F4CA1D-B6D9-A6DB-B829-44F045A4234E}"/>
              </a:ext>
            </a:extLst>
          </p:cNvPr>
          <p:cNvSpPr txBox="1"/>
          <p:nvPr/>
        </p:nvSpPr>
        <p:spPr>
          <a:xfrm>
            <a:off x="2084832" y="1839636"/>
            <a:ext cx="79239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x: Poly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BC4103-0D5E-42ED-0FB3-E2C0A2F6EE16}"/>
              </a:ext>
            </a:extLst>
          </p:cNvPr>
          <p:cNvSpPr txBox="1"/>
          <p:nvPr/>
        </p:nvSpPr>
        <p:spPr>
          <a:xfrm>
            <a:off x="3218595" y="1845898"/>
            <a:ext cx="79720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y: Poly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C86673-F299-AB07-2483-9CCAA13805A8}"/>
              </a:ext>
            </a:extLst>
          </p:cNvPr>
          <p:cNvSpPr txBox="1"/>
          <p:nvPr/>
        </p:nvSpPr>
        <p:spPr>
          <a:xfrm>
            <a:off x="753401" y="1834462"/>
            <a:ext cx="1306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AIR, SMT: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E9BAB87-676F-407F-16D0-BA96C40D65D9}"/>
              </a:ext>
            </a:extLst>
          </p:cNvPr>
          <p:cNvCxnSpPr>
            <a:endCxn id="16" idx="2"/>
          </p:cNvCxnSpPr>
          <p:nvPr/>
        </p:nvCxnSpPr>
        <p:spPr>
          <a:xfrm flipV="1">
            <a:off x="2203704" y="2208968"/>
            <a:ext cx="277326" cy="6622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C0120C5-E869-A045-2F0F-5662B2C51C17}"/>
              </a:ext>
            </a:extLst>
          </p:cNvPr>
          <p:cNvCxnSpPr>
            <a:cxnSpLocks/>
            <a:endCxn id="18" idx="2"/>
          </p:cNvCxnSpPr>
          <p:nvPr/>
        </p:nvCxnSpPr>
        <p:spPr>
          <a:xfrm flipV="1">
            <a:off x="2658690" y="2215230"/>
            <a:ext cx="958508" cy="6559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E5FCC4A-A023-D3AB-6A40-5699F2524B13}"/>
              </a:ext>
            </a:extLst>
          </p:cNvPr>
          <p:cNvSpPr txBox="1"/>
          <p:nvPr/>
        </p:nvSpPr>
        <p:spPr>
          <a:xfrm>
            <a:off x="2059464" y="6155750"/>
            <a:ext cx="93839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(B false)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C89C9B-487C-CA53-D487-94E7CF411E66}"/>
              </a:ext>
            </a:extLst>
          </p:cNvPr>
          <p:cNvSpPr txBox="1"/>
          <p:nvPr/>
        </p:nvSpPr>
        <p:spPr>
          <a:xfrm>
            <a:off x="3193227" y="6162012"/>
            <a:ext cx="898003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(B true)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F48D62-D372-A578-5F70-51B989AA1E18}"/>
              </a:ext>
            </a:extLst>
          </p:cNvPr>
          <p:cNvSpPr txBox="1"/>
          <p:nvPr/>
        </p:nvSpPr>
        <p:spPr>
          <a:xfrm>
            <a:off x="728033" y="6150576"/>
            <a:ext cx="1306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AIR, SMT: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867468C-7324-1715-F506-4DCCEA70E260}"/>
              </a:ext>
            </a:extLst>
          </p:cNvPr>
          <p:cNvSpPr txBox="1"/>
          <p:nvPr/>
        </p:nvSpPr>
        <p:spPr>
          <a:xfrm>
            <a:off x="5863107" y="6167186"/>
            <a:ext cx="67037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(I 10)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91A5E64-D9DB-CCA8-6B40-D2F577D2D902}"/>
              </a:ext>
            </a:extLst>
          </p:cNvPr>
          <p:cNvSpPr txBox="1"/>
          <p:nvPr/>
        </p:nvSpPr>
        <p:spPr>
          <a:xfrm>
            <a:off x="6996870" y="6173448"/>
            <a:ext cx="67037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(I 20)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70F3AEE-9EB8-8AE4-DFF5-9749E16FDAF5}"/>
              </a:ext>
            </a:extLst>
          </p:cNvPr>
          <p:cNvSpPr txBox="1"/>
          <p:nvPr/>
        </p:nvSpPr>
        <p:spPr>
          <a:xfrm>
            <a:off x="4531676" y="6162012"/>
            <a:ext cx="1306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AIR, SMT: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AF6B1AD-7F10-33D6-EAA3-E2C0972EB383}"/>
              </a:ext>
            </a:extLst>
          </p:cNvPr>
          <p:cNvCxnSpPr>
            <a:endCxn id="25" idx="0"/>
          </p:cNvCxnSpPr>
          <p:nvPr/>
        </p:nvCxnSpPr>
        <p:spPr>
          <a:xfrm>
            <a:off x="2059464" y="5596128"/>
            <a:ext cx="469199" cy="5596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C49BE90-8777-2912-CA5B-6B99EB78440E}"/>
              </a:ext>
            </a:extLst>
          </p:cNvPr>
          <p:cNvCxnSpPr>
            <a:endCxn id="26" idx="0"/>
          </p:cNvCxnSpPr>
          <p:nvPr/>
        </p:nvCxnSpPr>
        <p:spPr>
          <a:xfrm>
            <a:off x="2569464" y="5596128"/>
            <a:ext cx="1072765" cy="5658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FDC4B48-FED5-A1F9-47BC-EB8CA0D3B0BB}"/>
              </a:ext>
            </a:extLst>
          </p:cNvPr>
          <p:cNvCxnSpPr>
            <a:endCxn id="28" idx="0"/>
          </p:cNvCxnSpPr>
          <p:nvPr/>
        </p:nvCxnSpPr>
        <p:spPr>
          <a:xfrm>
            <a:off x="2203704" y="5303520"/>
            <a:ext cx="3994591" cy="8636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CDDE322-284F-4942-6A68-077E70A01392}"/>
              </a:ext>
            </a:extLst>
          </p:cNvPr>
          <p:cNvCxnSpPr>
            <a:endCxn id="29" idx="0"/>
          </p:cNvCxnSpPr>
          <p:nvPr/>
        </p:nvCxnSpPr>
        <p:spPr>
          <a:xfrm>
            <a:off x="2569464" y="5276088"/>
            <a:ext cx="4762594" cy="8973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3445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9" grpId="0"/>
      <p:bldP spid="10" grpId="0"/>
      <p:bldP spid="13" grpId="0"/>
      <p:bldP spid="14" grpId="0"/>
      <p:bldP spid="15" grpId="0"/>
      <p:bldP spid="16" grpId="0" animBg="1"/>
      <p:bldP spid="18" grpId="0" animBg="1"/>
      <p:bldP spid="19" grpId="0"/>
      <p:bldP spid="25" grpId="0" animBg="1"/>
      <p:bldP spid="26" grpId="0" animBg="1"/>
      <p:bldP spid="27" grpId="0"/>
      <p:bldP spid="28" grpId="0" animBg="1"/>
      <p:bldP spid="29" grpId="0" animBg="1"/>
      <p:bldP spid="30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E1BC0-A877-5620-CA17-085979258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feature: traits (aka Haskell type classes)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60F157-AF99-0C1C-0404-6A647E87C407}"/>
              </a:ext>
            </a:extLst>
          </p:cNvPr>
          <p:cNvSpPr txBox="1"/>
          <p:nvPr/>
        </p:nvSpPr>
        <p:spPr>
          <a:xfrm>
            <a:off x="457200" y="1443841"/>
            <a:ext cx="3801297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trait Clone {</a:t>
            </a:r>
          </a:p>
          <a:p>
            <a:r>
              <a:rPr lang="en-US" dirty="0"/>
              <a:t>    </a:t>
            </a:r>
            <a:r>
              <a:rPr lang="en-US" dirty="0" err="1"/>
              <a:t>fn</a:t>
            </a:r>
            <a:r>
              <a:rPr lang="en-US" dirty="0"/>
              <a:t> clone(&amp;self) -&gt; Self;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trait Copy: Clone { }</a:t>
            </a:r>
          </a:p>
          <a:p>
            <a:endParaRPr lang="en-US" dirty="0"/>
          </a:p>
          <a:p>
            <a:r>
              <a:rPr lang="en-US" dirty="0"/>
              <a:t>trait Default {</a:t>
            </a:r>
          </a:p>
          <a:p>
            <a:r>
              <a:rPr lang="en-US" dirty="0"/>
              <a:t>    </a:t>
            </a:r>
            <a:r>
              <a:rPr lang="en-US" dirty="0" err="1"/>
              <a:t>fn</a:t>
            </a:r>
            <a:r>
              <a:rPr lang="en-US" dirty="0"/>
              <a:t> default() -&gt; Self;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trait Add&lt;</a:t>
            </a:r>
            <a:r>
              <a:rPr lang="en-US" dirty="0" err="1"/>
              <a:t>Rhs</a:t>
            </a:r>
            <a:r>
              <a:rPr lang="en-US" dirty="0"/>
              <a:t>&gt; {</a:t>
            </a:r>
          </a:p>
          <a:p>
            <a:r>
              <a:rPr lang="en-US" dirty="0"/>
              <a:t>    type Output;</a:t>
            </a:r>
          </a:p>
          <a:p>
            <a:r>
              <a:rPr lang="en-US" dirty="0"/>
              <a:t>    </a:t>
            </a:r>
            <a:r>
              <a:rPr lang="en-US" dirty="0" err="1"/>
              <a:t>fn</a:t>
            </a:r>
            <a:r>
              <a:rPr lang="en-US" dirty="0"/>
              <a:t> add(self, </a:t>
            </a:r>
            <a:r>
              <a:rPr lang="en-US" dirty="0" err="1"/>
              <a:t>rhs</a:t>
            </a:r>
            <a:r>
              <a:rPr lang="en-US" dirty="0"/>
              <a:t>: </a:t>
            </a:r>
            <a:r>
              <a:rPr lang="en-US" dirty="0" err="1"/>
              <a:t>Rhs</a:t>
            </a:r>
            <a:r>
              <a:rPr lang="en-US" dirty="0"/>
              <a:t>) -&gt; Self::Output;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BEB31F-F03A-0BF6-E3A5-67643376BBA1}"/>
              </a:ext>
            </a:extLst>
          </p:cNvPr>
          <p:cNvSpPr txBox="1"/>
          <p:nvPr/>
        </p:nvSpPr>
        <p:spPr>
          <a:xfrm>
            <a:off x="4378240" y="1443841"/>
            <a:ext cx="4435766" cy="507831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struct Complex { real: f64, </a:t>
            </a:r>
            <a:r>
              <a:rPr lang="en-US" dirty="0" err="1"/>
              <a:t>imag</a:t>
            </a:r>
            <a:r>
              <a:rPr lang="en-US" dirty="0"/>
              <a:t>: f64 }</a:t>
            </a:r>
          </a:p>
          <a:p>
            <a:r>
              <a:rPr lang="en-US" dirty="0" err="1"/>
              <a:t>impl</a:t>
            </a:r>
            <a:r>
              <a:rPr lang="en-US" dirty="0"/>
              <a:t> Clone for Complex {</a:t>
            </a:r>
          </a:p>
          <a:p>
            <a:r>
              <a:rPr lang="en-US" dirty="0"/>
              <a:t>    </a:t>
            </a:r>
            <a:r>
              <a:rPr lang="en-US" dirty="0" err="1"/>
              <a:t>fn</a:t>
            </a:r>
            <a:r>
              <a:rPr lang="en-US" dirty="0"/>
              <a:t> clone(&amp;self) -&gt; Complex {</a:t>
            </a:r>
          </a:p>
          <a:p>
            <a:r>
              <a:rPr lang="en-US" dirty="0"/>
              <a:t>        Complex { real: </a:t>
            </a:r>
            <a:r>
              <a:rPr lang="en-US" dirty="0" err="1"/>
              <a:t>self.real</a:t>
            </a:r>
            <a:r>
              <a:rPr lang="en-US" dirty="0"/>
              <a:t>, </a:t>
            </a:r>
            <a:r>
              <a:rPr lang="en-US" dirty="0" err="1"/>
              <a:t>imag</a:t>
            </a:r>
            <a:r>
              <a:rPr lang="en-US" dirty="0"/>
              <a:t>: </a:t>
            </a:r>
            <a:r>
              <a:rPr lang="en-US" dirty="0" err="1"/>
              <a:t>self.imag</a:t>
            </a:r>
            <a:r>
              <a:rPr lang="en-US" dirty="0"/>
              <a:t> }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impl</a:t>
            </a:r>
            <a:r>
              <a:rPr lang="en-US" dirty="0"/>
              <a:t> Default for Complex {</a:t>
            </a:r>
          </a:p>
          <a:p>
            <a:r>
              <a:rPr lang="en-US" dirty="0"/>
              <a:t>    </a:t>
            </a:r>
            <a:r>
              <a:rPr lang="en-US" dirty="0" err="1"/>
              <a:t>fn</a:t>
            </a:r>
            <a:r>
              <a:rPr lang="en-US" dirty="0"/>
              <a:t> default() -&gt; Complex {</a:t>
            </a:r>
          </a:p>
          <a:p>
            <a:r>
              <a:rPr lang="en-US" dirty="0"/>
              <a:t>        Complex { real: 0.0, </a:t>
            </a:r>
            <a:r>
              <a:rPr lang="en-US" dirty="0" err="1"/>
              <a:t>imag</a:t>
            </a:r>
            <a:r>
              <a:rPr lang="en-US" dirty="0"/>
              <a:t>: 0.0 }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impl</a:t>
            </a:r>
            <a:r>
              <a:rPr lang="en-US" dirty="0"/>
              <a:t> Add&lt;Complex&gt; for Complex {</a:t>
            </a:r>
          </a:p>
          <a:p>
            <a:r>
              <a:rPr lang="en-US" dirty="0"/>
              <a:t>    type Output = Complex;</a:t>
            </a:r>
          </a:p>
          <a:p>
            <a:r>
              <a:rPr lang="en-US" dirty="0"/>
              <a:t>    </a:t>
            </a:r>
            <a:r>
              <a:rPr lang="en-US" dirty="0" err="1"/>
              <a:t>fn</a:t>
            </a:r>
            <a:r>
              <a:rPr lang="en-US" dirty="0"/>
              <a:t> add(self, </a:t>
            </a:r>
            <a:r>
              <a:rPr lang="en-US" dirty="0" err="1"/>
              <a:t>rhs</a:t>
            </a:r>
            <a:r>
              <a:rPr lang="en-US" dirty="0"/>
              <a:t>: Complex) -&gt; Complex {</a:t>
            </a:r>
          </a:p>
          <a:p>
            <a:r>
              <a:rPr lang="en-US" dirty="0"/>
              <a:t>        Complex {</a:t>
            </a:r>
          </a:p>
          <a:p>
            <a:r>
              <a:rPr lang="en-US" dirty="0"/>
              <a:t>            real: </a:t>
            </a:r>
            <a:r>
              <a:rPr lang="en-US" dirty="0" err="1"/>
              <a:t>self.real</a:t>
            </a:r>
            <a:r>
              <a:rPr lang="en-US" dirty="0"/>
              <a:t> + </a:t>
            </a:r>
            <a:r>
              <a:rPr lang="en-US" dirty="0" err="1"/>
              <a:t>rhs.real</a:t>
            </a:r>
            <a:r>
              <a:rPr lang="en-US" dirty="0"/>
              <a:t>,</a:t>
            </a:r>
          </a:p>
          <a:p>
            <a:r>
              <a:rPr lang="de-DE" dirty="0"/>
              <a:t>            imag: self.imag + rhs.imag,</a:t>
            </a:r>
          </a:p>
          <a:p>
            <a:r>
              <a:rPr lang="en-US" dirty="0"/>
              <a:t>}   }   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034139-29A1-3502-EE7A-477ACAA58178}"/>
              </a:ext>
            </a:extLst>
          </p:cNvPr>
          <p:cNvSpPr txBox="1"/>
          <p:nvPr/>
        </p:nvSpPr>
        <p:spPr>
          <a:xfrm>
            <a:off x="8933749" y="1443841"/>
            <a:ext cx="2937022" cy="48013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f&lt;T&gt;(x: T) -&gt; T::Output</a:t>
            </a:r>
          </a:p>
          <a:p>
            <a:r>
              <a:rPr lang="en-US" dirty="0"/>
              <a:t>    where</a:t>
            </a:r>
          </a:p>
          <a:p>
            <a:r>
              <a:rPr lang="en-US" dirty="0"/>
              <a:t>        T: Default,</a:t>
            </a:r>
          </a:p>
          <a:p>
            <a:r>
              <a:rPr lang="en-US" dirty="0"/>
              <a:t>        T: Add&lt;T&gt;,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x + T::default()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en-US" dirty="0"/>
              <a:t>    let c1 = Complex {</a:t>
            </a:r>
          </a:p>
          <a:p>
            <a:r>
              <a:rPr lang="en-US" dirty="0"/>
              <a:t>        real: 3.14,</a:t>
            </a:r>
          </a:p>
          <a:p>
            <a:r>
              <a:rPr lang="en-US" dirty="0"/>
              <a:t>        </a:t>
            </a:r>
            <a:r>
              <a:rPr lang="en-US" dirty="0" err="1"/>
              <a:t>imag</a:t>
            </a:r>
            <a:r>
              <a:rPr lang="en-US" dirty="0"/>
              <a:t>: 2.72,</a:t>
            </a:r>
          </a:p>
          <a:p>
            <a:r>
              <a:rPr lang="en-US" dirty="0"/>
              <a:t>    };</a:t>
            </a:r>
          </a:p>
          <a:p>
            <a:r>
              <a:rPr lang="en-US" dirty="0"/>
              <a:t>    let c2 = Complex::default();</a:t>
            </a:r>
          </a:p>
          <a:p>
            <a:r>
              <a:rPr lang="en-US" dirty="0"/>
              <a:t>    let c3 = c1.clone();</a:t>
            </a:r>
          </a:p>
          <a:p>
            <a:r>
              <a:rPr lang="da-DK" dirty="0"/>
              <a:t>    let c4 = c1 + c2 + c3;</a:t>
            </a:r>
          </a:p>
          <a:p>
            <a:r>
              <a:rPr lang="en-US" dirty="0"/>
              <a:t>    let c5 = f(c4);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A5FCE6-94E7-E275-8A3B-29B5207D0E37}"/>
              </a:ext>
            </a:extLst>
          </p:cNvPr>
          <p:cNvSpPr txBox="1"/>
          <p:nvPr/>
        </p:nvSpPr>
        <p:spPr>
          <a:xfrm>
            <a:off x="244929" y="5633357"/>
            <a:ext cx="64986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Notes:</a:t>
            </a:r>
          </a:p>
          <a:p>
            <a:r>
              <a:rPr lang="en-US" i="1" dirty="0"/>
              <a:t>- the "self" parameter uses "." syntax</a:t>
            </a:r>
          </a:p>
          <a:p>
            <a:r>
              <a:rPr lang="en-US" i="1" dirty="0"/>
              <a:t>- "</a:t>
            </a:r>
            <a:r>
              <a:rPr lang="en-US" i="1" dirty="0" err="1"/>
              <a:t>impl</a:t>
            </a:r>
            <a:r>
              <a:rPr lang="en-US" i="1" dirty="0"/>
              <a:t> S for Trait { ... }" is a trait </a:t>
            </a:r>
            <a:r>
              <a:rPr lang="en-US" i="1" dirty="0" err="1"/>
              <a:t>impl</a:t>
            </a:r>
            <a:endParaRPr lang="en-US" i="1" dirty="0"/>
          </a:p>
          <a:p>
            <a:r>
              <a:rPr lang="en-US" i="1" dirty="0"/>
              <a:t>- "</a:t>
            </a:r>
            <a:r>
              <a:rPr lang="en-US" i="1" dirty="0" err="1"/>
              <a:t>impl</a:t>
            </a:r>
            <a:r>
              <a:rPr lang="en-US" i="1" dirty="0"/>
              <a:t> S { ... }" is for </a:t>
            </a:r>
            <a:r>
              <a:rPr lang="en-US" i="1" dirty="0" err="1"/>
              <a:t>namespacing</a:t>
            </a:r>
            <a:r>
              <a:rPr lang="en-US" i="1" dirty="0"/>
              <a:t> and "." syntax, unrelated to traits</a:t>
            </a:r>
          </a:p>
        </p:txBody>
      </p:sp>
    </p:spTree>
    <p:extLst>
      <p:ext uri="{BB962C8B-B14F-4D97-AF65-F5344CB8AC3E}">
        <p14:creationId xmlns:p14="http://schemas.microsoft.com/office/powerpoint/2010/main" val="296111634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B3FD5-251D-599D-574C-82BE7933B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Verus View trait: exec value -&gt; spec value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C904BA-80A6-1CD6-8213-3C58FDEA685A}"/>
              </a:ext>
            </a:extLst>
          </p:cNvPr>
          <p:cNvSpPr txBox="1"/>
          <p:nvPr/>
        </p:nvSpPr>
        <p:spPr>
          <a:xfrm>
            <a:off x="448056" y="1225689"/>
            <a:ext cx="4864858" cy="563231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trait View {</a:t>
            </a:r>
          </a:p>
          <a:p>
            <a:r>
              <a:rPr lang="en-US" dirty="0"/>
              <a:t>    type V;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view(&amp;self) -&gt; Self::V;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impl</a:t>
            </a:r>
            <a:r>
              <a:rPr lang="en-US" dirty="0"/>
              <a:t> View for </a:t>
            </a:r>
            <a:r>
              <a:rPr lang="en-US" b="1" dirty="0"/>
              <a:t>String</a:t>
            </a:r>
            <a:r>
              <a:rPr lang="en-US" dirty="0"/>
              <a:t> {</a:t>
            </a:r>
          </a:p>
          <a:p>
            <a:r>
              <a:rPr lang="en-US" dirty="0"/>
              <a:t>    type V = </a:t>
            </a:r>
            <a:r>
              <a:rPr lang="en-US" b="1" dirty="0"/>
              <a:t>Seq&lt;char&gt;</a:t>
            </a:r>
            <a:r>
              <a:rPr lang="en-US" dirty="0"/>
              <a:t>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view(&amp;self) -&gt; Seq&lt;char&gt; { ... }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impl</a:t>
            </a:r>
            <a:r>
              <a:rPr lang="en-US" dirty="0"/>
              <a:t>&lt;T&gt; View for </a:t>
            </a:r>
            <a:r>
              <a:rPr lang="en-US" b="1" dirty="0"/>
              <a:t>Vec&lt;T&gt;</a:t>
            </a:r>
            <a:r>
              <a:rPr lang="en-US" dirty="0"/>
              <a:t> {</a:t>
            </a:r>
          </a:p>
          <a:p>
            <a:r>
              <a:rPr lang="en-US" dirty="0"/>
              <a:t>    type V = </a:t>
            </a:r>
            <a:r>
              <a:rPr lang="en-US" b="1" dirty="0"/>
              <a:t>Seq&lt;T&gt;</a:t>
            </a:r>
            <a:r>
              <a:rPr lang="en-US" dirty="0"/>
              <a:t>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view(&amp;self) -&gt; Seq&lt;T&gt; { ... }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impl</a:t>
            </a:r>
            <a:r>
              <a:rPr lang="en-US" dirty="0"/>
              <a:t>&lt;T&gt; View for </a:t>
            </a:r>
            <a:r>
              <a:rPr lang="en-US" b="1" dirty="0"/>
              <a:t>HashSet&lt;T&gt; </a:t>
            </a:r>
            <a:r>
              <a:rPr lang="en-US" dirty="0"/>
              <a:t>{</a:t>
            </a:r>
          </a:p>
          <a:p>
            <a:r>
              <a:rPr lang="en-US" dirty="0"/>
              <a:t>    type V = </a:t>
            </a:r>
            <a:r>
              <a:rPr lang="en-US" b="1" dirty="0"/>
              <a:t>Set&lt;T&gt;</a:t>
            </a:r>
            <a:r>
              <a:rPr lang="en-US" dirty="0"/>
              <a:t>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view(&amp;self) -&gt; Set&lt;T&gt; { ... }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impl</a:t>
            </a:r>
            <a:r>
              <a:rPr lang="en-US" dirty="0"/>
              <a:t>&lt;Key, Value&gt; View for </a:t>
            </a:r>
            <a:r>
              <a:rPr lang="en-US" b="1" dirty="0"/>
              <a:t>HashMap&lt;Key, Value&gt; </a:t>
            </a:r>
            <a:r>
              <a:rPr lang="en-US" dirty="0"/>
              <a:t>{</a:t>
            </a:r>
          </a:p>
          <a:p>
            <a:r>
              <a:rPr lang="en-US" dirty="0"/>
              <a:t>    type V = </a:t>
            </a:r>
            <a:r>
              <a:rPr lang="en-US" b="1" dirty="0"/>
              <a:t>Map&lt;Key, Value&gt;</a:t>
            </a:r>
            <a:r>
              <a:rPr lang="en-US" dirty="0"/>
              <a:t>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view(&amp;self) -&gt; Map&lt;Key, Value&gt; { ...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B4AB99-1861-162E-12A0-49B0146361EE}"/>
              </a:ext>
            </a:extLst>
          </p:cNvPr>
          <p:cNvSpPr txBox="1"/>
          <p:nvPr/>
        </p:nvSpPr>
        <p:spPr>
          <a:xfrm>
            <a:off x="5703058" y="1225689"/>
            <a:ext cx="3435877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en-US" dirty="0"/>
              <a:t>    let mut v: Vec&lt;u8&gt; = Vec::new();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(10);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(20);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(30);</a:t>
            </a:r>
          </a:p>
          <a:p>
            <a:r>
              <a:rPr lang="en-US" dirty="0"/>
              <a:t>    proof {</a:t>
            </a:r>
          </a:p>
          <a:p>
            <a:r>
              <a:rPr lang="en-US" dirty="0"/>
              <a:t>        let s: Seq&lt;u8&gt; = v@;</a:t>
            </a:r>
          </a:p>
          <a:p>
            <a:r>
              <a:rPr lang="pt-BR" dirty="0"/>
              <a:t>        assert(s =</a:t>
            </a:r>
            <a:r>
              <a:rPr lang="pt-BR" dirty="0">
                <a:latin typeface="Aptos" panose="020B0004020202020204" pitchFamily="34" charset="0"/>
              </a:rPr>
              <a:t>~</a:t>
            </a:r>
            <a:r>
              <a:rPr lang="pt-BR" dirty="0"/>
              <a:t>= seq![10, 20, 30]);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B00B81-91F9-6C7E-40C6-AB2EA1E40F6E}"/>
              </a:ext>
            </a:extLst>
          </p:cNvPr>
          <p:cNvSpPr txBox="1"/>
          <p:nvPr/>
        </p:nvSpPr>
        <p:spPr>
          <a:xfrm>
            <a:off x="5703058" y="4411177"/>
            <a:ext cx="3435877" cy="23083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en-US" dirty="0"/>
              <a:t>    let mut v: Vec&lt;u8&gt; = Vec::new();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(10);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(20);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(30);</a:t>
            </a:r>
          </a:p>
          <a:p>
            <a:r>
              <a:rPr lang="en-US" dirty="0"/>
              <a:t>    let ghost s: Seq&lt;u8&gt; = v@;</a:t>
            </a:r>
          </a:p>
          <a:p>
            <a:r>
              <a:rPr lang="pt-BR" dirty="0"/>
              <a:t>    assert(s =</a:t>
            </a:r>
            <a:r>
              <a:rPr lang="pt-BR" dirty="0">
                <a:latin typeface="Aptos" panose="020B0004020202020204" pitchFamily="34" charset="0"/>
              </a:rPr>
              <a:t>~</a:t>
            </a:r>
            <a:r>
              <a:rPr lang="pt-BR" dirty="0"/>
              <a:t>= seq![10, 20, 30]);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6B8198-D8EB-30A2-9484-D64DB8F43DFD}"/>
              </a:ext>
            </a:extLst>
          </p:cNvPr>
          <p:cNvSpPr txBox="1"/>
          <p:nvPr/>
        </p:nvSpPr>
        <p:spPr>
          <a:xfrm>
            <a:off x="8519223" y="2551252"/>
            <a:ext cx="3365601" cy="369332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“v@” is syntax sugar for “</a:t>
            </a:r>
            <a:r>
              <a:rPr lang="en-US" dirty="0" err="1"/>
              <a:t>v.view</a:t>
            </a:r>
            <a:r>
              <a:rPr lang="en-US" dirty="0"/>
              <a:t>()”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45237BD-EE18-043E-6150-8D412BA729D6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8065008" y="2735918"/>
            <a:ext cx="454215" cy="2175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BF719F6-8856-07A7-D0B8-CB60D028105A}"/>
              </a:ext>
            </a:extLst>
          </p:cNvPr>
          <p:cNvSpPr txBox="1"/>
          <p:nvPr/>
        </p:nvSpPr>
        <p:spPr>
          <a:xfrm>
            <a:off x="8563934" y="6487517"/>
            <a:ext cx="2789866" cy="369332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“ghost”: proof-only variable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56D026D-B053-0A8F-9596-BCDD92286E22}"/>
              </a:ext>
            </a:extLst>
          </p:cNvPr>
          <p:cNvCxnSpPr/>
          <p:nvPr/>
        </p:nvCxnSpPr>
        <p:spPr>
          <a:xfrm flipH="1" flipV="1">
            <a:off x="6739128" y="6099048"/>
            <a:ext cx="1780095" cy="6204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7FC11CD-E324-D4A9-DC05-9BB186F215A7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385048" y="2920584"/>
            <a:ext cx="1816976" cy="29407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738422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B4F29-77AA-A156-4D96-82B6DF414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449BB-9302-0EFB-DE64-01EEF3C54D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Ownership, &amp;, &amp;mut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9A0827-FAD5-9B31-0F31-E3D189E7BF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20038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5C013-2B38-0D78-00CE-91402ED1D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59D4D9-665F-054E-351E-22C88DDBB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write systems code in Rust?</a:t>
            </a:r>
          </a:p>
        </p:txBody>
      </p:sp>
      <p:sp>
        <p:nvSpPr>
          <p:cNvPr id="3" name="Arrow: Left-Right 2">
            <a:extLst>
              <a:ext uri="{FF2B5EF4-FFF2-40B4-BE49-F238E27FC236}">
                <a16:creationId xmlns:a16="http://schemas.microsoft.com/office/drawing/2014/main" id="{8106784B-078B-4831-2DB7-A2EC83586D32}"/>
              </a:ext>
            </a:extLst>
          </p:cNvPr>
          <p:cNvSpPr/>
          <p:nvPr/>
        </p:nvSpPr>
        <p:spPr>
          <a:xfrm>
            <a:off x="3391877" y="1998244"/>
            <a:ext cx="6227296" cy="70467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96788A-1E5B-0856-158E-9E3AE05F136E}"/>
              </a:ext>
            </a:extLst>
          </p:cNvPr>
          <p:cNvSpPr txBox="1"/>
          <p:nvPr/>
        </p:nvSpPr>
        <p:spPr>
          <a:xfrm>
            <a:off x="1555082" y="2063644"/>
            <a:ext cx="14321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High-level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086A-1EDC-D3BD-F531-9F2E7FC2AA99}"/>
              </a:ext>
            </a:extLst>
          </p:cNvPr>
          <p:cNvSpPr txBox="1"/>
          <p:nvPr/>
        </p:nvSpPr>
        <p:spPr>
          <a:xfrm>
            <a:off x="10113575" y="2103815"/>
            <a:ext cx="1373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Low-level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84E9EA7-7280-C760-3A95-9E3E316B9E3F}"/>
              </a:ext>
            </a:extLst>
          </p:cNvPr>
          <p:cNvSpPr/>
          <p:nvPr/>
        </p:nvSpPr>
        <p:spPr>
          <a:xfrm>
            <a:off x="1113290" y="2528955"/>
            <a:ext cx="2278587" cy="151453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C#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Java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Haskell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OCaml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8B98831-1567-0846-13AD-F4AE53FE3A02}"/>
              </a:ext>
            </a:extLst>
          </p:cNvPr>
          <p:cNvSpPr/>
          <p:nvPr/>
        </p:nvSpPr>
        <p:spPr>
          <a:xfrm>
            <a:off x="10113575" y="3075766"/>
            <a:ext cx="1416970" cy="551432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C/C++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CB7AC33-79F8-A968-897D-E96B7EF634C3}"/>
              </a:ext>
            </a:extLst>
          </p:cNvPr>
          <p:cNvSpPr/>
          <p:nvPr/>
        </p:nvSpPr>
        <p:spPr>
          <a:xfrm>
            <a:off x="5741033" y="2819919"/>
            <a:ext cx="1630260" cy="1069291"/>
          </a:xfrm>
          <a:prstGeom prst="ellipse">
            <a:avLst/>
          </a:prstGeom>
          <a:gradFill flip="none" rotWithShape="1">
            <a:gsLst>
              <a:gs pos="0">
                <a:schemeClr val="accent6">
                  <a:tint val="66000"/>
                  <a:satMod val="160000"/>
                </a:schemeClr>
              </a:gs>
              <a:gs pos="50000">
                <a:schemeClr val="accent6">
                  <a:tint val="44500"/>
                  <a:satMod val="160000"/>
                </a:schemeClr>
              </a:gs>
              <a:gs pos="100000">
                <a:schemeClr val="accent6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CA46154-0561-2C86-89FE-E959C890BEB4}"/>
              </a:ext>
            </a:extLst>
          </p:cNvPr>
          <p:cNvCxnSpPr>
            <a:cxnSpLocks/>
            <a:stCxn id="26" idx="0"/>
            <a:endCxn id="9" idx="4"/>
          </p:cNvCxnSpPr>
          <p:nvPr/>
        </p:nvCxnSpPr>
        <p:spPr>
          <a:xfrm flipV="1">
            <a:off x="6155614" y="3889210"/>
            <a:ext cx="400549" cy="102555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CFE5E16C-4FC4-5E40-5187-F3EA1C8CC25A}"/>
              </a:ext>
            </a:extLst>
          </p:cNvPr>
          <p:cNvSpPr txBox="1">
            <a:spLocks/>
          </p:cNvSpPr>
          <p:nvPr/>
        </p:nvSpPr>
        <p:spPr>
          <a:xfrm>
            <a:off x="282151" y="4238166"/>
            <a:ext cx="4956110" cy="185001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is like C#/Java/Haskell/ML: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Type-safe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Generic types + traits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Datatypes + pattern matching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4A254C4-D92F-289E-C0E7-A466BEA4A2C0}"/>
              </a:ext>
            </a:extLst>
          </p:cNvPr>
          <p:cNvCxnSpPr>
            <a:cxnSpLocks/>
            <a:stCxn id="18" idx="0"/>
            <a:endCxn id="9" idx="2"/>
          </p:cNvCxnSpPr>
          <p:nvPr/>
        </p:nvCxnSpPr>
        <p:spPr>
          <a:xfrm flipV="1">
            <a:off x="2760206" y="3354565"/>
            <a:ext cx="2980827" cy="88360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7146FBD1-6C07-3D34-40EF-E8C4CA03E5D1}"/>
              </a:ext>
            </a:extLst>
          </p:cNvPr>
          <p:cNvSpPr txBox="1">
            <a:spLocks/>
          </p:cNvSpPr>
          <p:nvPr/>
        </p:nvSpPr>
        <p:spPr>
          <a:xfrm>
            <a:off x="7072967" y="4186104"/>
            <a:ext cx="4751664" cy="203508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is like C/C++: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 garbage collector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Low-level pointer manipulation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Structs inside structs</a:t>
            </a:r>
          </a:p>
          <a:p>
            <a:pPr lvl="1">
              <a:defRPr/>
            </a:pPr>
            <a:r>
              <a:rPr lang="en-US" dirty="0">
                <a:solidFill>
                  <a:prstClr val="black"/>
                </a:solidFill>
              </a:rPr>
              <a:t>In-place mutation of fields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BC4163A-C9B3-AF9E-0338-B2DB79542C6E}"/>
              </a:ext>
            </a:extLst>
          </p:cNvPr>
          <p:cNvCxnSpPr>
            <a:cxnSpLocks/>
            <a:stCxn id="22" idx="0"/>
            <a:endCxn id="9" idx="6"/>
          </p:cNvCxnSpPr>
          <p:nvPr/>
        </p:nvCxnSpPr>
        <p:spPr>
          <a:xfrm flipH="1" flipV="1">
            <a:off x="7371293" y="3354565"/>
            <a:ext cx="2077506" cy="8315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642E63DC-3D5A-4643-A8DA-8FB15499D7BE}"/>
              </a:ext>
            </a:extLst>
          </p:cNvPr>
          <p:cNvSpPr txBox="1">
            <a:spLocks/>
          </p:cNvSpPr>
          <p:nvPr/>
        </p:nvSpPr>
        <p:spPr>
          <a:xfrm>
            <a:off x="4760851" y="4914761"/>
            <a:ext cx="2789526" cy="13680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is unique: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Ownership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Borrowing</a:t>
            </a:r>
          </a:p>
        </p:txBody>
      </p:sp>
    </p:spTree>
    <p:extLst>
      <p:ext uri="{BB962C8B-B14F-4D97-AF65-F5344CB8AC3E}">
        <p14:creationId xmlns:p14="http://schemas.microsoft.com/office/powerpoint/2010/main" val="32985946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75BF6-B311-D197-6845-A8FF2D788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Ownership in Rust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7C64C0-B4E6-DCD6-4EFC-AC29D5C19FAA}"/>
              </a:ext>
            </a:extLst>
          </p:cNvPr>
          <p:cNvSpPr txBox="1"/>
          <p:nvPr/>
        </p:nvSpPr>
        <p:spPr>
          <a:xfrm>
            <a:off x="713232" y="1837944"/>
            <a:ext cx="4502643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consume(v: Vec&lt;u8&gt;) {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test1()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(10);</a:t>
            </a:r>
          </a:p>
          <a:p>
            <a:r>
              <a:rPr lang="en-US" dirty="0"/>
              <a:t>    consume(v);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test2()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dirty="0"/>
              <a:t>    consume(v);</a:t>
            </a:r>
          </a:p>
          <a:p>
            <a:r>
              <a:rPr lang="en-US" b="1" dirty="0">
                <a:solidFill>
                  <a:srgbClr val="C00000"/>
                </a:solidFill>
              </a:rPr>
              <a:t>    </a:t>
            </a:r>
            <a:r>
              <a:rPr lang="en-US" b="1" dirty="0" err="1">
                <a:solidFill>
                  <a:srgbClr val="C00000"/>
                </a:solidFill>
              </a:rPr>
              <a:t>v.push</a:t>
            </a:r>
            <a:r>
              <a:rPr lang="en-US" b="1" dirty="0">
                <a:solidFill>
                  <a:srgbClr val="C00000"/>
                </a:solidFill>
              </a:rPr>
              <a:t>(10); // ERROR: v no longer available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CF811C-9A4B-C4C6-52FF-A4DD168B9E39}"/>
              </a:ext>
            </a:extLst>
          </p:cNvPr>
          <p:cNvSpPr txBox="1"/>
          <p:nvPr/>
        </p:nvSpPr>
        <p:spPr>
          <a:xfrm>
            <a:off x="5449824" y="5438930"/>
            <a:ext cx="6497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types implementing Copy (bool, u8, …) are copied, not moved</a:t>
            </a:r>
          </a:p>
          <a:p>
            <a:r>
              <a:rPr lang="en-US" dirty="0"/>
              <a:t>Vec does </a:t>
            </a:r>
            <a:r>
              <a:rPr lang="en-US" i="1" dirty="0"/>
              <a:t>not</a:t>
            </a:r>
            <a:r>
              <a:rPr lang="en-US" dirty="0"/>
              <a:t> implement Copy, so it is moved, not copied</a:t>
            </a:r>
          </a:p>
        </p:txBody>
      </p:sp>
    </p:spTree>
    <p:extLst>
      <p:ext uri="{BB962C8B-B14F-4D97-AF65-F5344CB8AC3E}">
        <p14:creationId xmlns:p14="http://schemas.microsoft.com/office/powerpoint/2010/main" val="314455487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75BF6-B311-D197-6845-A8FF2D788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Borrowing in Rust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7C64C0-B4E6-DCD6-4EFC-AC29D5C19FAA}"/>
              </a:ext>
            </a:extLst>
          </p:cNvPr>
          <p:cNvSpPr txBox="1"/>
          <p:nvPr/>
        </p:nvSpPr>
        <p:spPr>
          <a:xfrm>
            <a:off x="713232" y="1837944"/>
            <a:ext cx="2561855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</a:t>
            </a:r>
            <a:r>
              <a:rPr lang="es-ES" dirty="0" err="1"/>
              <a:t>borrow</a:t>
            </a:r>
            <a:r>
              <a:rPr lang="es-ES" dirty="0"/>
              <a:t>(v: &amp;Vec&lt;u8&gt;) {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test1()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(10);</a:t>
            </a:r>
          </a:p>
          <a:p>
            <a:r>
              <a:rPr lang="en-US" dirty="0"/>
              <a:t>    borrow(&amp;v);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test2()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dirty="0"/>
              <a:t>    borrow(&amp;v);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(10); // ok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6E6B45-20AB-DFEB-FB34-42CACEA4B530}"/>
              </a:ext>
            </a:extLst>
          </p:cNvPr>
          <p:cNvSpPr txBox="1"/>
          <p:nvPr/>
        </p:nvSpPr>
        <p:spPr>
          <a:xfrm>
            <a:off x="4370832" y="1837944"/>
            <a:ext cx="2997872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borrow(v: &amp;mut Vec&lt;u8&gt;) {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test1()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(10);</a:t>
            </a:r>
          </a:p>
          <a:p>
            <a:r>
              <a:rPr lang="en-US" dirty="0"/>
              <a:t>    borrow(&amp;mut v);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test2()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dirty="0"/>
              <a:t>    borrow(&amp;mut v);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(10); // ok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6231676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75BF6-B311-D197-6845-A8FF2D788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Borrowing in Rust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7C64C0-B4E6-DCD6-4EFC-AC29D5C19FAA}"/>
              </a:ext>
            </a:extLst>
          </p:cNvPr>
          <p:cNvSpPr txBox="1"/>
          <p:nvPr/>
        </p:nvSpPr>
        <p:spPr>
          <a:xfrm>
            <a:off x="713232" y="1837944"/>
            <a:ext cx="2517612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</a:t>
            </a:r>
            <a:r>
              <a:rPr lang="es-ES" dirty="0" err="1"/>
              <a:t>borrow</a:t>
            </a:r>
            <a:r>
              <a:rPr lang="es-ES" dirty="0"/>
              <a:t>(</a:t>
            </a:r>
          </a:p>
          <a:p>
            <a:r>
              <a:rPr lang="es-ES" dirty="0"/>
              <a:t>    v1: &amp;Vec&lt;u8&gt;,</a:t>
            </a:r>
          </a:p>
          <a:p>
            <a:r>
              <a:rPr lang="es-ES" dirty="0"/>
              <a:t>    v2: &amp;Vec&lt;u8&gt;,</a:t>
            </a:r>
          </a:p>
          <a:p>
            <a:r>
              <a:rPr lang="es-ES" dirty="0"/>
              <a:t>) {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dirty="0"/>
              <a:t>    borrow(&amp;v, &amp;v); // ok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6E6B45-20AB-DFEB-FB34-42CACEA4B530}"/>
              </a:ext>
            </a:extLst>
          </p:cNvPr>
          <p:cNvSpPr txBox="1"/>
          <p:nvPr/>
        </p:nvSpPr>
        <p:spPr>
          <a:xfrm>
            <a:off x="3621024" y="1837944"/>
            <a:ext cx="3176960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</a:t>
            </a:r>
            <a:r>
              <a:rPr lang="es-ES" dirty="0" err="1"/>
              <a:t>borrow</a:t>
            </a:r>
            <a:r>
              <a:rPr lang="es-ES" dirty="0"/>
              <a:t>(</a:t>
            </a:r>
          </a:p>
          <a:p>
            <a:r>
              <a:rPr lang="es-ES" dirty="0"/>
              <a:t>    v1: &amp;Vec&lt;u8&gt;,</a:t>
            </a:r>
          </a:p>
          <a:p>
            <a:r>
              <a:rPr lang="es-ES" dirty="0"/>
              <a:t>    v2: &amp;</a:t>
            </a:r>
            <a:r>
              <a:rPr lang="es-ES" dirty="0" err="1"/>
              <a:t>mut</a:t>
            </a:r>
            <a:r>
              <a:rPr lang="es-ES" dirty="0"/>
              <a:t> Vec&lt;u8&gt;,</a:t>
            </a:r>
          </a:p>
          <a:p>
            <a:r>
              <a:rPr lang="es-ES" dirty="0"/>
              <a:t>) {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b="1" dirty="0">
                <a:solidFill>
                  <a:srgbClr val="C00000"/>
                </a:solidFill>
              </a:rPr>
              <a:t>    borrow(&amp;v, &amp;mut v); // error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E0FBFE-DE85-C331-7F01-E80DC32E964F}"/>
              </a:ext>
            </a:extLst>
          </p:cNvPr>
          <p:cNvSpPr txBox="1"/>
          <p:nvPr/>
        </p:nvSpPr>
        <p:spPr>
          <a:xfrm>
            <a:off x="7188164" y="1828800"/>
            <a:ext cx="3620991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</a:t>
            </a:r>
            <a:r>
              <a:rPr lang="es-ES" dirty="0" err="1"/>
              <a:t>borrow</a:t>
            </a:r>
            <a:r>
              <a:rPr lang="es-ES" dirty="0"/>
              <a:t>(</a:t>
            </a:r>
          </a:p>
          <a:p>
            <a:r>
              <a:rPr lang="es-ES" dirty="0"/>
              <a:t>    v1: &amp;</a:t>
            </a:r>
            <a:r>
              <a:rPr lang="es-ES" dirty="0" err="1"/>
              <a:t>mut</a:t>
            </a:r>
            <a:r>
              <a:rPr lang="es-ES" dirty="0"/>
              <a:t> Vec&lt;u8&gt;,</a:t>
            </a:r>
          </a:p>
          <a:p>
            <a:r>
              <a:rPr lang="es-ES" dirty="0"/>
              <a:t>    v2: &amp;</a:t>
            </a:r>
            <a:r>
              <a:rPr lang="es-ES" dirty="0" err="1"/>
              <a:t>mut</a:t>
            </a:r>
            <a:r>
              <a:rPr lang="es-ES" dirty="0"/>
              <a:t> Vec&lt;u8&gt;,</a:t>
            </a:r>
          </a:p>
          <a:p>
            <a:r>
              <a:rPr lang="es-ES" dirty="0"/>
              <a:t>) {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b="1" dirty="0">
                <a:solidFill>
                  <a:srgbClr val="C00000"/>
                </a:solidFill>
              </a:rPr>
              <a:t>    borrow(&amp;mut v, &amp;mut v); // error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E86C5B-8CD0-32E1-EC3E-CA381BEA46A7}"/>
              </a:ext>
            </a:extLst>
          </p:cNvPr>
          <p:cNvSpPr txBox="1"/>
          <p:nvPr/>
        </p:nvSpPr>
        <p:spPr>
          <a:xfrm>
            <a:off x="2284216" y="4965192"/>
            <a:ext cx="70404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multiple shared</a:t>
            </a:r>
            <a:r>
              <a:rPr lang="en-US" dirty="0"/>
              <a:t> (immutable) references to v simultaneously (aliasing ok),</a:t>
            </a:r>
          </a:p>
          <a:p>
            <a:r>
              <a:rPr lang="en-US" dirty="0"/>
              <a:t>  or</a:t>
            </a:r>
          </a:p>
          <a:p>
            <a:r>
              <a:rPr lang="en-US" b="1" dirty="0"/>
              <a:t>one mutable</a:t>
            </a:r>
            <a:r>
              <a:rPr lang="en-US" dirty="0"/>
              <a:t> reference allowed to v (no aliasing)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BD9EB0-BF7D-E715-CC3B-6F47890ACD40}"/>
              </a:ext>
            </a:extLst>
          </p:cNvPr>
          <p:cNvSpPr txBox="1"/>
          <p:nvPr/>
        </p:nvSpPr>
        <p:spPr>
          <a:xfrm>
            <a:off x="713232" y="5977926"/>
            <a:ext cx="6478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&amp;t implements Copy, while &amp;mut t does </a:t>
            </a:r>
            <a:r>
              <a:rPr lang="en-US" i="1" dirty="0"/>
              <a:t>not</a:t>
            </a:r>
            <a:r>
              <a:rPr lang="en-US" dirty="0"/>
              <a:t> implement Copy</a:t>
            </a:r>
          </a:p>
        </p:txBody>
      </p:sp>
    </p:spTree>
    <p:extLst>
      <p:ext uri="{BB962C8B-B14F-4D97-AF65-F5344CB8AC3E}">
        <p14:creationId xmlns:p14="http://schemas.microsoft.com/office/powerpoint/2010/main" val="304404389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75BF6-B311-D197-6845-A8FF2D788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in Rust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7C64C0-B4E6-DCD6-4EFC-AC29D5C19FAA}"/>
              </a:ext>
            </a:extLst>
          </p:cNvPr>
          <p:cNvSpPr txBox="1"/>
          <p:nvPr/>
        </p:nvSpPr>
        <p:spPr>
          <a:xfrm>
            <a:off x="4379976" y="1942945"/>
            <a:ext cx="2239780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f(v: &amp;Vec&lt;u8&gt;) {</a:t>
            </a:r>
          </a:p>
          <a:p>
            <a:r>
              <a:rPr lang="es-ES" b="1" dirty="0">
                <a:solidFill>
                  <a:srgbClr val="C00000"/>
                </a:solidFill>
              </a:rPr>
              <a:t>    </a:t>
            </a:r>
            <a:r>
              <a:rPr lang="es-ES" b="1" dirty="0" err="1">
                <a:solidFill>
                  <a:srgbClr val="C00000"/>
                </a:solidFill>
              </a:rPr>
              <a:t>v.push</a:t>
            </a:r>
            <a:r>
              <a:rPr lang="es-ES" b="1" dirty="0">
                <a:solidFill>
                  <a:srgbClr val="C00000"/>
                </a:solidFill>
              </a:rPr>
              <a:t>(10); // error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6E6B45-20AB-DFEB-FB34-42CACEA4B530}"/>
              </a:ext>
            </a:extLst>
          </p:cNvPr>
          <p:cNvSpPr txBox="1"/>
          <p:nvPr/>
        </p:nvSpPr>
        <p:spPr>
          <a:xfrm>
            <a:off x="7287768" y="1942945"/>
            <a:ext cx="2382127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f(v: &amp;</a:t>
            </a:r>
            <a:r>
              <a:rPr lang="es-ES" dirty="0" err="1"/>
              <a:t>mut</a:t>
            </a:r>
            <a:r>
              <a:rPr lang="es-ES" dirty="0"/>
              <a:t> Vec&lt;u8&gt;) {</a:t>
            </a:r>
          </a:p>
          <a:p>
            <a:r>
              <a:rPr lang="es-ES" dirty="0">
                <a:solidFill>
                  <a:schemeClr val="tx1"/>
                </a:solidFill>
              </a:rPr>
              <a:t>    </a:t>
            </a:r>
            <a:r>
              <a:rPr lang="es-ES" dirty="0" err="1">
                <a:solidFill>
                  <a:schemeClr val="tx1"/>
                </a:solidFill>
              </a:rPr>
              <a:t>v.push</a:t>
            </a:r>
            <a:r>
              <a:rPr lang="es-ES" dirty="0">
                <a:solidFill>
                  <a:schemeClr val="tx1"/>
                </a:solidFill>
              </a:rPr>
              <a:t>(10); // ok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E0FBFE-DE85-C331-7F01-E80DC32E964F}"/>
              </a:ext>
            </a:extLst>
          </p:cNvPr>
          <p:cNvSpPr txBox="1"/>
          <p:nvPr/>
        </p:nvSpPr>
        <p:spPr>
          <a:xfrm>
            <a:off x="1838924" y="1942945"/>
            <a:ext cx="1943481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f(v: Vec&lt;u8&gt;) {</a:t>
            </a:r>
          </a:p>
          <a:p>
            <a:r>
              <a:rPr lang="es-ES" dirty="0">
                <a:solidFill>
                  <a:schemeClr val="tx1"/>
                </a:solidFill>
              </a:rPr>
              <a:t>    </a:t>
            </a:r>
            <a:r>
              <a:rPr lang="es-ES" dirty="0" err="1">
                <a:solidFill>
                  <a:schemeClr val="tx1"/>
                </a:solidFill>
              </a:rPr>
              <a:t>v.push</a:t>
            </a:r>
            <a:r>
              <a:rPr lang="es-ES" dirty="0">
                <a:solidFill>
                  <a:schemeClr val="tx1"/>
                </a:solidFill>
              </a:rPr>
              <a:t>(10); // ok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E86C5B-8CD0-32E1-EC3E-CA381BEA46A7}"/>
              </a:ext>
            </a:extLst>
          </p:cNvPr>
          <p:cNvSpPr txBox="1"/>
          <p:nvPr/>
        </p:nvSpPr>
        <p:spPr>
          <a:xfrm>
            <a:off x="581124" y="3604552"/>
            <a:ext cx="11029751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2000" dirty="0"/>
              <a:t>mutation allowed on owned value and mutable reference</a:t>
            </a:r>
          </a:p>
          <a:p>
            <a:pPr marL="285750" indent="-285750">
              <a:buFontTx/>
              <a:buChar char="-"/>
            </a:pPr>
            <a:r>
              <a:rPr lang="en-US" sz="2000" dirty="0"/>
              <a:t>shared references does not allow mutation</a:t>
            </a:r>
          </a:p>
          <a:p>
            <a:endParaRPr lang="en-US" sz="2000" dirty="0"/>
          </a:p>
          <a:p>
            <a:r>
              <a:rPr lang="en-US" sz="2000" dirty="0"/>
              <a:t>So Rust allows </a:t>
            </a:r>
            <a:r>
              <a:rPr lang="en-US" sz="2000" b="1" i="1" dirty="0"/>
              <a:t>either</a:t>
            </a:r>
            <a:r>
              <a:rPr lang="en-US" sz="2000" dirty="0"/>
              <a:t> </a:t>
            </a:r>
            <a:r>
              <a:rPr lang="en-US" sz="2000" b="1" dirty="0"/>
              <a:t>mutation</a:t>
            </a:r>
            <a:r>
              <a:rPr lang="en-US" sz="2000" dirty="0"/>
              <a:t> </a:t>
            </a:r>
            <a:r>
              <a:rPr lang="en-US" sz="2000" b="1" i="1" dirty="0"/>
              <a:t>or</a:t>
            </a:r>
            <a:r>
              <a:rPr lang="en-US" sz="2000" dirty="0"/>
              <a:t> </a:t>
            </a:r>
            <a:r>
              <a:rPr lang="en-US" sz="2000" b="1" dirty="0"/>
              <a:t>aliasing</a:t>
            </a:r>
            <a:r>
              <a:rPr lang="en-US" sz="2000" dirty="0"/>
              <a:t> of a value,</a:t>
            </a:r>
          </a:p>
          <a:p>
            <a:r>
              <a:rPr lang="en-US" sz="2000" dirty="0"/>
              <a:t>but not both mutation and aliasing together.</a:t>
            </a:r>
          </a:p>
          <a:p>
            <a:endParaRPr lang="en-US" sz="2000" dirty="0"/>
          </a:p>
          <a:p>
            <a:r>
              <a:rPr lang="en-US" sz="2000" dirty="0"/>
              <a:t>This is an unusual discipline.</a:t>
            </a:r>
          </a:p>
          <a:p>
            <a:r>
              <a:rPr lang="en-US" sz="2000" dirty="0"/>
              <a:t>Most languages (C, C++, Java, C#, ML, JavaScript, Python, Dafny, …) allow mutation and aliasing together.</a:t>
            </a:r>
          </a:p>
        </p:txBody>
      </p:sp>
    </p:spTree>
    <p:extLst>
      <p:ext uri="{BB962C8B-B14F-4D97-AF65-F5344CB8AC3E}">
        <p14:creationId xmlns:p14="http://schemas.microsoft.com/office/powerpoint/2010/main" val="303821819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E3781-DFC2-3C24-64F6-A48B918F6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+ aliasing is annoying for verification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644D5D-18A4-C675-5684-1D61C2367DAF}"/>
              </a:ext>
            </a:extLst>
          </p:cNvPr>
          <p:cNvSpPr txBox="1"/>
          <p:nvPr/>
        </p:nvSpPr>
        <p:spPr>
          <a:xfrm>
            <a:off x="426720" y="1938528"/>
            <a:ext cx="3775905" cy="3693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// Dafny code</a:t>
            </a:r>
          </a:p>
          <a:p>
            <a:endParaRPr lang="en-US" dirty="0">
              <a:solidFill>
                <a:srgbClr val="7030A0"/>
              </a:solidFill>
            </a:endParaRPr>
          </a:p>
          <a:p>
            <a:r>
              <a:rPr lang="en-US" dirty="0">
                <a:solidFill>
                  <a:srgbClr val="7030A0"/>
                </a:solidFill>
              </a:rPr>
              <a:t>method M(x: array&lt;int&gt;, y: array&lt;int&gt;)</a:t>
            </a:r>
          </a:p>
          <a:p>
            <a:endParaRPr lang="en-US" dirty="0">
              <a:solidFill>
                <a:srgbClr val="7030A0"/>
              </a:solidFill>
            </a:endParaRPr>
          </a:p>
          <a:p>
            <a:r>
              <a:rPr lang="en-US" dirty="0">
                <a:solidFill>
                  <a:srgbClr val="7030A0"/>
                </a:solidFill>
              </a:rPr>
              <a:t>    requires </a:t>
            </a:r>
            <a:r>
              <a:rPr lang="en-US" dirty="0" err="1">
                <a:solidFill>
                  <a:srgbClr val="7030A0"/>
                </a:solidFill>
              </a:rPr>
              <a:t>x.Length</a:t>
            </a:r>
            <a:r>
              <a:rPr lang="en-US" dirty="0">
                <a:solidFill>
                  <a:srgbClr val="7030A0"/>
                </a:solidFill>
              </a:rPr>
              <a:t> &gt; 0</a:t>
            </a:r>
          </a:p>
          <a:p>
            <a:r>
              <a:rPr lang="en-US" dirty="0">
                <a:solidFill>
                  <a:srgbClr val="7030A0"/>
                </a:solidFill>
              </a:rPr>
              <a:t>    requires </a:t>
            </a:r>
            <a:r>
              <a:rPr lang="en-US" dirty="0" err="1">
                <a:solidFill>
                  <a:srgbClr val="7030A0"/>
                </a:solidFill>
              </a:rPr>
              <a:t>y.Length</a:t>
            </a:r>
            <a:r>
              <a:rPr lang="en-US" dirty="0">
                <a:solidFill>
                  <a:srgbClr val="7030A0"/>
                </a:solidFill>
              </a:rPr>
              <a:t> &gt; 0</a:t>
            </a:r>
          </a:p>
          <a:p>
            <a:r>
              <a:rPr lang="en-US" dirty="0">
                <a:solidFill>
                  <a:srgbClr val="7030A0"/>
                </a:solidFill>
              </a:rPr>
              <a:t>    requires y[0] == 3</a:t>
            </a:r>
          </a:p>
          <a:p>
            <a:r>
              <a:rPr lang="en-US" dirty="0">
                <a:solidFill>
                  <a:srgbClr val="7030A0"/>
                </a:solidFill>
              </a:rPr>
              <a:t>    modifies x</a:t>
            </a:r>
          </a:p>
          <a:p>
            <a:r>
              <a:rPr lang="en-US" dirty="0">
                <a:solidFill>
                  <a:srgbClr val="7030A0"/>
                </a:solidFill>
              </a:rPr>
              <a:t>{</a:t>
            </a:r>
          </a:p>
          <a:p>
            <a:r>
              <a:rPr lang="en-US" dirty="0">
                <a:solidFill>
                  <a:srgbClr val="7030A0"/>
                </a:solidFill>
              </a:rPr>
              <a:t>    assert y[0] == 3;</a:t>
            </a:r>
          </a:p>
          <a:p>
            <a:r>
              <a:rPr lang="en-US" dirty="0">
                <a:solidFill>
                  <a:srgbClr val="7030A0"/>
                </a:solidFill>
              </a:rPr>
              <a:t>    x[0] := 5;</a:t>
            </a:r>
          </a:p>
          <a:p>
            <a:r>
              <a:rPr lang="en-US" b="1" dirty="0">
                <a:solidFill>
                  <a:srgbClr val="C00000"/>
                </a:solidFill>
              </a:rPr>
              <a:t>    assert y[0] == 3; // error</a:t>
            </a:r>
          </a:p>
          <a:p>
            <a:r>
              <a:rPr lang="en-US" dirty="0">
                <a:solidFill>
                  <a:srgbClr val="7030A0"/>
                </a:solidFill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8D2E84-86A2-054B-98A4-309AA08C178A}"/>
              </a:ext>
            </a:extLst>
          </p:cNvPr>
          <p:cNvSpPr txBox="1"/>
          <p:nvPr/>
        </p:nvSpPr>
        <p:spPr>
          <a:xfrm>
            <a:off x="4362180" y="1938528"/>
            <a:ext cx="3775905" cy="3693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// Dafny code</a:t>
            </a:r>
          </a:p>
          <a:p>
            <a:endParaRPr lang="en-US" dirty="0">
              <a:solidFill>
                <a:srgbClr val="7030A0"/>
              </a:solidFill>
            </a:endParaRPr>
          </a:p>
          <a:p>
            <a:r>
              <a:rPr lang="en-US" dirty="0">
                <a:solidFill>
                  <a:srgbClr val="7030A0"/>
                </a:solidFill>
              </a:rPr>
              <a:t>method M(x: array&lt;int&gt;, y: array&lt;int&gt;)</a:t>
            </a:r>
          </a:p>
          <a:p>
            <a:r>
              <a:rPr lang="en-US" b="1" dirty="0">
                <a:solidFill>
                  <a:srgbClr val="7030A0"/>
                </a:solidFill>
              </a:rPr>
              <a:t>    requires x != y</a:t>
            </a:r>
            <a:endParaRPr lang="en-US" dirty="0">
              <a:solidFill>
                <a:srgbClr val="7030A0"/>
              </a:solidFill>
            </a:endParaRPr>
          </a:p>
          <a:p>
            <a:r>
              <a:rPr lang="en-US" dirty="0">
                <a:solidFill>
                  <a:srgbClr val="7030A0"/>
                </a:solidFill>
              </a:rPr>
              <a:t>    requires </a:t>
            </a:r>
            <a:r>
              <a:rPr lang="en-US" dirty="0" err="1">
                <a:solidFill>
                  <a:srgbClr val="7030A0"/>
                </a:solidFill>
              </a:rPr>
              <a:t>x.Length</a:t>
            </a:r>
            <a:r>
              <a:rPr lang="en-US" dirty="0">
                <a:solidFill>
                  <a:srgbClr val="7030A0"/>
                </a:solidFill>
              </a:rPr>
              <a:t> &gt; 0</a:t>
            </a:r>
          </a:p>
          <a:p>
            <a:r>
              <a:rPr lang="en-US" dirty="0">
                <a:solidFill>
                  <a:srgbClr val="7030A0"/>
                </a:solidFill>
              </a:rPr>
              <a:t>    requires </a:t>
            </a:r>
            <a:r>
              <a:rPr lang="en-US" dirty="0" err="1">
                <a:solidFill>
                  <a:srgbClr val="7030A0"/>
                </a:solidFill>
              </a:rPr>
              <a:t>y.Length</a:t>
            </a:r>
            <a:r>
              <a:rPr lang="en-US" dirty="0">
                <a:solidFill>
                  <a:srgbClr val="7030A0"/>
                </a:solidFill>
              </a:rPr>
              <a:t> &gt; 0</a:t>
            </a:r>
          </a:p>
          <a:p>
            <a:r>
              <a:rPr lang="en-US" dirty="0">
                <a:solidFill>
                  <a:srgbClr val="7030A0"/>
                </a:solidFill>
              </a:rPr>
              <a:t>    requires y[0] == 3</a:t>
            </a:r>
          </a:p>
          <a:p>
            <a:r>
              <a:rPr lang="en-US" dirty="0">
                <a:solidFill>
                  <a:srgbClr val="7030A0"/>
                </a:solidFill>
              </a:rPr>
              <a:t>    modifies x</a:t>
            </a:r>
          </a:p>
          <a:p>
            <a:r>
              <a:rPr lang="en-US" dirty="0">
                <a:solidFill>
                  <a:srgbClr val="7030A0"/>
                </a:solidFill>
              </a:rPr>
              <a:t>{</a:t>
            </a:r>
          </a:p>
          <a:p>
            <a:r>
              <a:rPr lang="en-US" dirty="0">
                <a:solidFill>
                  <a:srgbClr val="7030A0"/>
                </a:solidFill>
              </a:rPr>
              <a:t>    assert y[0] == 3;</a:t>
            </a:r>
          </a:p>
          <a:p>
            <a:r>
              <a:rPr lang="en-US" dirty="0">
                <a:solidFill>
                  <a:srgbClr val="7030A0"/>
                </a:solidFill>
              </a:rPr>
              <a:t>    x[0] := 5;</a:t>
            </a:r>
          </a:p>
          <a:p>
            <a:r>
              <a:rPr lang="en-US" dirty="0">
                <a:solidFill>
                  <a:srgbClr val="7030A0"/>
                </a:solidFill>
              </a:rPr>
              <a:t>    assert y[0] == 3; // ok</a:t>
            </a:r>
          </a:p>
          <a:p>
            <a:r>
              <a:rPr lang="en-US" dirty="0">
                <a:solidFill>
                  <a:srgbClr val="7030A0"/>
                </a:solidFill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0E180B-ABBA-4E3D-B66A-F8B83F08CF90}"/>
              </a:ext>
            </a:extLst>
          </p:cNvPr>
          <p:cNvSpPr txBox="1"/>
          <p:nvPr/>
        </p:nvSpPr>
        <p:spPr>
          <a:xfrm>
            <a:off x="8297640" y="1938528"/>
            <a:ext cx="3542445" cy="3693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// Rust/Verus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f(x: &amp;mut Vec&lt;u8&gt;, y: &amp;Vec&lt;u8&gt;)</a:t>
            </a:r>
          </a:p>
          <a:p>
            <a:r>
              <a:rPr lang="en-US" dirty="0"/>
              <a:t>    requires</a:t>
            </a:r>
          </a:p>
          <a:p>
            <a:r>
              <a:rPr lang="en-US" dirty="0"/>
              <a:t>        </a:t>
            </a:r>
            <a:r>
              <a:rPr lang="en-US" dirty="0" err="1"/>
              <a:t>x.len</a:t>
            </a:r>
            <a:r>
              <a:rPr lang="en-US" dirty="0"/>
              <a:t>() &gt; 0,</a:t>
            </a:r>
          </a:p>
          <a:p>
            <a:r>
              <a:rPr lang="en-US" dirty="0"/>
              <a:t>        </a:t>
            </a:r>
            <a:r>
              <a:rPr lang="en-US" dirty="0" err="1"/>
              <a:t>y.len</a:t>
            </a:r>
            <a:r>
              <a:rPr lang="en-US" dirty="0"/>
              <a:t>() &gt; 0,</a:t>
            </a:r>
          </a:p>
          <a:p>
            <a:r>
              <a:rPr lang="en-US" dirty="0"/>
              <a:t>        y[0] == 3,</a:t>
            </a:r>
          </a:p>
          <a:p>
            <a:endParaRPr lang="en-US" dirty="0"/>
          </a:p>
          <a:p>
            <a:r>
              <a:rPr lang="en-US" dirty="0"/>
              <a:t>{</a:t>
            </a:r>
          </a:p>
          <a:p>
            <a:r>
              <a:rPr lang="en-US" dirty="0"/>
              <a:t>    assert(y[0] == 3);</a:t>
            </a:r>
          </a:p>
          <a:p>
            <a:r>
              <a:rPr lang="en-US" dirty="0"/>
              <a:t>    x[0] = 5;</a:t>
            </a:r>
          </a:p>
          <a:p>
            <a:r>
              <a:rPr lang="en-US" dirty="0"/>
              <a:t>    assert(y[0] == 3); // ok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041193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3972FC55-D189-D6C3-CA7C-D89BD77C9E88}"/>
              </a:ext>
            </a:extLst>
          </p:cNvPr>
          <p:cNvSpPr/>
          <p:nvPr/>
        </p:nvSpPr>
        <p:spPr>
          <a:xfrm>
            <a:off x="5491092" y="2785107"/>
            <a:ext cx="4126438" cy="377416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17342F-DC9C-6AFE-3109-469C9F91E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76432" cy="1325563"/>
          </a:xfrm>
        </p:spPr>
        <p:txBody>
          <a:bodyPr/>
          <a:lstStyle/>
          <a:p>
            <a:r>
              <a:rPr lang="en-US" dirty="0"/>
              <a:t>Classical verification (e.g. Dafny): one big heap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951E59-8A65-B2B8-3D53-85D3D2605A2B}"/>
              </a:ext>
            </a:extLst>
          </p:cNvPr>
          <p:cNvSpPr txBox="1"/>
          <p:nvPr/>
        </p:nvSpPr>
        <p:spPr>
          <a:xfrm>
            <a:off x="5877158" y="2324898"/>
            <a:ext cx="3677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(declare-var heap@ </a:t>
            </a:r>
            <a:r>
              <a:rPr lang="en-US" dirty="0" err="1"/>
              <a:t>MapIntToObject</a:t>
            </a:r>
            <a:r>
              <a:rPr lang="en-US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11007D-D566-3DDE-87C5-6FD727DAC912}"/>
              </a:ext>
            </a:extLst>
          </p:cNvPr>
          <p:cNvSpPr txBox="1"/>
          <p:nvPr/>
        </p:nvSpPr>
        <p:spPr>
          <a:xfrm>
            <a:off x="5655757" y="4190560"/>
            <a:ext cx="661335" cy="36933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30350B-C207-50E2-7595-2085FC1370EE}"/>
              </a:ext>
            </a:extLst>
          </p:cNvPr>
          <p:cNvSpPr txBox="1"/>
          <p:nvPr/>
        </p:nvSpPr>
        <p:spPr>
          <a:xfrm>
            <a:off x="5655757" y="4572249"/>
            <a:ext cx="661335" cy="36933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FDA64B-1692-7BDC-F9F3-12B7A246A037}"/>
              </a:ext>
            </a:extLst>
          </p:cNvPr>
          <p:cNvSpPr txBox="1"/>
          <p:nvPr/>
        </p:nvSpPr>
        <p:spPr>
          <a:xfrm>
            <a:off x="5655757" y="4927933"/>
            <a:ext cx="661335" cy="36933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ED3698-71A8-91E3-9836-50920B825D4A}"/>
              </a:ext>
            </a:extLst>
          </p:cNvPr>
          <p:cNvSpPr/>
          <p:nvPr/>
        </p:nvSpPr>
        <p:spPr>
          <a:xfrm>
            <a:off x="7925403" y="3479670"/>
            <a:ext cx="1143000" cy="64497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array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5616025-2AB3-2947-5FC1-05033E05C166}"/>
              </a:ext>
            </a:extLst>
          </p:cNvPr>
          <p:cNvSpPr/>
          <p:nvPr/>
        </p:nvSpPr>
        <p:spPr>
          <a:xfrm>
            <a:off x="8085967" y="4501836"/>
            <a:ext cx="1143000" cy="64497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array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A7A27A-92A5-559C-21B4-80E048FF7D6F}"/>
              </a:ext>
            </a:extLst>
          </p:cNvPr>
          <p:cNvSpPr/>
          <p:nvPr/>
        </p:nvSpPr>
        <p:spPr>
          <a:xfrm>
            <a:off x="7514467" y="5451346"/>
            <a:ext cx="1143000" cy="64497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array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09E7351-40BB-351C-ED54-BB37C787C6D1}"/>
              </a:ext>
            </a:extLst>
          </p:cNvPr>
          <p:cNvCxnSpPr>
            <a:stCxn id="6" idx="3"/>
            <a:endCxn id="9" idx="1"/>
          </p:cNvCxnSpPr>
          <p:nvPr/>
        </p:nvCxnSpPr>
        <p:spPr>
          <a:xfrm flipV="1">
            <a:off x="6317092" y="3802159"/>
            <a:ext cx="1608311" cy="573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A596D79-6410-BE2E-BE73-3A36E7E8ED7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6317092" y="4756915"/>
            <a:ext cx="1768875" cy="67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20D41F7-2BD8-471D-DADE-333FC6C2E317}"/>
              </a:ext>
            </a:extLst>
          </p:cNvPr>
          <p:cNvCxnSpPr>
            <a:stCxn id="8" idx="3"/>
            <a:endCxn id="11" idx="1"/>
          </p:cNvCxnSpPr>
          <p:nvPr/>
        </p:nvCxnSpPr>
        <p:spPr>
          <a:xfrm>
            <a:off x="6317092" y="5112599"/>
            <a:ext cx="1197375" cy="6612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715F9E1-829F-9611-69AE-E142B6833D47}"/>
              </a:ext>
            </a:extLst>
          </p:cNvPr>
          <p:cNvSpPr txBox="1"/>
          <p:nvPr/>
        </p:nvSpPr>
        <p:spPr>
          <a:xfrm>
            <a:off x="965838" y="1584778"/>
            <a:ext cx="3775905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// Dafny code</a:t>
            </a:r>
          </a:p>
          <a:p>
            <a:endParaRPr lang="en-US" dirty="0">
              <a:solidFill>
                <a:srgbClr val="7030A0"/>
              </a:solidFill>
            </a:endParaRPr>
          </a:p>
          <a:p>
            <a:r>
              <a:rPr lang="en-US" dirty="0">
                <a:solidFill>
                  <a:srgbClr val="7030A0"/>
                </a:solidFill>
              </a:rPr>
              <a:t>method M(x: array&lt;int&gt;, y: array&lt;int&gt;)</a:t>
            </a:r>
          </a:p>
          <a:p>
            <a:r>
              <a:rPr lang="en-US" b="1" dirty="0">
                <a:solidFill>
                  <a:srgbClr val="7030A0"/>
                </a:solidFill>
              </a:rPr>
              <a:t>    requires x != y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CCBAD3-27B5-6F28-F958-3607A1514C78}"/>
              </a:ext>
            </a:extLst>
          </p:cNvPr>
          <p:cNvSpPr txBox="1"/>
          <p:nvPr/>
        </p:nvSpPr>
        <p:spPr>
          <a:xfrm>
            <a:off x="4551806" y="5082014"/>
            <a:ext cx="62228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x = 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8ABCE6-2C2C-64A4-8285-057F21E05149}"/>
              </a:ext>
            </a:extLst>
          </p:cNvPr>
          <p:cNvSpPr txBox="1"/>
          <p:nvPr/>
        </p:nvSpPr>
        <p:spPr>
          <a:xfrm>
            <a:off x="4597775" y="4068500"/>
            <a:ext cx="62709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y = 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D195E5C-8CE3-38AD-C8BF-834DA48E1134}"/>
              </a:ext>
            </a:extLst>
          </p:cNvPr>
          <p:cNvCxnSpPr>
            <a:stCxn id="20" idx="3"/>
            <a:endCxn id="8" idx="1"/>
          </p:cNvCxnSpPr>
          <p:nvPr/>
        </p:nvCxnSpPr>
        <p:spPr>
          <a:xfrm flipV="1">
            <a:off x="5174092" y="5112599"/>
            <a:ext cx="481665" cy="1540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4B740EE-173B-988D-692D-3C5BF713AF61}"/>
              </a:ext>
            </a:extLst>
          </p:cNvPr>
          <p:cNvCxnSpPr>
            <a:stCxn id="21" idx="3"/>
            <a:endCxn id="6" idx="1"/>
          </p:cNvCxnSpPr>
          <p:nvPr/>
        </p:nvCxnSpPr>
        <p:spPr>
          <a:xfrm>
            <a:off x="5224870" y="4253166"/>
            <a:ext cx="430887" cy="122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B37721B-DB3A-5CE4-8F41-0F2C7B15370C}"/>
              </a:ext>
            </a:extLst>
          </p:cNvPr>
          <p:cNvSpPr txBox="1"/>
          <p:nvPr/>
        </p:nvSpPr>
        <p:spPr>
          <a:xfrm>
            <a:off x="3386282" y="4662671"/>
            <a:ext cx="21259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(declare-const x! Int)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40F312-122E-DCE0-1239-A85CBDE6CAD3}"/>
              </a:ext>
            </a:extLst>
          </p:cNvPr>
          <p:cNvSpPr txBox="1"/>
          <p:nvPr/>
        </p:nvSpPr>
        <p:spPr>
          <a:xfrm>
            <a:off x="3245229" y="3614409"/>
            <a:ext cx="2130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(declare-const y! Int)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376E9-0326-9A09-7695-9176C8FFC4B4}"/>
              </a:ext>
            </a:extLst>
          </p:cNvPr>
          <p:cNvSpPr txBox="1"/>
          <p:nvPr/>
        </p:nvSpPr>
        <p:spPr>
          <a:xfrm>
            <a:off x="350150" y="5312170"/>
            <a:ext cx="343106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Classical approach:</a:t>
            </a:r>
          </a:p>
          <a:p>
            <a:pPr marL="285750" indent="-285750">
              <a:buFontTx/>
              <a:buChar char="-"/>
            </a:pPr>
            <a:r>
              <a:rPr lang="en-US" dirty="0"/>
              <a:t>x and y are addresses</a:t>
            </a:r>
          </a:p>
          <a:p>
            <a:pPr marL="285750" indent="-285750">
              <a:buFontTx/>
              <a:buChar char="-"/>
            </a:pPr>
            <a:r>
              <a:rPr lang="en-US" dirty="0"/>
              <a:t>objects (e.g. arrays) live in heap</a:t>
            </a:r>
          </a:p>
          <a:p>
            <a:pPr marL="285750" indent="-285750">
              <a:buFontTx/>
              <a:buChar char="-"/>
            </a:pPr>
            <a:r>
              <a:rPr lang="en-US" dirty="0"/>
              <a:t>need to worry about aliasing</a:t>
            </a:r>
          </a:p>
        </p:txBody>
      </p:sp>
    </p:spTree>
    <p:extLst>
      <p:ext uri="{BB962C8B-B14F-4D97-AF65-F5344CB8AC3E}">
        <p14:creationId xmlns:p14="http://schemas.microsoft.com/office/powerpoint/2010/main" val="228768995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36C0F-DBA4-1E19-A3FD-05303E215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verification: no heap needed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D67351-4E2B-7535-9FDE-B91C7BDEE979}"/>
              </a:ext>
            </a:extLst>
          </p:cNvPr>
          <p:cNvSpPr txBox="1"/>
          <p:nvPr/>
        </p:nvSpPr>
        <p:spPr>
          <a:xfrm>
            <a:off x="5290456" y="4356484"/>
            <a:ext cx="5162824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struct Complex { real: f64, </a:t>
            </a:r>
            <a:r>
              <a:rPr lang="en-US" dirty="0" err="1"/>
              <a:t>imag</a:t>
            </a:r>
            <a:r>
              <a:rPr lang="en-US" dirty="0"/>
              <a:t>: f64 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f(x: Complex, y: &amp;Complex, z: &amp;mut Complex) { … 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84DFE3-738D-3012-2633-458E6C96F593}"/>
              </a:ext>
            </a:extLst>
          </p:cNvPr>
          <p:cNvSpPr txBox="1"/>
          <p:nvPr/>
        </p:nvSpPr>
        <p:spPr>
          <a:xfrm>
            <a:off x="3427404" y="5665719"/>
            <a:ext cx="2687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(declare-const x! Complex)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901F1C-157D-1800-46EF-846C1C0FDCBE}"/>
              </a:ext>
            </a:extLst>
          </p:cNvPr>
          <p:cNvSpPr txBox="1"/>
          <p:nvPr/>
        </p:nvSpPr>
        <p:spPr>
          <a:xfrm>
            <a:off x="6333890" y="5665719"/>
            <a:ext cx="2687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(declare-const y! Complex)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CD965E-E338-57A7-AB86-A522C59D04D6}"/>
              </a:ext>
            </a:extLst>
          </p:cNvPr>
          <p:cNvSpPr txBox="1"/>
          <p:nvPr/>
        </p:nvSpPr>
        <p:spPr>
          <a:xfrm>
            <a:off x="9460812" y="5665719"/>
            <a:ext cx="22564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(declare-const z! Poly)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4EB8EBD-5850-359E-C44B-D37589C2ADB3}"/>
              </a:ext>
            </a:extLst>
          </p:cNvPr>
          <p:cNvCxnSpPr>
            <a:endCxn id="4" idx="0"/>
          </p:cNvCxnSpPr>
          <p:nvPr/>
        </p:nvCxnSpPr>
        <p:spPr>
          <a:xfrm flipH="1">
            <a:off x="4771009" y="5197406"/>
            <a:ext cx="1107276" cy="4683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710CF8B-8D00-F445-D1C8-ACB58985A749}"/>
              </a:ext>
            </a:extLst>
          </p:cNvPr>
          <p:cNvCxnSpPr>
            <a:stCxn id="5" idx="0"/>
          </p:cNvCxnSpPr>
          <p:nvPr/>
        </p:nvCxnSpPr>
        <p:spPr>
          <a:xfrm flipH="1" flipV="1">
            <a:off x="7380513" y="5205571"/>
            <a:ext cx="296982" cy="460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F13D2BD-6951-C034-7AAF-4E5B8FC7DA12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9021100" y="5197406"/>
            <a:ext cx="1567938" cy="4683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8AE3F81-A767-A874-60A9-5FD334A7BE44}"/>
              </a:ext>
            </a:extLst>
          </p:cNvPr>
          <p:cNvSpPr txBox="1"/>
          <p:nvPr/>
        </p:nvSpPr>
        <p:spPr>
          <a:xfrm>
            <a:off x="629044" y="1512985"/>
            <a:ext cx="8607485" cy="347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In AIR/SMT encoding, values are stored in the references, not in a separate heap: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SMT representation of &amp;t is the same as SMT representation of 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SMT representation of &amp;mut t is a pair of t and extra information</a:t>
            </a:r>
          </a:p>
          <a:p>
            <a:endParaRPr lang="en-US" sz="2000" dirty="0"/>
          </a:p>
          <a:p>
            <a:r>
              <a:rPr lang="en-US" sz="2000" dirty="0"/>
              <a:t>Let [[t]] be the SMT representation of Rust type t:</a:t>
            </a:r>
          </a:p>
          <a:p>
            <a:r>
              <a:rPr lang="en-US" sz="2000" dirty="0"/>
              <a:t>    [[bool]] = Bool</a:t>
            </a:r>
          </a:p>
          <a:p>
            <a:r>
              <a:rPr lang="en-US" sz="2000" dirty="0"/>
              <a:t>    [[int]] = Int</a:t>
            </a:r>
          </a:p>
          <a:p>
            <a:r>
              <a:rPr lang="en-US" sz="2000" dirty="0"/>
              <a:t>    [[&amp;t]] = [[t]]</a:t>
            </a:r>
          </a:p>
          <a:p>
            <a:r>
              <a:rPr lang="en-US" sz="2000" dirty="0"/>
              <a:t>    [[&amp;mut t]] = ([[t]], …extra-stuff…)</a:t>
            </a:r>
          </a:p>
          <a:p>
            <a:r>
              <a:rPr lang="en-US" sz="2000" dirty="0"/>
              <a:t>    [[Complex]] = Complex</a:t>
            </a:r>
          </a:p>
          <a:p>
            <a:r>
              <a:rPr lang="en-US" sz="2000" dirty="0"/>
              <a:t>    …</a:t>
            </a:r>
          </a:p>
        </p:txBody>
      </p:sp>
    </p:spTree>
    <p:extLst>
      <p:ext uri="{BB962C8B-B14F-4D97-AF65-F5344CB8AC3E}">
        <p14:creationId xmlns:p14="http://schemas.microsoft.com/office/powerpoint/2010/main" val="279311315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1E4D7-2BCA-1D23-2553-883C58303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&amp;mut is powerful and complex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207862-AF9D-8E86-0EF5-782AF2D70B15}"/>
              </a:ext>
            </a:extLst>
          </p:cNvPr>
          <p:cNvSpPr txBox="1"/>
          <p:nvPr/>
        </p:nvSpPr>
        <p:spPr>
          <a:xfrm>
            <a:off x="4114800" y="1506022"/>
            <a:ext cx="315246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struct S { a: u32, b: u32, c: u32 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BA7632-1D3B-6454-214B-D76568599EC8}"/>
              </a:ext>
            </a:extLst>
          </p:cNvPr>
          <p:cNvSpPr txBox="1"/>
          <p:nvPr/>
        </p:nvSpPr>
        <p:spPr>
          <a:xfrm>
            <a:off x="111579" y="2245179"/>
            <a:ext cx="3672800" cy="2585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uref</a:t>
            </a:r>
            <a:r>
              <a:rPr lang="en-US" dirty="0"/>
              <a:t>: &amp;mut u32) {</a:t>
            </a:r>
          </a:p>
          <a:p>
            <a:r>
              <a:rPr lang="en-US" dirty="0"/>
              <a:t>    *</a:t>
            </a:r>
            <a:r>
              <a:rPr lang="en-US" dirty="0" err="1"/>
              <a:t>uref</a:t>
            </a:r>
            <a:r>
              <a:rPr lang="en-US" dirty="0"/>
              <a:t> += 1;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f(&amp;mut </a:t>
            </a:r>
            <a:r>
              <a:rPr lang="en-US" dirty="0" err="1"/>
              <a:t>s.c</a:t>
            </a:r>
            <a:r>
              <a:rPr lang="en-US" dirty="0"/>
              <a:t>);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D152BB-63F5-5B68-CBE6-D104892C130A}"/>
              </a:ext>
            </a:extLst>
          </p:cNvPr>
          <p:cNvSpPr txBox="1"/>
          <p:nvPr/>
        </p:nvSpPr>
        <p:spPr>
          <a:xfrm>
            <a:off x="3967843" y="2245179"/>
            <a:ext cx="3672800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sref</a:t>
            </a:r>
            <a:r>
              <a:rPr lang="en-US" dirty="0"/>
              <a:t>: &amp;mut S) -&gt; &amp;mut u32 {</a:t>
            </a:r>
          </a:p>
          <a:p>
            <a:r>
              <a:rPr lang="en-US" dirty="0"/>
              <a:t>    &amp;mut </a:t>
            </a:r>
            <a:r>
              <a:rPr lang="en-US" dirty="0" err="1"/>
              <a:t>sref.c</a:t>
            </a:r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let p = f(&amp;mut s);</a:t>
            </a:r>
          </a:p>
          <a:p>
            <a:r>
              <a:rPr lang="en-US" dirty="0"/>
              <a:t>    *p = *p + 1;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DDE2F8-CFFB-CB67-254D-B0C0532DED66}"/>
              </a:ext>
            </a:extLst>
          </p:cNvPr>
          <p:cNvSpPr txBox="1"/>
          <p:nvPr/>
        </p:nvSpPr>
        <p:spPr>
          <a:xfrm>
            <a:off x="7824107" y="2245179"/>
            <a:ext cx="4283288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f(flag: bool, </a:t>
            </a:r>
            <a:r>
              <a:rPr lang="en-US" dirty="0" err="1"/>
              <a:t>sref</a:t>
            </a:r>
            <a:r>
              <a:rPr lang="en-US" dirty="0"/>
              <a:t>: &amp;mut S) -&gt; &amp;mut u32 {</a:t>
            </a:r>
          </a:p>
          <a:p>
            <a:r>
              <a:rPr lang="en-US" dirty="0"/>
              <a:t>    if flag { &amp;mut </a:t>
            </a:r>
            <a:r>
              <a:rPr lang="en-US" dirty="0" err="1"/>
              <a:t>sref.b</a:t>
            </a:r>
            <a:r>
              <a:rPr lang="en-US" dirty="0"/>
              <a:t> } else { &amp;mut </a:t>
            </a:r>
            <a:r>
              <a:rPr lang="en-US" dirty="0" err="1"/>
              <a:t>sref.c</a:t>
            </a:r>
            <a:r>
              <a:rPr lang="en-US" dirty="0"/>
              <a:t>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let p = f(true, &amp;mut s);</a:t>
            </a:r>
          </a:p>
          <a:p>
            <a:r>
              <a:rPr lang="en-US" dirty="0"/>
              <a:t>    *p = *p + 1;</a:t>
            </a:r>
          </a:p>
          <a:p>
            <a:r>
              <a:rPr lang="en-US" dirty="0"/>
              <a:t>    assert!(s == S { a: 10, b: 21, c: 30 });</a:t>
            </a:r>
          </a:p>
          <a:p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EAFECF-9581-1449-5179-C86A72924D3D}"/>
              </a:ext>
            </a:extLst>
          </p:cNvPr>
          <p:cNvSpPr txBox="1"/>
          <p:nvPr/>
        </p:nvSpPr>
        <p:spPr>
          <a:xfrm>
            <a:off x="1569099" y="5661992"/>
            <a:ext cx="88751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([[t]], …extra-stuff…)</a:t>
            </a:r>
          </a:p>
          <a:p>
            <a:r>
              <a:rPr lang="en-US" dirty="0"/>
              <a:t>The “extra-stuff” says how to put the new [[t]] into the place the old [[t]] was borrowed from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2FCF6F9-C8E1-92D0-BC59-414B5EBF1572}"/>
              </a:ext>
            </a:extLst>
          </p:cNvPr>
          <p:cNvCxnSpPr/>
          <p:nvPr/>
        </p:nvCxnSpPr>
        <p:spPr>
          <a:xfrm>
            <a:off x="1265464" y="4188279"/>
            <a:ext cx="2416629" cy="15267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9F5ECD9-D8D7-B8A9-9FF3-523C104CD2F9}"/>
              </a:ext>
            </a:extLst>
          </p:cNvPr>
          <p:cNvCxnSpPr/>
          <p:nvPr/>
        </p:nvCxnSpPr>
        <p:spPr>
          <a:xfrm flipH="1">
            <a:off x="3894364" y="2849336"/>
            <a:ext cx="1110343" cy="28901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F015AF1-776F-EFE8-28F7-1C261631BE82}"/>
              </a:ext>
            </a:extLst>
          </p:cNvPr>
          <p:cNvCxnSpPr/>
          <p:nvPr/>
        </p:nvCxnSpPr>
        <p:spPr>
          <a:xfrm flipH="1">
            <a:off x="4114800" y="2841171"/>
            <a:ext cx="5461907" cy="28738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8546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9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36C0F-DBA4-1E19-A3FD-05303E215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encoding of &amp;mut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02395B-9776-5897-8A81-5281FE1F07E0}"/>
              </a:ext>
            </a:extLst>
          </p:cNvPr>
          <p:cNvSpPr txBox="1"/>
          <p:nvPr/>
        </p:nvSpPr>
        <p:spPr>
          <a:xfrm>
            <a:off x="111579" y="2245179"/>
            <a:ext cx="3672800" cy="2585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uref</a:t>
            </a:r>
            <a:r>
              <a:rPr lang="en-US" dirty="0"/>
              <a:t>: &amp;mut u32) {</a:t>
            </a:r>
          </a:p>
          <a:p>
            <a:r>
              <a:rPr lang="en-US" dirty="0"/>
              <a:t>    *</a:t>
            </a:r>
            <a:r>
              <a:rPr lang="en-US" dirty="0" err="1"/>
              <a:t>uref</a:t>
            </a:r>
            <a:r>
              <a:rPr lang="en-US" dirty="0"/>
              <a:t> += 1;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f(&amp;mut </a:t>
            </a:r>
            <a:r>
              <a:rPr lang="en-US" dirty="0" err="1"/>
              <a:t>s.c</a:t>
            </a:r>
            <a:r>
              <a:rPr lang="en-US" dirty="0"/>
              <a:t>);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75A805-3168-CBB1-75C5-E62A1FC27E64}"/>
              </a:ext>
            </a:extLst>
          </p:cNvPr>
          <p:cNvSpPr txBox="1"/>
          <p:nvPr/>
        </p:nvSpPr>
        <p:spPr>
          <a:xfrm>
            <a:off x="2053731" y="1486605"/>
            <a:ext cx="88751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([[t]], …extra-stuff…)</a:t>
            </a:r>
          </a:p>
          <a:p>
            <a:r>
              <a:rPr lang="en-US" dirty="0"/>
              <a:t>The “extra-stuff” says how to put the new [[t]] into the place the old [[t]] was borrowed from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4DD16-E10C-9282-BC78-5709749F67DE}"/>
              </a:ext>
            </a:extLst>
          </p:cNvPr>
          <p:cNvSpPr txBox="1"/>
          <p:nvPr/>
        </p:nvSpPr>
        <p:spPr>
          <a:xfrm>
            <a:off x="4130669" y="2199012"/>
            <a:ext cx="8063618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Lots of research in last 10 years, various approaches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“extra-stuff” could be address (but then we’d need a heap, which we don’t want)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“extra-stuff” could be a function generating new S from new [[t]]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“extra-stuff” could be a function saying what’s true about new S, given new [[t]]</a:t>
            </a:r>
          </a:p>
          <a:p>
            <a:r>
              <a:rPr lang="en-US" dirty="0"/>
              <a:t>Verus (following </a:t>
            </a:r>
            <a:r>
              <a:rPr lang="en-US" dirty="0" err="1"/>
              <a:t>RustHorn</a:t>
            </a:r>
            <a:r>
              <a:rPr lang="en-US" dirty="0"/>
              <a:t>, Creusot) uses “prophecies”: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</a:t>
            </a:r>
            <a:r>
              <a:rPr lang="en-US" dirty="0" err="1"/>
              <a:t>RustHorn</a:t>
            </a:r>
            <a:r>
              <a:rPr lang="en-US" dirty="0"/>
              <a:t>: CHC-based Verification for Rust Programs”</a:t>
            </a:r>
          </a:p>
          <a:p>
            <a:pPr lvl="1"/>
            <a:r>
              <a:rPr lang="en-US" dirty="0"/>
              <a:t>(Matsushita, Tsukada, and Kobayashi, ESOP 2020)</a:t>
            </a:r>
          </a:p>
          <a:p>
            <a:pPr lvl="1"/>
            <a:r>
              <a:rPr lang="en-US" dirty="0"/>
              <a:t>“extra-stuff” is a “prophecy” of type [[t]] naming the final value of [[t]]</a:t>
            </a:r>
          </a:p>
          <a:p>
            <a:pPr lvl="1"/>
            <a:endParaRPr lang="en-US" dirty="0"/>
          </a:p>
          <a:p>
            <a:r>
              <a:rPr lang="en-US" dirty="0"/>
              <a:t>[[&amp;mut t]] = (     [[t]],             [[t]]                                 )</a:t>
            </a:r>
          </a:p>
          <a:p>
            <a:r>
              <a:rPr lang="en-US" dirty="0"/>
              <a:t>                      (current value, prophesized final value)</a:t>
            </a:r>
          </a:p>
        </p:txBody>
      </p:sp>
    </p:spTree>
    <p:extLst>
      <p:ext uri="{BB962C8B-B14F-4D97-AF65-F5344CB8AC3E}">
        <p14:creationId xmlns:p14="http://schemas.microsoft.com/office/powerpoint/2010/main" val="330506589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88BC2-2F62-ED59-8A6A-67DE6F4A9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37FEC-67DC-C490-8321-17AF1FEDC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encoding of &amp;mut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C6FE8E-19A9-FFB2-0242-56F5508AFA71}"/>
              </a:ext>
            </a:extLst>
          </p:cNvPr>
          <p:cNvSpPr txBox="1"/>
          <p:nvPr/>
        </p:nvSpPr>
        <p:spPr>
          <a:xfrm>
            <a:off x="111579" y="2245179"/>
            <a:ext cx="3672800" cy="2585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uref</a:t>
            </a:r>
            <a:r>
              <a:rPr lang="en-US" dirty="0"/>
              <a:t>: &amp;mut u32) {</a:t>
            </a:r>
          </a:p>
          <a:p>
            <a:r>
              <a:rPr lang="en-US" dirty="0"/>
              <a:t>    *</a:t>
            </a:r>
            <a:r>
              <a:rPr lang="en-US" dirty="0" err="1"/>
              <a:t>uref</a:t>
            </a:r>
            <a:r>
              <a:rPr lang="en-US" dirty="0"/>
              <a:t> += 1;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f(&amp;mut </a:t>
            </a:r>
            <a:r>
              <a:rPr lang="en-US" dirty="0" err="1"/>
              <a:t>s.c</a:t>
            </a:r>
            <a:r>
              <a:rPr lang="en-US" dirty="0"/>
              <a:t>);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D8674A-7CFD-12CA-0E69-06E1C602ECE9}"/>
              </a:ext>
            </a:extLst>
          </p:cNvPr>
          <p:cNvSpPr txBox="1"/>
          <p:nvPr/>
        </p:nvSpPr>
        <p:spPr>
          <a:xfrm>
            <a:off x="925384" y="1321602"/>
            <a:ext cx="5004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     [[t]],             [[t]]                                 )</a:t>
            </a:r>
          </a:p>
          <a:p>
            <a:r>
              <a:rPr lang="en-US" dirty="0"/>
              <a:t>                      (current value, prophesized final value)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93AA4-D3AC-61FF-9728-2F7CAB16DD3F}"/>
              </a:ext>
            </a:extLst>
          </p:cNvPr>
          <p:cNvSpPr txBox="1"/>
          <p:nvPr/>
        </p:nvSpPr>
        <p:spPr>
          <a:xfrm>
            <a:off x="4517136" y="2060513"/>
            <a:ext cx="2536272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s = S { a: 10, b: 20, c: 30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F9F3A4-2F8F-8170-D93E-CF3F518C3E10}"/>
              </a:ext>
            </a:extLst>
          </p:cNvPr>
          <p:cNvSpPr txBox="1"/>
          <p:nvPr/>
        </p:nvSpPr>
        <p:spPr>
          <a:xfrm>
            <a:off x="4517136" y="2585786"/>
            <a:ext cx="6010684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Let X be the name of the prophesized final value of &amp;mut </a:t>
            </a:r>
            <a:r>
              <a:rPr lang="en-US" b="1" dirty="0" err="1">
                <a:solidFill>
                  <a:srgbClr val="0070C0"/>
                </a:solidFill>
              </a:rPr>
              <a:t>s.c</a:t>
            </a:r>
            <a:endParaRPr lang="en-US" b="1" dirty="0">
              <a:solidFill>
                <a:srgbClr val="0070C0"/>
              </a:solidFill>
            </a:endParaRPr>
          </a:p>
          <a:p>
            <a:r>
              <a:rPr lang="en-US" b="1" dirty="0">
                <a:solidFill>
                  <a:srgbClr val="0070C0"/>
                </a:solidFill>
              </a:rPr>
              <a:t>Immediately replace old value (30) with X</a:t>
            </a:r>
          </a:p>
          <a:p>
            <a:r>
              <a:rPr lang="en-US" b="1" dirty="0">
                <a:solidFill>
                  <a:srgbClr val="0070C0"/>
                </a:solidFill>
              </a:rPr>
              <a:t>s = S { a: 10, b: 20, c: X}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B98803-FF86-EC46-1B60-D6307763A3E0}"/>
              </a:ext>
            </a:extLst>
          </p:cNvPr>
          <p:cNvSpPr txBox="1"/>
          <p:nvPr/>
        </p:nvSpPr>
        <p:spPr>
          <a:xfrm>
            <a:off x="4517136" y="3665057"/>
            <a:ext cx="1413144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uref</a:t>
            </a:r>
            <a:r>
              <a:rPr lang="en-US" b="1" dirty="0">
                <a:solidFill>
                  <a:srgbClr val="0070C0"/>
                </a:solidFill>
              </a:rPr>
              <a:t> = (30, X)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C5302A-4CCF-E326-5ACB-4B9790E1304F}"/>
              </a:ext>
            </a:extLst>
          </p:cNvPr>
          <p:cNvSpPr txBox="1"/>
          <p:nvPr/>
        </p:nvSpPr>
        <p:spPr>
          <a:xfrm>
            <a:off x="4517136" y="4190330"/>
            <a:ext cx="1413144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uref</a:t>
            </a:r>
            <a:r>
              <a:rPr lang="en-US" b="1" dirty="0">
                <a:solidFill>
                  <a:srgbClr val="0070C0"/>
                </a:solidFill>
              </a:rPr>
              <a:t> = (31, X)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3967B7-9C7A-64D2-CF6E-FF03079AEC48}"/>
              </a:ext>
            </a:extLst>
          </p:cNvPr>
          <p:cNvSpPr txBox="1"/>
          <p:nvPr/>
        </p:nvSpPr>
        <p:spPr>
          <a:xfrm>
            <a:off x="4517136" y="4645836"/>
            <a:ext cx="7154266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At the end of f, the &amp;mut expires (it is owned by f, and &amp;mut is not Copy)</a:t>
            </a:r>
          </a:p>
          <a:p>
            <a:r>
              <a:rPr lang="en-US" b="1" dirty="0">
                <a:solidFill>
                  <a:srgbClr val="0070C0"/>
                </a:solidFill>
              </a:rPr>
              <a:t>When the &amp;mut expires, we know its final value: X = 31</a:t>
            </a:r>
          </a:p>
          <a:p>
            <a:r>
              <a:rPr lang="en-US" b="1" dirty="0" err="1">
                <a:solidFill>
                  <a:srgbClr val="0070C0"/>
                </a:solidFill>
              </a:rPr>
              <a:t>uref</a:t>
            </a:r>
            <a:r>
              <a:rPr lang="en-US" b="1" dirty="0">
                <a:solidFill>
                  <a:srgbClr val="0070C0"/>
                </a:solidFill>
              </a:rPr>
              <a:t> = (31, 31)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C64B86-DF44-392E-0B55-859DB0FC411E}"/>
              </a:ext>
            </a:extLst>
          </p:cNvPr>
          <p:cNvSpPr txBox="1"/>
          <p:nvPr/>
        </p:nvSpPr>
        <p:spPr>
          <a:xfrm>
            <a:off x="4517136" y="5648482"/>
            <a:ext cx="3703001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Knowing X = 31 allows g to conclude:</a:t>
            </a:r>
          </a:p>
          <a:p>
            <a:r>
              <a:rPr lang="en-US" b="1" dirty="0">
                <a:solidFill>
                  <a:srgbClr val="0070C0"/>
                </a:solidFill>
              </a:rPr>
              <a:t>s = S { a: 10, b: 20, c: 31}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2323CAC-FE6E-615B-36D4-651224A52185}"/>
              </a:ext>
            </a:extLst>
          </p:cNvPr>
          <p:cNvCxnSpPr>
            <a:stCxn id="5" idx="1"/>
          </p:cNvCxnSpPr>
          <p:nvPr/>
        </p:nvCxnSpPr>
        <p:spPr>
          <a:xfrm flipH="1">
            <a:off x="3538728" y="2245179"/>
            <a:ext cx="978408" cy="16045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F511CF3-1FD4-B64A-9EE0-513E42A516EF}"/>
              </a:ext>
            </a:extLst>
          </p:cNvPr>
          <p:cNvCxnSpPr>
            <a:stCxn id="7" idx="1"/>
          </p:cNvCxnSpPr>
          <p:nvPr/>
        </p:nvCxnSpPr>
        <p:spPr>
          <a:xfrm flipH="1">
            <a:off x="3538728" y="3047451"/>
            <a:ext cx="978408" cy="9869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5FC3C78-1D55-2F56-69BD-85EAFAE462D2}"/>
              </a:ext>
            </a:extLst>
          </p:cNvPr>
          <p:cNvCxnSpPr>
            <a:stCxn id="8" idx="1"/>
          </p:cNvCxnSpPr>
          <p:nvPr/>
        </p:nvCxnSpPr>
        <p:spPr>
          <a:xfrm flipH="1" flipV="1">
            <a:off x="2267712" y="2429845"/>
            <a:ext cx="2249424" cy="14198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720D56E-1F05-053F-80B9-9B81A4D0E30D}"/>
              </a:ext>
            </a:extLst>
          </p:cNvPr>
          <p:cNvCxnSpPr>
            <a:stCxn id="9" idx="1"/>
          </p:cNvCxnSpPr>
          <p:nvPr/>
        </p:nvCxnSpPr>
        <p:spPr>
          <a:xfrm flipH="1" flipV="1">
            <a:off x="2267712" y="2715768"/>
            <a:ext cx="2249424" cy="16592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7680E94-1F5B-3931-4D0D-EE3C5459D5A7}"/>
              </a:ext>
            </a:extLst>
          </p:cNvPr>
          <p:cNvCxnSpPr>
            <a:stCxn id="10" idx="1"/>
          </p:cNvCxnSpPr>
          <p:nvPr/>
        </p:nvCxnSpPr>
        <p:spPr>
          <a:xfrm flipH="1" flipV="1">
            <a:off x="2267712" y="2944368"/>
            <a:ext cx="2249424" cy="21631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CA200C0-5FFB-0CF2-7577-19B5573DECD6}"/>
              </a:ext>
            </a:extLst>
          </p:cNvPr>
          <p:cNvCxnSpPr>
            <a:stCxn id="11" idx="1"/>
          </p:cNvCxnSpPr>
          <p:nvPr/>
        </p:nvCxnSpPr>
        <p:spPr>
          <a:xfrm flipH="1" flipV="1">
            <a:off x="3666744" y="4443984"/>
            <a:ext cx="850392" cy="15276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8341EC9-6692-D714-13A5-1728E1C55023}"/>
              </a:ext>
            </a:extLst>
          </p:cNvPr>
          <p:cNvSpPr txBox="1"/>
          <p:nvPr/>
        </p:nvSpPr>
        <p:spPr>
          <a:xfrm>
            <a:off x="9679320" y="1719906"/>
            <a:ext cx="2071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(declare-const X Int)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F6AA480-76AC-D15B-04C4-CAE71EE706FA}"/>
              </a:ext>
            </a:extLst>
          </p:cNvPr>
          <p:cNvSpPr txBox="1"/>
          <p:nvPr/>
        </p:nvSpPr>
        <p:spPr>
          <a:xfrm>
            <a:off x="9600001" y="3595290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(assign s (… (c X)…))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5410CE-E316-3357-C40D-B3E9D965B057}"/>
              </a:ext>
            </a:extLst>
          </p:cNvPr>
          <p:cNvSpPr txBox="1"/>
          <p:nvPr/>
        </p:nvSpPr>
        <p:spPr>
          <a:xfrm>
            <a:off x="8252332" y="5648482"/>
            <a:ext cx="3939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(assume (= (…prophecy…) (…current…)))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57A8F9C-973B-4CF2-016B-76867F8E380A}"/>
              </a:ext>
            </a:extLst>
          </p:cNvPr>
          <p:cNvCxnSpPr>
            <a:cxnSpLocks/>
            <a:stCxn id="24" idx="1"/>
          </p:cNvCxnSpPr>
          <p:nvPr/>
        </p:nvCxnSpPr>
        <p:spPr>
          <a:xfrm flipH="1">
            <a:off x="7944285" y="1904572"/>
            <a:ext cx="1735035" cy="7702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C508080-8AAF-B463-9288-0F6F8920AC89}"/>
              </a:ext>
            </a:extLst>
          </p:cNvPr>
          <p:cNvCxnSpPr>
            <a:stCxn id="25" idx="1"/>
          </p:cNvCxnSpPr>
          <p:nvPr/>
        </p:nvCxnSpPr>
        <p:spPr>
          <a:xfrm flipH="1" flipV="1">
            <a:off x="6903720" y="3355848"/>
            <a:ext cx="2696281" cy="4241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3B60777-81F4-8AF2-C544-CE53FEFE2EE1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491472" y="5286008"/>
            <a:ext cx="730694" cy="3624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6238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24" grpId="0"/>
      <p:bldP spid="25" grpId="0"/>
      <p:bldP spid="26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88BC2-2F62-ED59-8A6A-67DE6F4A9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37FEC-67DC-C490-8321-17AF1FEDC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encoding of &amp;mut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C6FE8E-19A9-FFB2-0242-56F5508AFA71}"/>
              </a:ext>
            </a:extLst>
          </p:cNvPr>
          <p:cNvSpPr txBox="1"/>
          <p:nvPr/>
        </p:nvSpPr>
        <p:spPr>
          <a:xfrm>
            <a:off x="111579" y="2245179"/>
            <a:ext cx="3672800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uref</a:t>
            </a:r>
            <a:r>
              <a:rPr lang="en-US" dirty="0"/>
              <a:t>: &amp;mut u32)</a:t>
            </a:r>
          </a:p>
          <a:p>
            <a:r>
              <a:rPr lang="en-US" dirty="0"/>
              <a:t>    requires</a:t>
            </a:r>
          </a:p>
          <a:p>
            <a:r>
              <a:rPr lang="en-US" dirty="0"/>
              <a:t>        *</a:t>
            </a:r>
            <a:r>
              <a:rPr lang="en-US" dirty="0" err="1"/>
              <a:t>uref</a:t>
            </a:r>
            <a:r>
              <a:rPr lang="en-US" dirty="0"/>
              <a:t> &lt; u32::MAX,</a:t>
            </a:r>
          </a:p>
          <a:p>
            <a:r>
              <a:rPr lang="en-US" b="1" dirty="0"/>
              <a:t>    ensures</a:t>
            </a:r>
          </a:p>
          <a:p>
            <a:r>
              <a:rPr lang="en-US" b="1" dirty="0"/>
              <a:t>        *</a:t>
            </a:r>
            <a:r>
              <a:rPr lang="en-US" b="1" dirty="0">
                <a:solidFill>
                  <a:srgbClr val="00B050"/>
                </a:solidFill>
              </a:rPr>
              <a:t>final(</a:t>
            </a:r>
            <a:r>
              <a:rPr lang="en-US" b="1" dirty="0" err="1">
                <a:solidFill>
                  <a:srgbClr val="00B050"/>
                </a:solidFill>
              </a:rPr>
              <a:t>uref</a:t>
            </a:r>
            <a:r>
              <a:rPr lang="en-US" b="1" dirty="0">
                <a:solidFill>
                  <a:srgbClr val="00B050"/>
                </a:solidFill>
              </a:rPr>
              <a:t>) </a:t>
            </a:r>
            <a:r>
              <a:rPr lang="en-US" b="1" dirty="0"/>
              <a:t>== *</a:t>
            </a:r>
            <a:r>
              <a:rPr lang="en-US" b="1" dirty="0">
                <a:solidFill>
                  <a:srgbClr val="FF0000"/>
                </a:solidFill>
              </a:rPr>
              <a:t>old(</a:t>
            </a:r>
            <a:r>
              <a:rPr lang="en-US" b="1" dirty="0" err="1">
                <a:solidFill>
                  <a:srgbClr val="FF0000"/>
                </a:solidFill>
              </a:rPr>
              <a:t>uref</a:t>
            </a:r>
            <a:r>
              <a:rPr lang="en-US" b="1" dirty="0">
                <a:solidFill>
                  <a:srgbClr val="FF0000"/>
                </a:solidFill>
              </a:rPr>
              <a:t>) </a:t>
            </a:r>
            <a:r>
              <a:rPr lang="en-US" b="1" dirty="0"/>
              <a:t>+ 1,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*</a:t>
            </a:r>
            <a:r>
              <a:rPr lang="en-US" dirty="0" err="1"/>
              <a:t>uref</a:t>
            </a:r>
            <a:r>
              <a:rPr lang="en-US" dirty="0"/>
              <a:t> += 1;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f(&amp;mut </a:t>
            </a:r>
            <a:r>
              <a:rPr lang="en-US" dirty="0" err="1"/>
              <a:t>s.c</a:t>
            </a:r>
            <a:r>
              <a:rPr lang="en-US" dirty="0"/>
              <a:t>);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D8674A-7CFD-12CA-0E69-06E1C602ECE9}"/>
              </a:ext>
            </a:extLst>
          </p:cNvPr>
          <p:cNvSpPr txBox="1"/>
          <p:nvPr/>
        </p:nvSpPr>
        <p:spPr>
          <a:xfrm>
            <a:off x="925384" y="1321602"/>
            <a:ext cx="5004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     [[t]],             [[t]]                                 )</a:t>
            </a:r>
          </a:p>
          <a:p>
            <a:r>
              <a:rPr lang="en-US" dirty="0"/>
              <a:t>                      (current value, prophesized final value)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93AA4-D3AC-61FF-9728-2F7CAB16DD3F}"/>
              </a:ext>
            </a:extLst>
          </p:cNvPr>
          <p:cNvSpPr txBox="1"/>
          <p:nvPr/>
        </p:nvSpPr>
        <p:spPr>
          <a:xfrm>
            <a:off x="4517136" y="2060513"/>
            <a:ext cx="2536272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s = S { a: 10, b: 20, c: 30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F9F3A4-2F8F-8170-D93E-CF3F518C3E10}"/>
              </a:ext>
            </a:extLst>
          </p:cNvPr>
          <p:cNvSpPr txBox="1"/>
          <p:nvPr/>
        </p:nvSpPr>
        <p:spPr>
          <a:xfrm>
            <a:off x="4517136" y="2585786"/>
            <a:ext cx="6010684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Let X be the name of the prophesized final value of &amp;mut </a:t>
            </a:r>
            <a:r>
              <a:rPr lang="en-US" dirty="0" err="1">
                <a:solidFill>
                  <a:srgbClr val="0070C0"/>
                </a:solidFill>
              </a:rPr>
              <a:t>s.c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>
                <a:solidFill>
                  <a:srgbClr val="0070C0"/>
                </a:solidFill>
              </a:rPr>
              <a:t>Immediately replace old value (30) with X</a:t>
            </a:r>
          </a:p>
          <a:p>
            <a:r>
              <a:rPr lang="en-US" dirty="0">
                <a:solidFill>
                  <a:srgbClr val="0070C0"/>
                </a:solidFill>
              </a:rPr>
              <a:t>s = S { a: 10, b: 20, c: X}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B98803-FF86-EC46-1B60-D6307763A3E0}"/>
              </a:ext>
            </a:extLst>
          </p:cNvPr>
          <p:cNvSpPr txBox="1"/>
          <p:nvPr/>
        </p:nvSpPr>
        <p:spPr>
          <a:xfrm>
            <a:off x="4517136" y="3665057"/>
            <a:ext cx="1413144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70C0"/>
                </a:solidFill>
              </a:rPr>
              <a:t>uref</a:t>
            </a:r>
            <a:r>
              <a:rPr lang="en-US" dirty="0">
                <a:solidFill>
                  <a:srgbClr val="0070C0"/>
                </a:solidFill>
              </a:rPr>
              <a:t> = (</a:t>
            </a:r>
            <a:r>
              <a:rPr lang="en-US" b="1" dirty="0">
                <a:solidFill>
                  <a:srgbClr val="C00000"/>
                </a:solidFill>
              </a:rPr>
              <a:t>30</a:t>
            </a:r>
            <a:r>
              <a:rPr lang="en-US" dirty="0">
                <a:solidFill>
                  <a:srgbClr val="0070C0"/>
                </a:solidFill>
              </a:rPr>
              <a:t>, </a:t>
            </a:r>
            <a:r>
              <a:rPr lang="en-US" b="1" dirty="0">
                <a:solidFill>
                  <a:srgbClr val="00B050"/>
                </a:solidFill>
              </a:rPr>
              <a:t>X</a:t>
            </a:r>
            <a:r>
              <a:rPr lang="en-US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C5302A-4CCF-E326-5ACB-4B9790E1304F}"/>
              </a:ext>
            </a:extLst>
          </p:cNvPr>
          <p:cNvSpPr txBox="1"/>
          <p:nvPr/>
        </p:nvSpPr>
        <p:spPr>
          <a:xfrm>
            <a:off x="4517136" y="4190330"/>
            <a:ext cx="1413144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70C0"/>
                </a:solidFill>
              </a:rPr>
              <a:t>uref</a:t>
            </a:r>
            <a:r>
              <a:rPr lang="en-US" dirty="0">
                <a:solidFill>
                  <a:srgbClr val="0070C0"/>
                </a:solidFill>
              </a:rPr>
              <a:t> = (31, X)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3967B7-9C7A-64D2-CF6E-FF03079AEC48}"/>
              </a:ext>
            </a:extLst>
          </p:cNvPr>
          <p:cNvSpPr txBox="1"/>
          <p:nvPr/>
        </p:nvSpPr>
        <p:spPr>
          <a:xfrm>
            <a:off x="4517136" y="4645836"/>
            <a:ext cx="7154266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At the end of f, the &amp;mut expires (it is owned by f, and &amp;mut is not Copy)</a:t>
            </a:r>
          </a:p>
          <a:p>
            <a:r>
              <a:rPr lang="en-US" dirty="0">
                <a:solidFill>
                  <a:srgbClr val="0070C0"/>
                </a:solidFill>
              </a:rPr>
              <a:t>When the &amp;mut expires, we know its final value: </a:t>
            </a:r>
            <a:r>
              <a:rPr lang="en-US" b="1" dirty="0">
                <a:solidFill>
                  <a:srgbClr val="00B050"/>
                </a:solidFill>
              </a:rPr>
              <a:t>X = 31</a:t>
            </a:r>
          </a:p>
          <a:p>
            <a:r>
              <a:rPr lang="en-US" dirty="0" err="1">
                <a:solidFill>
                  <a:srgbClr val="0070C0"/>
                </a:solidFill>
              </a:rPr>
              <a:t>uref</a:t>
            </a:r>
            <a:r>
              <a:rPr lang="en-US" dirty="0">
                <a:solidFill>
                  <a:srgbClr val="0070C0"/>
                </a:solidFill>
              </a:rPr>
              <a:t> = (31, 31)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C64B86-DF44-392E-0B55-859DB0FC411E}"/>
              </a:ext>
            </a:extLst>
          </p:cNvPr>
          <p:cNvSpPr txBox="1"/>
          <p:nvPr/>
        </p:nvSpPr>
        <p:spPr>
          <a:xfrm>
            <a:off x="4517136" y="5648482"/>
            <a:ext cx="3703001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Knowing X = 31 allows g to conclude:</a:t>
            </a:r>
          </a:p>
          <a:p>
            <a:r>
              <a:rPr lang="en-US" dirty="0">
                <a:solidFill>
                  <a:srgbClr val="0070C0"/>
                </a:solidFill>
              </a:rPr>
              <a:t>s = S { a: 10, b: 20, c: 31}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23E6C74-BAA0-6DAC-CA44-D2A9B9B3BA76}"/>
              </a:ext>
            </a:extLst>
          </p:cNvPr>
          <p:cNvCxnSpPr>
            <a:cxnSpLocks/>
          </p:cNvCxnSpPr>
          <p:nvPr/>
        </p:nvCxnSpPr>
        <p:spPr>
          <a:xfrm flipH="1" flipV="1">
            <a:off x="1444752" y="3665057"/>
            <a:ext cx="4169664" cy="3693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7CCF755-9387-F3C1-EDE7-31C49A809EF1}"/>
              </a:ext>
            </a:extLst>
          </p:cNvPr>
          <p:cNvCxnSpPr>
            <a:cxnSpLocks/>
          </p:cNvCxnSpPr>
          <p:nvPr/>
        </p:nvCxnSpPr>
        <p:spPr>
          <a:xfrm flipH="1" flipV="1">
            <a:off x="2706624" y="3665057"/>
            <a:ext cx="2606040" cy="1754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32A867B-E3B3-0EE1-DAE1-0AE156247986}"/>
              </a:ext>
            </a:extLst>
          </p:cNvPr>
          <p:cNvCxnSpPr>
            <a:cxnSpLocks/>
          </p:cNvCxnSpPr>
          <p:nvPr/>
        </p:nvCxnSpPr>
        <p:spPr>
          <a:xfrm flipH="1" flipV="1">
            <a:off x="1344168" y="3709563"/>
            <a:ext cx="7854696" cy="13661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226728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88BC2-2F62-ED59-8A6A-67DE6F4A9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37FEC-67DC-C490-8321-17AF1FEDC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encoding of &amp;mut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C6FE8E-19A9-FFB2-0242-56F5508AFA71}"/>
              </a:ext>
            </a:extLst>
          </p:cNvPr>
          <p:cNvSpPr txBox="1"/>
          <p:nvPr/>
        </p:nvSpPr>
        <p:spPr>
          <a:xfrm>
            <a:off x="111579" y="2245179"/>
            <a:ext cx="3672800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sref</a:t>
            </a:r>
            <a:r>
              <a:rPr lang="en-US" dirty="0"/>
              <a:t>: &amp;mut S) -&gt; (r: &amp;mut u32) {</a:t>
            </a:r>
          </a:p>
          <a:p>
            <a:r>
              <a:rPr lang="en-US" dirty="0"/>
              <a:t>    &amp;mut </a:t>
            </a:r>
            <a:r>
              <a:rPr lang="en-US" dirty="0" err="1"/>
              <a:t>sref.c</a:t>
            </a:r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let p = f(&amp;mut s);</a:t>
            </a:r>
          </a:p>
          <a:p>
            <a:r>
              <a:rPr lang="en-US" dirty="0"/>
              <a:t>    *p = *p + 1;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D8674A-7CFD-12CA-0E69-06E1C602ECE9}"/>
              </a:ext>
            </a:extLst>
          </p:cNvPr>
          <p:cNvSpPr txBox="1"/>
          <p:nvPr/>
        </p:nvSpPr>
        <p:spPr>
          <a:xfrm>
            <a:off x="925384" y="1321602"/>
            <a:ext cx="5004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     [[t]],             [[t]]                                 )</a:t>
            </a:r>
          </a:p>
          <a:p>
            <a:r>
              <a:rPr lang="en-US" dirty="0"/>
              <a:t>                      (current value, prophesized final value)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93AA4-D3AC-61FF-9728-2F7CAB16DD3F}"/>
              </a:ext>
            </a:extLst>
          </p:cNvPr>
          <p:cNvSpPr txBox="1"/>
          <p:nvPr/>
        </p:nvSpPr>
        <p:spPr>
          <a:xfrm>
            <a:off x="4517136" y="1713041"/>
            <a:ext cx="2536272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s = S { a: 10, b: 20, c: 30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F9F3A4-2F8F-8170-D93E-CF3F518C3E10}"/>
              </a:ext>
            </a:extLst>
          </p:cNvPr>
          <p:cNvSpPr txBox="1"/>
          <p:nvPr/>
        </p:nvSpPr>
        <p:spPr>
          <a:xfrm>
            <a:off x="4517136" y="2137730"/>
            <a:ext cx="6010684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Let X be the name of the prophesized final value of &amp;mut s</a:t>
            </a:r>
          </a:p>
          <a:p>
            <a:r>
              <a:rPr lang="en-US" b="1" dirty="0">
                <a:solidFill>
                  <a:srgbClr val="0070C0"/>
                </a:solidFill>
              </a:rPr>
              <a:t>Immediately replace old value (S { a: 10, b: 20, c: 30}) with X</a:t>
            </a:r>
          </a:p>
          <a:p>
            <a:r>
              <a:rPr lang="en-US" b="1" dirty="0">
                <a:solidFill>
                  <a:srgbClr val="0070C0"/>
                </a:solidFill>
              </a:rPr>
              <a:t>s = 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B98803-FF86-EC46-1B60-D6307763A3E0}"/>
              </a:ext>
            </a:extLst>
          </p:cNvPr>
          <p:cNvSpPr txBox="1"/>
          <p:nvPr/>
        </p:nvSpPr>
        <p:spPr>
          <a:xfrm>
            <a:off x="4517136" y="3116417"/>
            <a:ext cx="313316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sref</a:t>
            </a:r>
            <a:r>
              <a:rPr lang="en-US" b="1" dirty="0">
                <a:solidFill>
                  <a:srgbClr val="0070C0"/>
                </a:solidFill>
              </a:rPr>
              <a:t> = (S { a: 10, b: 20, c: 30}, X)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C5302A-4CCF-E326-5ACB-4B9790E1304F}"/>
              </a:ext>
            </a:extLst>
          </p:cNvPr>
          <p:cNvSpPr txBox="1"/>
          <p:nvPr/>
        </p:nvSpPr>
        <p:spPr>
          <a:xfrm>
            <a:off x="4517136" y="3541106"/>
            <a:ext cx="6197659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Let Y be the name of the prophesized final value of &amp;mut </a:t>
            </a:r>
            <a:r>
              <a:rPr lang="en-US" b="1" dirty="0" err="1">
                <a:solidFill>
                  <a:srgbClr val="0070C0"/>
                </a:solidFill>
              </a:rPr>
              <a:t>sref.c</a:t>
            </a:r>
            <a:endParaRPr lang="en-US" b="1" dirty="0">
              <a:solidFill>
                <a:srgbClr val="0070C0"/>
              </a:solidFill>
            </a:endParaRPr>
          </a:p>
          <a:p>
            <a:r>
              <a:rPr lang="en-US" b="1" dirty="0" err="1">
                <a:solidFill>
                  <a:srgbClr val="0070C0"/>
                </a:solidFill>
              </a:rPr>
              <a:t>sref</a:t>
            </a:r>
            <a:r>
              <a:rPr lang="en-US" b="1" dirty="0">
                <a:solidFill>
                  <a:srgbClr val="0070C0"/>
                </a:solidFill>
              </a:rPr>
              <a:t> = (S { a: 10, b: 20, c: Y}, X)</a:t>
            </a:r>
          </a:p>
          <a:p>
            <a:r>
              <a:rPr lang="en-US" b="1" dirty="0">
                <a:solidFill>
                  <a:srgbClr val="0070C0"/>
                </a:solidFill>
              </a:rPr>
              <a:t>r = (30, Y)</a:t>
            </a:r>
          </a:p>
          <a:p>
            <a:r>
              <a:rPr lang="en-US" b="1" dirty="0">
                <a:solidFill>
                  <a:srgbClr val="0070C0"/>
                </a:solidFill>
              </a:rPr>
              <a:t>At the end of f, </a:t>
            </a:r>
            <a:r>
              <a:rPr lang="en-US" b="1" dirty="0" err="1">
                <a:solidFill>
                  <a:srgbClr val="0070C0"/>
                </a:solidFill>
              </a:rPr>
              <a:t>sref</a:t>
            </a:r>
            <a:r>
              <a:rPr lang="en-US" b="1" dirty="0">
                <a:solidFill>
                  <a:srgbClr val="0070C0"/>
                </a:solidFill>
              </a:rPr>
              <a:t> expires with X = S { a: 10, b: 20, c: Y}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3967B7-9C7A-64D2-CF6E-FF03079AEC48}"/>
              </a:ext>
            </a:extLst>
          </p:cNvPr>
          <p:cNvSpPr txBox="1"/>
          <p:nvPr/>
        </p:nvSpPr>
        <p:spPr>
          <a:xfrm>
            <a:off x="4517136" y="4789960"/>
            <a:ext cx="114005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p = (30, Y)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C64B86-DF44-392E-0B55-859DB0FC411E}"/>
              </a:ext>
            </a:extLst>
          </p:cNvPr>
          <p:cNvSpPr txBox="1"/>
          <p:nvPr/>
        </p:nvSpPr>
        <p:spPr>
          <a:xfrm>
            <a:off x="4513024" y="5238476"/>
            <a:ext cx="114005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p = (31, Y)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2323CAC-FE6E-615B-36D4-651224A52185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3392424" y="1897707"/>
            <a:ext cx="1124712" cy="17575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F511CF3-1FD4-B64A-9EE0-513E42A516EF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3427832" y="2599395"/>
            <a:ext cx="1089304" cy="13727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5FC3C78-1D55-2F56-69BD-85EAFAE462D2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3538728" y="2480913"/>
            <a:ext cx="978408" cy="82017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720D56E-1F05-053F-80B9-9B81A4D0E30D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3538728" y="2710269"/>
            <a:ext cx="978408" cy="14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7680E94-1F5B-3931-4D0D-EE3C5459D5A7}"/>
              </a:ext>
            </a:extLst>
          </p:cNvPr>
          <p:cNvCxnSpPr>
            <a:cxnSpLocks/>
            <a:stCxn id="10" idx="1"/>
          </p:cNvCxnSpPr>
          <p:nvPr/>
        </p:nvCxnSpPr>
        <p:spPr>
          <a:xfrm flipH="1" flipV="1">
            <a:off x="3427832" y="4102341"/>
            <a:ext cx="1089304" cy="872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CA200C0-5FFB-0CF2-7577-19B5573DECD6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3538728" y="4326363"/>
            <a:ext cx="974296" cy="109677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3A05EFE-954D-F44E-0F55-EF8FA61955F5}"/>
              </a:ext>
            </a:extLst>
          </p:cNvPr>
          <p:cNvSpPr txBox="1"/>
          <p:nvPr/>
        </p:nvSpPr>
        <p:spPr>
          <a:xfrm>
            <a:off x="4513024" y="6058646"/>
            <a:ext cx="4536306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Knowing X = S { a: 10, b: 20, c: Y} and Y = 31</a:t>
            </a:r>
          </a:p>
          <a:p>
            <a:r>
              <a:rPr lang="en-US" b="1" dirty="0">
                <a:solidFill>
                  <a:srgbClr val="0070C0"/>
                </a:solidFill>
              </a:rPr>
              <a:t>allows g to conclude: s = S { a: 10, b: 20, c: 31}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72228-3CA5-9ED0-133A-23A6E1276937}"/>
              </a:ext>
            </a:extLst>
          </p:cNvPr>
          <p:cNvSpPr txBox="1"/>
          <p:nvPr/>
        </p:nvSpPr>
        <p:spPr>
          <a:xfrm>
            <a:off x="4513024" y="5656207"/>
            <a:ext cx="215661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p expires with Y = 31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7338BCD-C09E-CEF7-C235-BCFF52194F2E}"/>
              </a:ext>
            </a:extLst>
          </p:cNvPr>
          <p:cNvCxnSpPr>
            <a:cxnSpLocks/>
            <a:stCxn id="12" idx="1"/>
          </p:cNvCxnSpPr>
          <p:nvPr/>
        </p:nvCxnSpPr>
        <p:spPr>
          <a:xfrm flipH="1" flipV="1">
            <a:off x="3621024" y="4489193"/>
            <a:ext cx="892000" cy="13516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97791CB-8318-BFC3-C15B-A7575C9C5A78}"/>
              </a:ext>
            </a:extLst>
          </p:cNvPr>
          <p:cNvCxnSpPr>
            <a:cxnSpLocks/>
          </p:cNvCxnSpPr>
          <p:nvPr/>
        </p:nvCxnSpPr>
        <p:spPr>
          <a:xfrm flipH="1" flipV="1">
            <a:off x="3712464" y="4820619"/>
            <a:ext cx="800560" cy="1561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5424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6" grpId="0" animBg="1"/>
      <p:bldP spid="12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88BC2-2F62-ED59-8A6A-67DE6F4A9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37FEC-67DC-C490-8321-17AF1FEDC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encoding of &amp;mut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C6FE8E-19A9-FFB2-0242-56F5508AFA71}"/>
              </a:ext>
            </a:extLst>
          </p:cNvPr>
          <p:cNvSpPr txBox="1"/>
          <p:nvPr/>
        </p:nvSpPr>
        <p:spPr>
          <a:xfrm>
            <a:off x="111579" y="2245179"/>
            <a:ext cx="3672800" cy="45243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sref</a:t>
            </a:r>
            <a:r>
              <a:rPr lang="en-US" dirty="0"/>
              <a:t>: &amp;mut S) -&gt; (r: &amp;mut u32)</a:t>
            </a:r>
          </a:p>
          <a:p>
            <a:r>
              <a:rPr lang="en-US" dirty="0"/>
              <a:t>    ensures</a:t>
            </a:r>
          </a:p>
          <a:p>
            <a:r>
              <a:rPr lang="en-US" dirty="0"/>
              <a:t>        </a:t>
            </a:r>
            <a:r>
              <a:rPr lang="en-US" b="1" dirty="0">
                <a:solidFill>
                  <a:srgbClr val="7030A0"/>
                </a:solidFill>
              </a:rPr>
              <a:t>*r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dirty="0"/>
              <a:t>== </a:t>
            </a:r>
            <a:r>
              <a:rPr lang="en-US" b="1" dirty="0">
                <a:solidFill>
                  <a:srgbClr val="FF0000"/>
                </a:solidFill>
              </a:rPr>
              <a:t>old(</a:t>
            </a:r>
            <a:r>
              <a:rPr lang="en-US" b="1" dirty="0" err="1">
                <a:solidFill>
                  <a:srgbClr val="FF0000"/>
                </a:solidFill>
              </a:rPr>
              <a:t>sref</a:t>
            </a:r>
            <a:r>
              <a:rPr lang="en-US" b="1" dirty="0">
                <a:solidFill>
                  <a:srgbClr val="FF0000"/>
                </a:solidFill>
              </a:rPr>
              <a:t>)</a:t>
            </a:r>
            <a:r>
              <a:rPr lang="en-US" dirty="0"/>
              <a:t>.c,</a:t>
            </a:r>
          </a:p>
          <a:p>
            <a:r>
              <a:rPr lang="en-US" dirty="0"/>
              <a:t>        </a:t>
            </a:r>
            <a:r>
              <a:rPr lang="en-US" b="1" dirty="0">
                <a:solidFill>
                  <a:srgbClr val="00B050"/>
                </a:solidFill>
              </a:rPr>
              <a:t>final(</a:t>
            </a:r>
            <a:r>
              <a:rPr lang="en-US" b="1" dirty="0" err="1">
                <a:solidFill>
                  <a:srgbClr val="00B050"/>
                </a:solidFill>
              </a:rPr>
              <a:t>sref</a:t>
            </a:r>
            <a:r>
              <a:rPr lang="en-US" b="1" dirty="0">
                <a:solidFill>
                  <a:srgbClr val="00B050"/>
                </a:solidFill>
              </a:rPr>
              <a:t>)</a:t>
            </a:r>
            <a:r>
              <a:rPr lang="en-US" dirty="0"/>
              <a:t>.a == </a:t>
            </a:r>
            <a:r>
              <a:rPr lang="en-US" b="1" dirty="0">
                <a:solidFill>
                  <a:srgbClr val="FF0000"/>
                </a:solidFill>
              </a:rPr>
              <a:t>old(</a:t>
            </a:r>
            <a:r>
              <a:rPr lang="en-US" b="1" dirty="0" err="1">
                <a:solidFill>
                  <a:srgbClr val="FF0000"/>
                </a:solidFill>
              </a:rPr>
              <a:t>sref</a:t>
            </a:r>
            <a:r>
              <a:rPr lang="en-US" b="1" dirty="0">
                <a:solidFill>
                  <a:srgbClr val="FF0000"/>
                </a:solidFill>
              </a:rPr>
              <a:t>)</a:t>
            </a:r>
            <a:r>
              <a:rPr lang="en-US" dirty="0"/>
              <a:t>.a,</a:t>
            </a:r>
          </a:p>
          <a:p>
            <a:r>
              <a:rPr lang="en-US" dirty="0"/>
              <a:t>        </a:t>
            </a:r>
            <a:r>
              <a:rPr lang="en-US" b="1" dirty="0">
                <a:solidFill>
                  <a:srgbClr val="00B050"/>
                </a:solidFill>
              </a:rPr>
              <a:t>final(</a:t>
            </a:r>
            <a:r>
              <a:rPr lang="en-US" b="1" dirty="0" err="1">
                <a:solidFill>
                  <a:srgbClr val="00B050"/>
                </a:solidFill>
              </a:rPr>
              <a:t>sref</a:t>
            </a:r>
            <a:r>
              <a:rPr lang="en-US" b="1" dirty="0">
                <a:solidFill>
                  <a:srgbClr val="00B050"/>
                </a:solidFill>
              </a:rPr>
              <a:t>)</a:t>
            </a:r>
            <a:r>
              <a:rPr lang="en-US" dirty="0"/>
              <a:t>.b == </a:t>
            </a:r>
            <a:r>
              <a:rPr lang="en-US" b="1" dirty="0">
                <a:solidFill>
                  <a:srgbClr val="FF0000"/>
                </a:solidFill>
              </a:rPr>
              <a:t>old(</a:t>
            </a:r>
            <a:r>
              <a:rPr lang="en-US" b="1" dirty="0" err="1">
                <a:solidFill>
                  <a:srgbClr val="FF0000"/>
                </a:solidFill>
              </a:rPr>
              <a:t>sref</a:t>
            </a:r>
            <a:r>
              <a:rPr lang="en-US" b="1" dirty="0">
                <a:solidFill>
                  <a:srgbClr val="FF0000"/>
                </a:solidFill>
              </a:rPr>
              <a:t>)</a:t>
            </a:r>
            <a:r>
              <a:rPr lang="en-US" dirty="0"/>
              <a:t>.b,</a:t>
            </a:r>
          </a:p>
          <a:p>
            <a:r>
              <a:rPr lang="pt-BR" dirty="0"/>
              <a:t>        </a:t>
            </a:r>
            <a:r>
              <a:rPr lang="pt-BR" b="1" dirty="0">
                <a:solidFill>
                  <a:srgbClr val="00B050"/>
                </a:solidFill>
              </a:rPr>
              <a:t>final(sref)</a:t>
            </a:r>
            <a:r>
              <a:rPr lang="pt-BR" dirty="0"/>
              <a:t>.c == *</a:t>
            </a:r>
            <a:r>
              <a:rPr lang="pt-BR" b="1" dirty="0">
                <a:solidFill>
                  <a:schemeClr val="accent1">
                    <a:lumMod val="50000"/>
                  </a:schemeClr>
                </a:solidFill>
              </a:rPr>
              <a:t>final(r)</a:t>
            </a:r>
            <a:r>
              <a:rPr lang="pt-BR" dirty="0"/>
              <a:t>,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&amp;mut </a:t>
            </a:r>
            <a:r>
              <a:rPr lang="en-US" dirty="0" err="1"/>
              <a:t>sref.c</a:t>
            </a:r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let p = f(&amp;mut s);</a:t>
            </a:r>
          </a:p>
          <a:p>
            <a:r>
              <a:rPr lang="en-US" dirty="0"/>
              <a:t>    *p = *p + 1;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D8674A-7CFD-12CA-0E69-06E1C602ECE9}"/>
              </a:ext>
            </a:extLst>
          </p:cNvPr>
          <p:cNvSpPr txBox="1"/>
          <p:nvPr/>
        </p:nvSpPr>
        <p:spPr>
          <a:xfrm>
            <a:off x="925384" y="1321602"/>
            <a:ext cx="5004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     [[t]],             [[t]]                                 )</a:t>
            </a:r>
          </a:p>
          <a:p>
            <a:r>
              <a:rPr lang="en-US" dirty="0"/>
              <a:t>                      (current value, prophesized final value)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93AA4-D3AC-61FF-9728-2F7CAB16DD3F}"/>
              </a:ext>
            </a:extLst>
          </p:cNvPr>
          <p:cNvSpPr txBox="1"/>
          <p:nvPr/>
        </p:nvSpPr>
        <p:spPr>
          <a:xfrm>
            <a:off x="4517136" y="1713041"/>
            <a:ext cx="2536272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s = S { a: 10, b: 20, c: 30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F9F3A4-2F8F-8170-D93E-CF3F518C3E10}"/>
              </a:ext>
            </a:extLst>
          </p:cNvPr>
          <p:cNvSpPr txBox="1"/>
          <p:nvPr/>
        </p:nvSpPr>
        <p:spPr>
          <a:xfrm>
            <a:off x="4517136" y="2137730"/>
            <a:ext cx="6010684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Let X be the name of the prophesized final value of &amp;mut s</a:t>
            </a:r>
          </a:p>
          <a:p>
            <a:r>
              <a:rPr lang="en-US" dirty="0">
                <a:solidFill>
                  <a:srgbClr val="0070C0"/>
                </a:solidFill>
              </a:rPr>
              <a:t>Immediately replace old value (S { a: 10, b: 20, c: 30}) with X</a:t>
            </a:r>
          </a:p>
          <a:p>
            <a:r>
              <a:rPr lang="en-US" dirty="0">
                <a:solidFill>
                  <a:srgbClr val="0070C0"/>
                </a:solidFill>
              </a:rPr>
              <a:t>s = 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B98803-FF86-EC46-1B60-D6307763A3E0}"/>
              </a:ext>
            </a:extLst>
          </p:cNvPr>
          <p:cNvSpPr txBox="1"/>
          <p:nvPr/>
        </p:nvSpPr>
        <p:spPr>
          <a:xfrm>
            <a:off x="4517136" y="3116417"/>
            <a:ext cx="313316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70C0"/>
                </a:solidFill>
              </a:rPr>
              <a:t>sref</a:t>
            </a:r>
            <a:r>
              <a:rPr lang="en-US" dirty="0">
                <a:solidFill>
                  <a:srgbClr val="0070C0"/>
                </a:solidFill>
              </a:rPr>
              <a:t> = (S { a: 10, b: 20, c: 30}, X)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C5302A-4CCF-E326-5ACB-4B9790E1304F}"/>
              </a:ext>
            </a:extLst>
          </p:cNvPr>
          <p:cNvSpPr txBox="1"/>
          <p:nvPr/>
        </p:nvSpPr>
        <p:spPr>
          <a:xfrm>
            <a:off x="4517136" y="3541106"/>
            <a:ext cx="6197659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Let Y be the name of the prophesized final value of &amp;mut </a:t>
            </a:r>
            <a:r>
              <a:rPr lang="en-US" dirty="0" err="1">
                <a:solidFill>
                  <a:srgbClr val="0070C0"/>
                </a:solidFill>
              </a:rPr>
              <a:t>sref.c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 err="1">
                <a:solidFill>
                  <a:srgbClr val="0070C0"/>
                </a:solidFill>
              </a:rPr>
              <a:t>sref</a:t>
            </a:r>
            <a:r>
              <a:rPr lang="en-US" dirty="0">
                <a:solidFill>
                  <a:srgbClr val="0070C0"/>
                </a:solidFill>
              </a:rPr>
              <a:t> = (</a:t>
            </a:r>
            <a:r>
              <a:rPr lang="en-US" b="1" dirty="0">
                <a:solidFill>
                  <a:srgbClr val="FF0000"/>
                </a:solidFill>
              </a:rPr>
              <a:t>S { a: 10, b: 20, c: Y}</a:t>
            </a:r>
            <a:r>
              <a:rPr lang="en-US" dirty="0">
                <a:solidFill>
                  <a:srgbClr val="0070C0"/>
                </a:solidFill>
              </a:rPr>
              <a:t>, </a:t>
            </a:r>
            <a:r>
              <a:rPr lang="en-US" b="1" dirty="0">
                <a:solidFill>
                  <a:srgbClr val="00B050"/>
                </a:solidFill>
              </a:rPr>
              <a:t>X</a:t>
            </a:r>
            <a:r>
              <a:rPr lang="en-US" dirty="0">
                <a:solidFill>
                  <a:srgbClr val="0070C0"/>
                </a:solidFill>
              </a:rPr>
              <a:t>)</a:t>
            </a:r>
          </a:p>
          <a:p>
            <a:r>
              <a:rPr lang="en-US" dirty="0">
                <a:solidFill>
                  <a:srgbClr val="0070C0"/>
                </a:solidFill>
              </a:rPr>
              <a:t>r = (</a:t>
            </a:r>
            <a:r>
              <a:rPr lang="en-US" b="1" dirty="0">
                <a:solidFill>
                  <a:srgbClr val="7030A0"/>
                </a:solidFill>
              </a:rPr>
              <a:t>30</a:t>
            </a:r>
            <a:r>
              <a:rPr lang="en-US" dirty="0">
                <a:solidFill>
                  <a:srgbClr val="0070C0"/>
                </a:solidFill>
              </a:rPr>
              <a:t>,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Y</a:t>
            </a:r>
            <a:r>
              <a:rPr lang="en-US" dirty="0">
                <a:solidFill>
                  <a:srgbClr val="0070C0"/>
                </a:solidFill>
              </a:rPr>
              <a:t>)</a:t>
            </a:r>
          </a:p>
          <a:p>
            <a:r>
              <a:rPr lang="en-US" dirty="0">
                <a:solidFill>
                  <a:srgbClr val="0070C0"/>
                </a:solidFill>
              </a:rPr>
              <a:t>At the end of f, </a:t>
            </a:r>
            <a:r>
              <a:rPr lang="en-US" dirty="0" err="1">
                <a:solidFill>
                  <a:srgbClr val="0070C0"/>
                </a:solidFill>
              </a:rPr>
              <a:t>sref</a:t>
            </a:r>
            <a:r>
              <a:rPr lang="en-US" dirty="0">
                <a:solidFill>
                  <a:srgbClr val="0070C0"/>
                </a:solidFill>
              </a:rPr>
              <a:t> expires with X = S { a: 10, b: 20, c: Y}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3967B7-9C7A-64D2-CF6E-FF03079AEC48}"/>
              </a:ext>
            </a:extLst>
          </p:cNvPr>
          <p:cNvSpPr txBox="1"/>
          <p:nvPr/>
        </p:nvSpPr>
        <p:spPr>
          <a:xfrm>
            <a:off x="4517136" y="4789960"/>
            <a:ext cx="114005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p = (30, Y)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C64B86-DF44-392E-0B55-859DB0FC411E}"/>
              </a:ext>
            </a:extLst>
          </p:cNvPr>
          <p:cNvSpPr txBox="1"/>
          <p:nvPr/>
        </p:nvSpPr>
        <p:spPr>
          <a:xfrm>
            <a:off x="4513024" y="5238476"/>
            <a:ext cx="114005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p = (31, Y)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A05EFE-954D-F44E-0F55-EF8FA61955F5}"/>
              </a:ext>
            </a:extLst>
          </p:cNvPr>
          <p:cNvSpPr txBox="1"/>
          <p:nvPr/>
        </p:nvSpPr>
        <p:spPr>
          <a:xfrm>
            <a:off x="4513024" y="6058646"/>
            <a:ext cx="4536306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Knowing X = S { a: 10, b: 20, c: Y} and Y = 31</a:t>
            </a:r>
          </a:p>
          <a:p>
            <a:r>
              <a:rPr lang="en-US" dirty="0">
                <a:solidFill>
                  <a:srgbClr val="0070C0"/>
                </a:solidFill>
              </a:rPr>
              <a:t>allows g to conclude: s = S { a: 10, b: 20, c: 31}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72228-3CA5-9ED0-133A-23A6E1276937}"/>
              </a:ext>
            </a:extLst>
          </p:cNvPr>
          <p:cNvSpPr txBox="1"/>
          <p:nvPr/>
        </p:nvSpPr>
        <p:spPr>
          <a:xfrm>
            <a:off x="4513024" y="5656207"/>
            <a:ext cx="215661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p expires with Y = 31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0A8AE0A-5B2A-6C06-C0DB-5094B4B16547}"/>
              </a:ext>
            </a:extLst>
          </p:cNvPr>
          <p:cNvCxnSpPr/>
          <p:nvPr/>
        </p:nvCxnSpPr>
        <p:spPr>
          <a:xfrm flipH="1" flipV="1">
            <a:off x="838200" y="3061060"/>
            <a:ext cx="4126992" cy="12366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6081DAC-BA99-B949-6940-90E60DBE6F9C}"/>
              </a:ext>
            </a:extLst>
          </p:cNvPr>
          <p:cNvCxnSpPr/>
          <p:nvPr/>
        </p:nvCxnSpPr>
        <p:spPr>
          <a:xfrm flipH="1" flipV="1">
            <a:off x="2834640" y="3785616"/>
            <a:ext cx="2459736" cy="4389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DD747B0-F928-F954-569B-DA8383708750}"/>
              </a:ext>
            </a:extLst>
          </p:cNvPr>
          <p:cNvCxnSpPr/>
          <p:nvPr/>
        </p:nvCxnSpPr>
        <p:spPr>
          <a:xfrm>
            <a:off x="1938528" y="2907792"/>
            <a:ext cx="3355848" cy="10149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B096526-EDA6-4EBA-DE8D-ACC6BD738DED}"/>
              </a:ext>
            </a:extLst>
          </p:cNvPr>
          <p:cNvCxnSpPr/>
          <p:nvPr/>
        </p:nvCxnSpPr>
        <p:spPr>
          <a:xfrm>
            <a:off x="1545336" y="3931920"/>
            <a:ext cx="5687568" cy="1097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5024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88BC2-2F62-ED59-8A6A-67DE6F4A9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37FEC-67DC-C490-8321-17AF1FEDC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encoding of &amp;mut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C6FE8E-19A9-FFB2-0242-56F5508AFA71}"/>
              </a:ext>
            </a:extLst>
          </p:cNvPr>
          <p:cNvSpPr txBox="1"/>
          <p:nvPr/>
        </p:nvSpPr>
        <p:spPr>
          <a:xfrm>
            <a:off x="111579" y="2245179"/>
            <a:ext cx="5381473" cy="45243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f(flag: bool, </a:t>
            </a:r>
            <a:r>
              <a:rPr lang="en-US" dirty="0" err="1"/>
              <a:t>sref</a:t>
            </a:r>
            <a:r>
              <a:rPr lang="en-US" dirty="0"/>
              <a:t>: &amp;mut S) -&gt; (r: &amp;mut u32)</a:t>
            </a:r>
          </a:p>
          <a:p>
            <a:r>
              <a:rPr lang="en-US" dirty="0"/>
              <a:t>    ensures</a:t>
            </a:r>
          </a:p>
          <a:p>
            <a:r>
              <a:rPr lang="en-US" dirty="0"/>
              <a:t>        *r == if flag { old(</a:t>
            </a:r>
            <a:r>
              <a:rPr lang="en-US" dirty="0" err="1"/>
              <a:t>sref</a:t>
            </a:r>
            <a:r>
              <a:rPr lang="en-US" dirty="0"/>
              <a:t>).b } else { old(</a:t>
            </a:r>
            <a:r>
              <a:rPr lang="en-US" dirty="0" err="1"/>
              <a:t>sref</a:t>
            </a:r>
            <a:r>
              <a:rPr lang="en-US" dirty="0"/>
              <a:t>).c },</a:t>
            </a:r>
          </a:p>
          <a:p>
            <a:r>
              <a:rPr lang="en-US" dirty="0"/>
              <a:t>        final(</a:t>
            </a:r>
            <a:r>
              <a:rPr lang="en-US" dirty="0" err="1"/>
              <a:t>sref</a:t>
            </a:r>
            <a:r>
              <a:rPr lang="en-US" dirty="0"/>
              <a:t>).a == old(</a:t>
            </a:r>
            <a:r>
              <a:rPr lang="en-US" dirty="0" err="1"/>
              <a:t>sref</a:t>
            </a:r>
            <a:r>
              <a:rPr lang="en-US" dirty="0"/>
              <a:t>).a,</a:t>
            </a:r>
          </a:p>
          <a:p>
            <a:r>
              <a:rPr lang="en-US" dirty="0"/>
              <a:t>        final(</a:t>
            </a:r>
            <a:r>
              <a:rPr lang="en-US" dirty="0" err="1"/>
              <a:t>sref</a:t>
            </a:r>
            <a:r>
              <a:rPr lang="en-US" dirty="0"/>
              <a:t>).b == if flag { *final(r) } else { old(</a:t>
            </a:r>
            <a:r>
              <a:rPr lang="en-US" dirty="0" err="1"/>
              <a:t>sref</a:t>
            </a:r>
            <a:r>
              <a:rPr lang="en-US" dirty="0"/>
              <a:t>).b },</a:t>
            </a:r>
          </a:p>
          <a:p>
            <a:r>
              <a:rPr lang="en-US" dirty="0"/>
              <a:t>        final(</a:t>
            </a:r>
            <a:r>
              <a:rPr lang="en-US" dirty="0" err="1"/>
              <a:t>sref</a:t>
            </a:r>
            <a:r>
              <a:rPr lang="en-US" dirty="0"/>
              <a:t>).c == if !flag { *final(r) } else { old(</a:t>
            </a:r>
            <a:r>
              <a:rPr lang="en-US" dirty="0" err="1"/>
              <a:t>sref</a:t>
            </a:r>
            <a:r>
              <a:rPr lang="en-US" dirty="0"/>
              <a:t>).c },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if flag { &amp;mut </a:t>
            </a:r>
            <a:r>
              <a:rPr lang="en-US" dirty="0" err="1"/>
              <a:t>sref.b</a:t>
            </a:r>
            <a:r>
              <a:rPr lang="en-US" dirty="0"/>
              <a:t> } else { &amp;mut </a:t>
            </a:r>
            <a:r>
              <a:rPr lang="en-US" dirty="0" err="1"/>
              <a:t>sref.c</a:t>
            </a:r>
            <a:r>
              <a:rPr lang="en-US" dirty="0"/>
              <a:t>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let p = f(true, &amp;mut s);</a:t>
            </a:r>
          </a:p>
          <a:p>
            <a:r>
              <a:rPr lang="en-US" dirty="0"/>
              <a:t>    *p = *p + 1;</a:t>
            </a:r>
          </a:p>
          <a:p>
            <a:r>
              <a:rPr lang="en-US" dirty="0"/>
              <a:t>    assert(s == S { a: 10, b: 21, c: 30 });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D8674A-7CFD-12CA-0E69-06E1C602ECE9}"/>
              </a:ext>
            </a:extLst>
          </p:cNvPr>
          <p:cNvSpPr txBox="1"/>
          <p:nvPr/>
        </p:nvSpPr>
        <p:spPr>
          <a:xfrm>
            <a:off x="925384" y="1321602"/>
            <a:ext cx="5004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     [[t]],             [[t]]                                 )</a:t>
            </a:r>
          </a:p>
          <a:p>
            <a:r>
              <a:rPr lang="en-US" dirty="0"/>
              <a:t>                      (current value, prophesized final value)</a:t>
            </a:r>
          </a:p>
        </p:txBody>
      </p:sp>
    </p:spTree>
    <p:extLst>
      <p:ext uri="{BB962C8B-B14F-4D97-AF65-F5344CB8AC3E}">
        <p14:creationId xmlns:p14="http://schemas.microsoft.com/office/powerpoint/2010/main" val="110652543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8ACDA-5BBD-3128-6932-7D8B987E5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Prophecy and soundness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7EBBB5-9770-A089-A075-CEC10BA00BB4}"/>
              </a:ext>
            </a:extLst>
          </p:cNvPr>
          <p:cNvSpPr txBox="1"/>
          <p:nvPr/>
        </p:nvSpPr>
        <p:spPr>
          <a:xfrm>
            <a:off x="1527048" y="1599228"/>
            <a:ext cx="8845242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Naive rules for prophecy can lead to unsoundness.</a:t>
            </a:r>
          </a:p>
          <a:p>
            <a:r>
              <a:rPr lang="en-US" sz="2400" dirty="0"/>
              <a:t>Example:</a:t>
            </a:r>
          </a:p>
          <a:p>
            <a:endParaRPr lang="en-US" sz="2400" dirty="0"/>
          </a:p>
          <a:p>
            <a:pPr lvl="1"/>
            <a:r>
              <a:rPr lang="en-US" sz="2400" dirty="0"/>
              <a:t>Let X be the name of a prophesized variable:</a:t>
            </a:r>
          </a:p>
          <a:p>
            <a:pPr lvl="1"/>
            <a:r>
              <a:rPr lang="en-US" sz="2400" dirty="0"/>
              <a:t>  (declare-const X Int)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Resolve X to the expression (Add X 1)</a:t>
            </a:r>
          </a:p>
          <a:p>
            <a:pPr lvl="1"/>
            <a:r>
              <a:rPr lang="en-US" sz="2400" dirty="0"/>
              <a:t>  (assume (= X (Add X 1)))</a:t>
            </a:r>
          </a:p>
          <a:p>
            <a:endParaRPr lang="en-US" sz="2400" dirty="0"/>
          </a:p>
          <a:p>
            <a:pPr lvl="1"/>
            <a:r>
              <a:rPr lang="en-US" sz="2400" dirty="0"/>
              <a:t>contradiction!</a:t>
            </a:r>
          </a:p>
          <a:p>
            <a:endParaRPr lang="en-US" sz="2400" dirty="0"/>
          </a:p>
          <a:p>
            <a:r>
              <a:rPr lang="en-US" sz="2400" dirty="0"/>
              <a:t>To prevent this, Verus limits use of prophetic variables to a few places</a:t>
            </a:r>
          </a:p>
          <a:p>
            <a:r>
              <a:rPr lang="en-US" sz="2400" dirty="0"/>
              <a:t>like requires, ensures, assert, and specially marked prophetic spec </a:t>
            </a:r>
            <a:r>
              <a:rPr lang="en-US" sz="2400" dirty="0" err="1"/>
              <a:t>fns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48458507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E7320-56BD-91EC-92F7-9ABDE0E144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Verifying Unsafe Rust code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4EC13C-4D20-7025-68AF-E1BFE447EC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9768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7342F-DC9C-6AFE-3109-469C9F91E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Separation logic / Rust ownership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2D6D5-948A-52D3-69ED-CADD02E9B72A}"/>
              </a:ext>
            </a:extLst>
          </p:cNvPr>
          <p:cNvSpPr txBox="1"/>
          <p:nvPr/>
        </p:nvSpPr>
        <p:spPr>
          <a:xfrm>
            <a:off x="482890" y="1737714"/>
            <a:ext cx="11531683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Verus uses: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Rust ownership to express </a:t>
            </a:r>
            <a:r>
              <a:rPr lang="en-US" sz="2000" b="1" i="1" dirty="0"/>
              <a:t>separation</a:t>
            </a:r>
            <a:r>
              <a:rPr lang="en-US" sz="2000" dirty="0"/>
              <a:t> (non-aliasing)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SMT solvers (and higher-order extensions) to express </a:t>
            </a:r>
            <a:r>
              <a:rPr lang="en-US" sz="2000" b="1" i="1" dirty="0"/>
              <a:t>logic</a:t>
            </a:r>
          </a:p>
          <a:p>
            <a:endParaRPr lang="en-US" sz="2000" dirty="0"/>
          </a:p>
          <a:p>
            <a:r>
              <a:rPr lang="en-US" sz="2000" dirty="0"/>
              <a:t>“Separation logic” combines these and is the basis for much recent research in verification, particularly: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unsafe code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concurrent code (e.g. Iris)</a:t>
            </a:r>
          </a:p>
          <a:p>
            <a:endParaRPr lang="en-US" sz="2000" dirty="0"/>
          </a:p>
          <a:p>
            <a:r>
              <a:rPr lang="en-US" sz="2000" dirty="0"/>
              <a:t>However, SMT solvers don’t directly support separation logic (they have </a:t>
            </a:r>
            <a:r>
              <a:rPr lang="en-US" sz="2000" b="1" dirty="0"/>
              <a:t>&amp;&amp;</a:t>
            </a:r>
            <a:r>
              <a:rPr lang="en-US" sz="2000" dirty="0"/>
              <a:t>, </a:t>
            </a:r>
            <a:r>
              <a:rPr lang="en-US" sz="2000" b="1" dirty="0"/>
              <a:t>||</a:t>
            </a:r>
            <a:r>
              <a:rPr lang="en-US" sz="2000" dirty="0"/>
              <a:t>, </a:t>
            </a:r>
            <a:r>
              <a:rPr lang="en-US" sz="2000" b="1" dirty="0"/>
              <a:t>==&gt;</a:t>
            </a:r>
            <a:r>
              <a:rPr lang="en-US" sz="2000" dirty="0"/>
              <a:t> built in, not </a:t>
            </a:r>
            <a:r>
              <a:rPr lang="en-US" sz="2000" b="1" dirty="0"/>
              <a:t>*</a:t>
            </a:r>
            <a:r>
              <a:rPr lang="en-US" sz="2000" dirty="0"/>
              <a:t>).</a:t>
            </a:r>
          </a:p>
          <a:p>
            <a:r>
              <a:rPr lang="en-US" sz="2000" dirty="0"/>
              <a:t>As an alternative, we can import separation logic ideas into Verus using Rust ownership and SMT-based logic.</a:t>
            </a:r>
          </a:p>
        </p:txBody>
      </p:sp>
    </p:spTree>
    <p:extLst>
      <p:ext uri="{BB962C8B-B14F-4D97-AF65-F5344CB8AC3E}">
        <p14:creationId xmlns:p14="http://schemas.microsoft.com/office/powerpoint/2010/main" val="346076621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FBA40-40CE-13F2-F25D-0BB25E47B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Brief introduction to separation logic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ACA988-7836-4E93-BBA3-D5B6CD753D15}"/>
              </a:ext>
            </a:extLst>
          </p:cNvPr>
          <p:cNvSpPr txBox="1"/>
          <p:nvPr/>
        </p:nvSpPr>
        <p:spPr>
          <a:xfrm>
            <a:off x="1828800" y="1543050"/>
            <a:ext cx="7710188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Traditional classical logic applied to heaps h = { addr</a:t>
            </a:r>
            <a:r>
              <a:rPr lang="en-US" baseline="-25000" dirty="0"/>
              <a:t>1</a:t>
            </a:r>
            <a:r>
              <a:rPr lang="en-US" dirty="0"/>
              <a:t> -&gt; data</a:t>
            </a:r>
            <a:r>
              <a:rPr lang="en-US" baseline="-25000" dirty="0"/>
              <a:t>1</a:t>
            </a:r>
            <a:r>
              <a:rPr lang="en-US" dirty="0"/>
              <a:t>, …, </a:t>
            </a:r>
            <a:r>
              <a:rPr lang="en-US" dirty="0" err="1"/>
              <a:t>addr</a:t>
            </a:r>
            <a:r>
              <a:rPr lang="en-US" baseline="-25000" dirty="0" err="1"/>
              <a:t>n</a:t>
            </a:r>
            <a:r>
              <a:rPr lang="en-US" dirty="0"/>
              <a:t> -&gt; </a:t>
            </a:r>
            <a:r>
              <a:rPr lang="en-US" dirty="0" err="1"/>
              <a:t>data</a:t>
            </a:r>
            <a:r>
              <a:rPr lang="en-US" baseline="-25000" dirty="0" err="1"/>
              <a:t>n</a:t>
            </a:r>
            <a:r>
              <a:rPr lang="en-US" dirty="0"/>
              <a:t> }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Syntax: φ ::= true | false | </a:t>
            </a:r>
            <a:r>
              <a:rPr lang="en-US" dirty="0" err="1"/>
              <a:t>addr</a:t>
            </a:r>
            <a:r>
              <a:rPr lang="en-US" dirty="0"/>
              <a:t> ↦ value | φ /\ φ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h |= true</a:t>
            </a:r>
          </a:p>
          <a:p>
            <a:pPr lvl="1"/>
            <a:r>
              <a:rPr lang="en-US" dirty="0"/>
              <a:t>{ ..., </a:t>
            </a:r>
            <a:r>
              <a:rPr lang="en-US" dirty="0" err="1"/>
              <a:t>addr</a:t>
            </a:r>
            <a:r>
              <a:rPr lang="en-US" dirty="0"/>
              <a:t> -&gt; value, ... } |= </a:t>
            </a:r>
            <a:r>
              <a:rPr lang="en-US" dirty="0" err="1"/>
              <a:t>addr</a:t>
            </a:r>
            <a:r>
              <a:rPr lang="en-US" dirty="0"/>
              <a:t> ↦ value</a:t>
            </a:r>
          </a:p>
          <a:p>
            <a:pPr lvl="1"/>
            <a:r>
              <a:rPr lang="en-US" dirty="0"/>
              <a:t>(h |= φ</a:t>
            </a:r>
            <a:r>
              <a:rPr lang="en-US" baseline="-25000" dirty="0"/>
              <a:t>1</a:t>
            </a:r>
            <a:r>
              <a:rPr lang="en-US" dirty="0"/>
              <a:t> /\ φ</a:t>
            </a:r>
            <a:r>
              <a:rPr lang="en-US" baseline="-25000" dirty="0"/>
              <a:t>2</a:t>
            </a:r>
            <a:r>
              <a:rPr lang="en-US" dirty="0"/>
              <a:t>) </a:t>
            </a:r>
            <a:r>
              <a:rPr lang="en-US" dirty="0" err="1"/>
              <a:t>iff</a:t>
            </a:r>
            <a:r>
              <a:rPr lang="en-US" dirty="0"/>
              <a:t> (h |= φ</a:t>
            </a:r>
            <a:r>
              <a:rPr lang="en-US" baseline="-25000" dirty="0"/>
              <a:t>1</a:t>
            </a:r>
            <a:r>
              <a:rPr lang="en-US" dirty="0"/>
              <a:t> and h |= φ</a:t>
            </a:r>
            <a:r>
              <a:rPr lang="en-US" baseline="-25000" dirty="0"/>
              <a:t>2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Separation logic applied to heaps h = { addr</a:t>
            </a:r>
            <a:r>
              <a:rPr lang="en-US" baseline="-25000" dirty="0"/>
              <a:t>1</a:t>
            </a:r>
            <a:r>
              <a:rPr lang="en-US" dirty="0"/>
              <a:t> -&gt; data</a:t>
            </a:r>
            <a:r>
              <a:rPr lang="en-US" baseline="-25000" dirty="0"/>
              <a:t>1</a:t>
            </a:r>
            <a:r>
              <a:rPr lang="en-US" dirty="0"/>
              <a:t>, …, </a:t>
            </a:r>
            <a:r>
              <a:rPr lang="en-US" dirty="0" err="1"/>
              <a:t>addr</a:t>
            </a:r>
            <a:r>
              <a:rPr lang="en-US" baseline="-25000" dirty="0" err="1"/>
              <a:t>n</a:t>
            </a:r>
            <a:r>
              <a:rPr lang="en-US" dirty="0"/>
              <a:t> -&gt; </a:t>
            </a:r>
            <a:r>
              <a:rPr lang="en-US" dirty="0" err="1"/>
              <a:t>data</a:t>
            </a:r>
            <a:r>
              <a:rPr lang="en-US" baseline="-25000" dirty="0" err="1"/>
              <a:t>n</a:t>
            </a:r>
            <a:r>
              <a:rPr lang="en-US" dirty="0"/>
              <a:t> }</a:t>
            </a:r>
          </a:p>
          <a:p>
            <a:endParaRPr lang="en-US" dirty="0"/>
          </a:p>
          <a:p>
            <a:pPr lvl="1"/>
            <a:r>
              <a:rPr lang="en-US" dirty="0"/>
              <a:t>Syntax: φ ::= true | false | empty | </a:t>
            </a:r>
            <a:r>
              <a:rPr lang="en-US" dirty="0" err="1"/>
              <a:t>addr</a:t>
            </a:r>
            <a:r>
              <a:rPr lang="en-US" dirty="0"/>
              <a:t> ↦ value | φ /\ φ | φ * φ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h |= true</a:t>
            </a:r>
          </a:p>
          <a:p>
            <a:pPr lvl="1"/>
            <a:r>
              <a:rPr lang="en-US" dirty="0"/>
              <a:t>{} |= empty</a:t>
            </a:r>
          </a:p>
          <a:p>
            <a:pPr lvl="1"/>
            <a:r>
              <a:rPr lang="en-US" dirty="0"/>
              <a:t>{</a:t>
            </a:r>
            <a:r>
              <a:rPr lang="en-US" dirty="0" err="1"/>
              <a:t>addr</a:t>
            </a:r>
            <a:r>
              <a:rPr lang="en-US" dirty="0"/>
              <a:t> -&gt; value} |= </a:t>
            </a:r>
            <a:r>
              <a:rPr lang="en-US" dirty="0" err="1"/>
              <a:t>addr</a:t>
            </a:r>
            <a:r>
              <a:rPr lang="en-US" dirty="0"/>
              <a:t> ↦ value</a:t>
            </a:r>
          </a:p>
          <a:p>
            <a:pPr lvl="1"/>
            <a:r>
              <a:rPr lang="en-US" dirty="0"/>
              <a:t>(h |= φ</a:t>
            </a:r>
            <a:r>
              <a:rPr lang="en-US" baseline="-25000" dirty="0"/>
              <a:t>1</a:t>
            </a:r>
            <a:r>
              <a:rPr lang="en-US" dirty="0"/>
              <a:t> /\ φ</a:t>
            </a:r>
            <a:r>
              <a:rPr lang="en-US" baseline="-25000" dirty="0"/>
              <a:t>2</a:t>
            </a:r>
            <a:r>
              <a:rPr lang="en-US" dirty="0"/>
              <a:t>) </a:t>
            </a:r>
            <a:r>
              <a:rPr lang="en-US" dirty="0" err="1"/>
              <a:t>iff</a:t>
            </a:r>
            <a:r>
              <a:rPr lang="en-US" dirty="0"/>
              <a:t> (h |= φ</a:t>
            </a:r>
            <a:r>
              <a:rPr lang="en-US" baseline="-25000" dirty="0"/>
              <a:t>1</a:t>
            </a:r>
            <a:r>
              <a:rPr lang="en-US" dirty="0"/>
              <a:t> and h |= φ</a:t>
            </a:r>
            <a:r>
              <a:rPr lang="en-US" baseline="-25000" dirty="0"/>
              <a:t>2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(h |= φ</a:t>
            </a:r>
            <a:r>
              <a:rPr lang="en-US" baseline="-25000" dirty="0"/>
              <a:t>1</a:t>
            </a:r>
            <a:r>
              <a:rPr lang="en-US" dirty="0"/>
              <a:t> * φ</a:t>
            </a:r>
            <a:r>
              <a:rPr lang="en-US" baseline="-25000" dirty="0"/>
              <a:t>2</a:t>
            </a:r>
            <a:r>
              <a:rPr lang="en-US" dirty="0"/>
              <a:t>) </a:t>
            </a:r>
            <a:r>
              <a:rPr lang="en-US" dirty="0" err="1"/>
              <a:t>iff</a:t>
            </a:r>
            <a:r>
              <a:rPr lang="en-US" dirty="0"/>
              <a:t> exists disjoint h</a:t>
            </a:r>
            <a:r>
              <a:rPr lang="en-US" baseline="-25000" dirty="0"/>
              <a:t>1</a:t>
            </a:r>
            <a:r>
              <a:rPr lang="en-US" dirty="0"/>
              <a:t>, h</a:t>
            </a:r>
            <a:r>
              <a:rPr lang="en-US" baseline="-25000" dirty="0"/>
              <a:t>2</a:t>
            </a:r>
            <a:r>
              <a:rPr lang="en-US" dirty="0"/>
              <a:t>. (h = h</a:t>
            </a:r>
            <a:r>
              <a:rPr lang="en-US" baseline="-25000" dirty="0"/>
              <a:t>1</a:t>
            </a:r>
            <a:r>
              <a:rPr lang="en-US" dirty="0"/>
              <a:t> U h</a:t>
            </a:r>
            <a:r>
              <a:rPr lang="en-US" baseline="-25000" dirty="0"/>
              <a:t>2</a:t>
            </a:r>
            <a:r>
              <a:rPr lang="en-US" dirty="0"/>
              <a:t> and h</a:t>
            </a:r>
            <a:r>
              <a:rPr lang="en-US" baseline="-25000" dirty="0"/>
              <a:t>1</a:t>
            </a:r>
            <a:r>
              <a:rPr lang="en-US" dirty="0"/>
              <a:t> |= φ</a:t>
            </a:r>
            <a:r>
              <a:rPr lang="en-US" baseline="-25000" dirty="0"/>
              <a:t>1</a:t>
            </a:r>
            <a:r>
              <a:rPr lang="en-US" dirty="0"/>
              <a:t> and h</a:t>
            </a:r>
            <a:r>
              <a:rPr lang="en-US" baseline="-25000" dirty="0"/>
              <a:t>2</a:t>
            </a:r>
            <a:r>
              <a:rPr lang="en-US" dirty="0"/>
              <a:t> |= φ</a:t>
            </a:r>
            <a:r>
              <a:rPr lang="en-US" baseline="-25000" dirty="0"/>
              <a:t>2</a:t>
            </a:r>
            <a:r>
              <a:rPr lang="en-US" dirty="0"/>
              <a:t>)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CDE686-4EE8-730B-6B96-8CB17F1A443A}"/>
              </a:ext>
            </a:extLst>
          </p:cNvPr>
          <p:cNvSpPr txBox="1"/>
          <p:nvPr/>
        </p:nvSpPr>
        <p:spPr>
          <a:xfrm>
            <a:off x="7541153" y="2302286"/>
            <a:ext cx="3812647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f(x: </a:t>
            </a:r>
            <a:r>
              <a:rPr lang="en-US" dirty="0" err="1"/>
              <a:t>addr</a:t>
            </a:r>
            <a:r>
              <a:rPr lang="en-US" dirty="0"/>
              <a:t>, y: </a:t>
            </a:r>
            <a:r>
              <a:rPr lang="en-US" dirty="0" err="1"/>
              <a:t>addr</a:t>
            </a:r>
            <a:r>
              <a:rPr lang="en-US" dirty="0"/>
              <a:t>)</a:t>
            </a:r>
          </a:p>
          <a:p>
            <a:r>
              <a:rPr lang="en-US" dirty="0"/>
              <a:t>    requires x != y /\ x ↦ 100 /\ y ↦ 200</a:t>
            </a:r>
          </a:p>
          <a:p>
            <a:r>
              <a:rPr lang="en-US" dirty="0"/>
              <a:t>{ … 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5309F8-BFC6-FB6B-5C21-226ED807AE23}"/>
              </a:ext>
            </a:extLst>
          </p:cNvPr>
          <p:cNvSpPr txBox="1"/>
          <p:nvPr/>
        </p:nvSpPr>
        <p:spPr>
          <a:xfrm>
            <a:off x="7541153" y="4776107"/>
            <a:ext cx="3020763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f(x: </a:t>
            </a:r>
            <a:r>
              <a:rPr lang="en-US" dirty="0" err="1"/>
              <a:t>addr</a:t>
            </a:r>
            <a:r>
              <a:rPr lang="en-US" dirty="0"/>
              <a:t>, y: </a:t>
            </a:r>
            <a:r>
              <a:rPr lang="en-US" dirty="0" err="1"/>
              <a:t>addr</a:t>
            </a:r>
            <a:r>
              <a:rPr lang="en-US" dirty="0"/>
              <a:t>)</a:t>
            </a:r>
          </a:p>
          <a:p>
            <a:r>
              <a:rPr lang="en-US" dirty="0"/>
              <a:t>    requires x ↦ 100 * y ↦ 200,</a:t>
            </a:r>
          </a:p>
          <a:p>
            <a:r>
              <a:rPr lang="en-US" dirty="0"/>
              <a:t>{ … 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26D9B3-C753-F5B8-7F7D-7934147758F7}"/>
              </a:ext>
            </a:extLst>
          </p:cNvPr>
          <p:cNvSpPr txBox="1"/>
          <p:nvPr/>
        </p:nvSpPr>
        <p:spPr>
          <a:xfrm>
            <a:off x="9820114" y="6095702"/>
            <a:ext cx="1748299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“*” tells us x != 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39CAD8D-3D43-C5E0-5916-6065E26EDBE7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538988" y="5314950"/>
            <a:ext cx="1155276" cy="7807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5456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395F5-3AF1-4A2F-5F8A-B39278C34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Separation Logic ↦ and *</a:t>
            </a:r>
            <a:br>
              <a:rPr lang="en-US" dirty="0"/>
            </a:br>
            <a:r>
              <a:rPr lang="en-US" dirty="0"/>
              <a:t>is like “tracked </a:t>
            </a:r>
            <a:r>
              <a:rPr lang="en-US" dirty="0" err="1"/>
              <a:t>PointsTo</a:t>
            </a:r>
            <a:r>
              <a:rPr lang="en-US" dirty="0"/>
              <a:t>” and , in Verus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A37529-73FF-95D2-AD54-0CE1C3A6550E}"/>
              </a:ext>
            </a:extLst>
          </p:cNvPr>
          <p:cNvSpPr txBox="1"/>
          <p:nvPr/>
        </p:nvSpPr>
        <p:spPr>
          <a:xfrm>
            <a:off x="601509" y="2278243"/>
            <a:ext cx="2963055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proof </a:t>
            </a:r>
            <a:r>
              <a:rPr lang="en-US" dirty="0" err="1"/>
              <a:t>fn</a:t>
            </a:r>
            <a:r>
              <a:rPr lang="en-US" dirty="0"/>
              <a:t> f(x: </a:t>
            </a:r>
            <a:r>
              <a:rPr lang="en-US" dirty="0" err="1"/>
              <a:t>addr</a:t>
            </a:r>
            <a:r>
              <a:rPr lang="en-US" dirty="0"/>
              <a:t>, y: </a:t>
            </a:r>
            <a:r>
              <a:rPr lang="en-US" dirty="0" err="1"/>
              <a:t>addr</a:t>
            </a:r>
            <a:r>
              <a:rPr lang="en-US" dirty="0"/>
              <a:t>)</a:t>
            </a:r>
          </a:p>
          <a:p>
            <a:r>
              <a:rPr lang="en-US" dirty="0"/>
              <a:t>    requires x ↦ 100 * y ↦ 200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assert(x != y);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85EA42-F0FF-5821-CDBC-6D094AE59F7F}"/>
              </a:ext>
            </a:extLst>
          </p:cNvPr>
          <p:cNvSpPr txBox="1"/>
          <p:nvPr/>
        </p:nvSpPr>
        <p:spPr>
          <a:xfrm>
            <a:off x="4024994" y="2278243"/>
            <a:ext cx="7698922" cy="2585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proof </a:t>
            </a:r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b="1" dirty="0"/>
              <a:t>tracked</a:t>
            </a:r>
            <a:r>
              <a:rPr lang="en-US" dirty="0"/>
              <a:t> </a:t>
            </a:r>
            <a:r>
              <a:rPr lang="en-US" dirty="0" err="1"/>
              <a:t>px</a:t>
            </a:r>
            <a:r>
              <a:rPr lang="en-US" dirty="0"/>
              <a:t>: </a:t>
            </a:r>
            <a:r>
              <a:rPr lang="en-US" dirty="0" err="1"/>
              <a:t>PointsTo</a:t>
            </a:r>
            <a:r>
              <a:rPr lang="en-US" dirty="0"/>
              <a:t>&lt;u32&gt;, </a:t>
            </a:r>
            <a:r>
              <a:rPr lang="en-US" b="1" dirty="0"/>
              <a:t>tracked</a:t>
            </a:r>
            <a:r>
              <a:rPr lang="en-US" dirty="0"/>
              <a:t> </a:t>
            </a:r>
            <a:r>
              <a:rPr lang="en-US" dirty="0" err="1"/>
              <a:t>py</a:t>
            </a:r>
            <a:r>
              <a:rPr lang="en-US" dirty="0"/>
              <a:t>: </a:t>
            </a:r>
            <a:r>
              <a:rPr lang="en-US" dirty="0" err="1"/>
              <a:t>PointsTo</a:t>
            </a:r>
            <a:r>
              <a:rPr lang="en-US" dirty="0"/>
              <a:t>&lt;u32&gt;)</a:t>
            </a:r>
          </a:p>
          <a:p>
            <a:r>
              <a:rPr lang="en-US" dirty="0"/>
              <a:t>    requires</a:t>
            </a:r>
          </a:p>
          <a:p>
            <a:r>
              <a:rPr lang="en-US" dirty="0"/>
              <a:t>        </a:t>
            </a:r>
            <a:r>
              <a:rPr lang="en-US" dirty="0" err="1"/>
              <a:t>px.value</a:t>
            </a:r>
            <a:r>
              <a:rPr lang="en-US" dirty="0"/>
              <a:t>() == 100,</a:t>
            </a:r>
          </a:p>
          <a:p>
            <a:r>
              <a:rPr lang="en-US" dirty="0"/>
              <a:t>        </a:t>
            </a:r>
            <a:r>
              <a:rPr lang="en-US" dirty="0" err="1"/>
              <a:t>px.value</a:t>
            </a:r>
            <a:r>
              <a:rPr lang="en-US" dirty="0"/>
              <a:t>() == 200,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let </a:t>
            </a:r>
            <a:r>
              <a:rPr lang="en-US" b="1" dirty="0"/>
              <a:t>tracked</a:t>
            </a:r>
            <a:r>
              <a:rPr lang="en-US" dirty="0"/>
              <a:t> mut </a:t>
            </a:r>
            <a:r>
              <a:rPr lang="en-US" dirty="0" err="1"/>
              <a:t>px</a:t>
            </a:r>
            <a:r>
              <a:rPr lang="en-US" dirty="0"/>
              <a:t> = </a:t>
            </a:r>
            <a:r>
              <a:rPr lang="en-US" dirty="0" err="1"/>
              <a:t>px</a:t>
            </a:r>
            <a:r>
              <a:rPr lang="en-US" dirty="0"/>
              <a:t>;</a:t>
            </a:r>
          </a:p>
          <a:p>
            <a:r>
              <a:rPr lang="en-US" dirty="0"/>
              <a:t>    </a:t>
            </a:r>
            <a:r>
              <a:rPr lang="en-US" dirty="0" err="1"/>
              <a:t>px.is_disjoint</a:t>
            </a:r>
            <a:r>
              <a:rPr lang="en-US" dirty="0"/>
              <a:t>(&amp;</a:t>
            </a:r>
            <a:r>
              <a:rPr lang="en-US" dirty="0" err="1"/>
              <a:t>py</a:t>
            </a:r>
            <a:r>
              <a:rPr lang="en-US" dirty="0"/>
              <a:t>);</a:t>
            </a:r>
          </a:p>
          <a:p>
            <a:r>
              <a:rPr lang="en-US" dirty="0"/>
              <a:t>    assert(</a:t>
            </a:r>
            <a:r>
              <a:rPr lang="en-US" dirty="0" err="1"/>
              <a:t>px.ptr</a:t>
            </a:r>
            <a:r>
              <a:rPr lang="en-US" dirty="0"/>
              <a:t>() != </a:t>
            </a:r>
            <a:r>
              <a:rPr lang="en-US" dirty="0" err="1"/>
              <a:t>py.ptr</a:t>
            </a:r>
            <a:r>
              <a:rPr lang="en-US" dirty="0"/>
              <a:t>());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00A9F4-DFA5-CE14-6ADE-2205CECDDA15}"/>
              </a:ext>
            </a:extLst>
          </p:cNvPr>
          <p:cNvSpPr txBox="1"/>
          <p:nvPr/>
        </p:nvSpPr>
        <p:spPr>
          <a:xfrm>
            <a:off x="611833" y="1908911"/>
            <a:ext cx="2991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Separation logic pseudo-code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09370F-FABD-B6BF-88B6-01E1AAEE9586}"/>
              </a:ext>
            </a:extLst>
          </p:cNvPr>
          <p:cNvSpPr txBox="1"/>
          <p:nvPr/>
        </p:nvSpPr>
        <p:spPr>
          <a:xfrm>
            <a:off x="4063916" y="1908911"/>
            <a:ext cx="6876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Actual Verus code for Rust unsafe raw pointers </a:t>
            </a:r>
            <a:r>
              <a:rPr lang="en-US" dirty="0"/>
              <a:t>(using </a:t>
            </a:r>
            <a:r>
              <a:rPr lang="en-US" dirty="0" err="1"/>
              <a:t>vstd</a:t>
            </a:r>
            <a:r>
              <a:rPr lang="en-US" dirty="0"/>
              <a:t>::</a:t>
            </a:r>
            <a:r>
              <a:rPr lang="en-US" dirty="0" err="1"/>
              <a:t>raw_ptr</a:t>
            </a:r>
            <a:r>
              <a:rPr lang="en-US" dirty="0"/>
              <a:t>::*)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16F706-B32A-1A73-4C96-35EEEABB8443}"/>
              </a:ext>
            </a:extLst>
          </p:cNvPr>
          <p:cNvSpPr txBox="1"/>
          <p:nvPr/>
        </p:nvSpPr>
        <p:spPr>
          <a:xfrm>
            <a:off x="5065776" y="5303520"/>
            <a:ext cx="64483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tracked</a:t>
            </a:r>
            <a:r>
              <a:rPr lang="en-US" dirty="0"/>
              <a:t> variables in proof code are:</a:t>
            </a:r>
          </a:p>
          <a:p>
            <a:pPr marL="285750" indent="-285750">
              <a:buFontTx/>
              <a:buChar char="-"/>
            </a:pPr>
            <a:r>
              <a:rPr lang="en-US" dirty="0"/>
              <a:t>checked for ownership (and thus are “separated” like “*”)</a:t>
            </a:r>
          </a:p>
          <a:p>
            <a:pPr marL="285750" indent="-285750">
              <a:buFontTx/>
              <a:buChar char="-"/>
            </a:pPr>
            <a:r>
              <a:rPr lang="en-US" dirty="0"/>
              <a:t>unforgeable (can’t just make up an arbitrary value of any type t)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D41A85-4D90-53F1-2E31-6138F254A289}"/>
              </a:ext>
            </a:extLst>
          </p:cNvPr>
          <p:cNvCxnSpPr/>
          <p:nvPr/>
        </p:nvCxnSpPr>
        <p:spPr>
          <a:xfrm flipH="1" flipV="1">
            <a:off x="8065008" y="2606040"/>
            <a:ext cx="493776" cy="26883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0427F85-E4F4-EDD1-D2FB-B242E70007C3}"/>
              </a:ext>
            </a:extLst>
          </p:cNvPr>
          <p:cNvCxnSpPr/>
          <p:nvPr/>
        </p:nvCxnSpPr>
        <p:spPr>
          <a:xfrm flipH="1" flipV="1">
            <a:off x="5586984" y="2606040"/>
            <a:ext cx="2542032" cy="26974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0A680A-7906-1BD2-2D54-50F8A7295A21}"/>
              </a:ext>
            </a:extLst>
          </p:cNvPr>
          <p:cNvCxnSpPr/>
          <p:nvPr/>
        </p:nvCxnSpPr>
        <p:spPr>
          <a:xfrm flipH="1" flipV="1">
            <a:off x="5266944" y="3950208"/>
            <a:ext cx="2432304" cy="13533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8232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395F5-3AF1-4A2F-5F8A-B39278C34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Separation Logic ↦ and *</a:t>
            </a:r>
            <a:br>
              <a:rPr lang="en-US" dirty="0"/>
            </a:br>
            <a:r>
              <a:rPr lang="en-US" dirty="0"/>
              <a:t>is like “tracked </a:t>
            </a:r>
            <a:r>
              <a:rPr lang="en-US" dirty="0" err="1"/>
              <a:t>PointsTo</a:t>
            </a:r>
            <a:r>
              <a:rPr lang="en-US" dirty="0"/>
              <a:t>” and , in Verus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A37529-73FF-95D2-AD54-0CE1C3A6550E}"/>
              </a:ext>
            </a:extLst>
          </p:cNvPr>
          <p:cNvSpPr txBox="1"/>
          <p:nvPr/>
        </p:nvSpPr>
        <p:spPr>
          <a:xfrm>
            <a:off x="601509" y="2278243"/>
            <a:ext cx="2963055" cy="17543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f(x: </a:t>
            </a:r>
            <a:r>
              <a:rPr lang="en-US" dirty="0" err="1"/>
              <a:t>addr</a:t>
            </a:r>
            <a:r>
              <a:rPr lang="en-US" dirty="0"/>
              <a:t>, y: </a:t>
            </a:r>
            <a:r>
              <a:rPr lang="en-US" dirty="0" err="1"/>
              <a:t>addr</a:t>
            </a:r>
            <a:r>
              <a:rPr lang="en-US" dirty="0"/>
              <a:t>)</a:t>
            </a:r>
          </a:p>
          <a:p>
            <a:r>
              <a:rPr lang="en-US" dirty="0"/>
              <a:t>    requires x ↦ 100 * y ↦ 200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*x = *x + 1;</a:t>
            </a:r>
          </a:p>
          <a:p>
            <a:r>
              <a:rPr lang="en-US" dirty="0"/>
              <a:t>    assert(x ↦ 101);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85EA42-F0FF-5821-CDBC-6D094AE59F7F}"/>
              </a:ext>
            </a:extLst>
          </p:cNvPr>
          <p:cNvSpPr txBox="1"/>
          <p:nvPr/>
        </p:nvSpPr>
        <p:spPr>
          <a:xfrm>
            <a:off x="4024994" y="2278243"/>
            <a:ext cx="7698922" cy="313932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f(x: *mut u32, </a:t>
            </a:r>
            <a:r>
              <a:rPr lang="en-US" b="1" dirty="0"/>
              <a:t>Tracked</a:t>
            </a:r>
            <a:r>
              <a:rPr lang="en-US" dirty="0"/>
              <a:t>(</a:t>
            </a:r>
            <a:r>
              <a:rPr lang="en-US" dirty="0" err="1"/>
              <a:t>px</a:t>
            </a:r>
            <a:r>
              <a:rPr lang="en-US" dirty="0"/>
              <a:t>): </a:t>
            </a:r>
            <a:r>
              <a:rPr lang="en-US" b="1" dirty="0"/>
              <a:t>Tracked</a:t>
            </a:r>
            <a:r>
              <a:rPr lang="en-US" dirty="0"/>
              <a:t>&lt;</a:t>
            </a:r>
            <a:r>
              <a:rPr lang="en-US" dirty="0" err="1"/>
              <a:t>PointsTo</a:t>
            </a:r>
            <a:r>
              <a:rPr lang="en-US" dirty="0"/>
              <a:t>&lt;u32&gt;&gt;,</a:t>
            </a:r>
          </a:p>
          <a:p>
            <a:r>
              <a:rPr lang="en-US" dirty="0"/>
              <a:t>       y: *mut u32, </a:t>
            </a:r>
            <a:r>
              <a:rPr lang="en-US" b="1" dirty="0"/>
              <a:t>Tracked</a:t>
            </a:r>
            <a:r>
              <a:rPr lang="en-US" dirty="0"/>
              <a:t>(</a:t>
            </a:r>
            <a:r>
              <a:rPr lang="en-US" dirty="0" err="1"/>
              <a:t>py</a:t>
            </a:r>
            <a:r>
              <a:rPr lang="en-US" dirty="0"/>
              <a:t>): </a:t>
            </a:r>
            <a:r>
              <a:rPr lang="en-US" b="1" dirty="0"/>
              <a:t>Tracked</a:t>
            </a:r>
            <a:r>
              <a:rPr lang="en-US" dirty="0"/>
              <a:t>&lt;</a:t>
            </a:r>
            <a:r>
              <a:rPr lang="en-US" dirty="0" err="1"/>
              <a:t>PointsTo</a:t>
            </a:r>
            <a:r>
              <a:rPr lang="en-US" dirty="0"/>
              <a:t>&lt;u32&gt;&gt;)</a:t>
            </a:r>
          </a:p>
          <a:p>
            <a:r>
              <a:rPr lang="en-US" dirty="0"/>
              <a:t>    requires</a:t>
            </a:r>
          </a:p>
          <a:p>
            <a:r>
              <a:rPr lang="en-US" dirty="0"/>
              <a:t>        </a:t>
            </a:r>
            <a:r>
              <a:rPr lang="en-US" dirty="0" err="1"/>
              <a:t>px.value</a:t>
            </a:r>
            <a:r>
              <a:rPr lang="en-US" dirty="0"/>
              <a:t>() == 100, </a:t>
            </a:r>
            <a:r>
              <a:rPr lang="en-US" dirty="0" err="1"/>
              <a:t>px.ptr</a:t>
            </a:r>
            <a:r>
              <a:rPr lang="en-US" dirty="0"/>
              <a:t>() == x, </a:t>
            </a:r>
            <a:r>
              <a:rPr lang="en-US" dirty="0" err="1"/>
              <a:t>px.is_init</a:t>
            </a:r>
            <a:r>
              <a:rPr lang="en-US" dirty="0"/>
              <a:t>(),</a:t>
            </a:r>
          </a:p>
          <a:p>
            <a:r>
              <a:rPr lang="en-US" dirty="0"/>
              <a:t>        </a:t>
            </a:r>
            <a:r>
              <a:rPr lang="en-US" dirty="0" err="1"/>
              <a:t>py.value</a:t>
            </a:r>
            <a:r>
              <a:rPr lang="en-US" dirty="0"/>
              <a:t>() == 200, </a:t>
            </a:r>
            <a:r>
              <a:rPr lang="en-US" dirty="0" err="1"/>
              <a:t>py.ptr</a:t>
            </a:r>
            <a:r>
              <a:rPr lang="en-US" dirty="0"/>
              <a:t>() == y, </a:t>
            </a:r>
            <a:r>
              <a:rPr lang="en-US" dirty="0" err="1"/>
              <a:t>py.is_init</a:t>
            </a:r>
            <a:r>
              <a:rPr lang="en-US" dirty="0"/>
              <a:t>(),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let tracked mut </a:t>
            </a:r>
            <a:r>
              <a:rPr lang="en-US" dirty="0" err="1"/>
              <a:t>px</a:t>
            </a:r>
            <a:r>
              <a:rPr lang="en-US" dirty="0"/>
              <a:t> = </a:t>
            </a:r>
            <a:r>
              <a:rPr lang="en-US" dirty="0" err="1"/>
              <a:t>px</a:t>
            </a:r>
            <a:r>
              <a:rPr lang="en-US" dirty="0"/>
              <a:t>;</a:t>
            </a:r>
          </a:p>
          <a:p>
            <a:r>
              <a:rPr lang="en-US" dirty="0"/>
              <a:t>    let n = </a:t>
            </a:r>
            <a:r>
              <a:rPr lang="en-US" dirty="0" err="1"/>
              <a:t>ptr_mut_read</a:t>
            </a:r>
            <a:r>
              <a:rPr lang="en-US" dirty="0"/>
              <a:t>(x, </a:t>
            </a:r>
            <a:r>
              <a:rPr lang="en-US" b="1" dirty="0"/>
              <a:t>Tracked</a:t>
            </a:r>
            <a:r>
              <a:rPr lang="en-US" dirty="0"/>
              <a:t>(&amp;mut </a:t>
            </a:r>
            <a:r>
              <a:rPr lang="en-US" dirty="0" err="1"/>
              <a:t>px</a:t>
            </a:r>
            <a:r>
              <a:rPr lang="en-US" dirty="0"/>
              <a:t>));</a:t>
            </a:r>
          </a:p>
          <a:p>
            <a:r>
              <a:rPr lang="en-US" dirty="0"/>
              <a:t>    </a:t>
            </a:r>
            <a:r>
              <a:rPr lang="en-US" dirty="0" err="1"/>
              <a:t>ptr_mut_write</a:t>
            </a:r>
            <a:r>
              <a:rPr lang="en-US" dirty="0"/>
              <a:t>(x, </a:t>
            </a:r>
            <a:r>
              <a:rPr lang="en-US" b="1" dirty="0"/>
              <a:t>Tracked</a:t>
            </a:r>
            <a:r>
              <a:rPr lang="en-US" dirty="0"/>
              <a:t>(&amp;mut </a:t>
            </a:r>
            <a:r>
              <a:rPr lang="en-US" dirty="0" err="1"/>
              <a:t>px</a:t>
            </a:r>
            <a:r>
              <a:rPr lang="en-US" dirty="0"/>
              <a:t>), n + 1);</a:t>
            </a:r>
          </a:p>
          <a:p>
            <a:r>
              <a:rPr lang="en-US" dirty="0"/>
              <a:t>    assert(</a:t>
            </a:r>
            <a:r>
              <a:rPr lang="en-US" dirty="0" err="1"/>
              <a:t>px.value</a:t>
            </a:r>
            <a:r>
              <a:rPr lang="en-US" dirty="0"/>
              <a:t>() == 101);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00A9F4-DFA5-CE14-6ADE-2205CECDDA15}"/>
              </a:ext>
            </a:extLst>
          </p:cNvPr>
          <p:cNvSpPr txBox="1"/>
          <p:nvPr/>
        </p:nvSpPr>
        <p:spPr>
          <a:xfrm>
            <a:off x="611833" y="1908911"/>
            <a:ext cx="2991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Separation logic pseudo-code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09370F-FABD-B6BF-88B6-01E1AAEE9586}"/>
              </a:ext>
            </a:extLst>
          </p:cNvPr>
          <p:cNvSpPr txBox="1"/>
          <p:nvPr/>
        </p:nvSpPr>
        <p:spPr>
          <a:xfrm>
            <a:off x="4063916" y="1908911"/>
            <a:ext cx="6876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Actual Verus code for Rust unsafe raw pointers </a:t>
            </a:r>
            <a:r>
              <a:rPr lang="en-US" dirty="0"/>
              <a:t>(using </a:t>
            </a:r>
            <a:r>
              <a:rPr lang="en-US" dirty="0" err="1"/>
              <a:t>vstd</a:t>
            </a:r>
            <a:r>
              <a:rPr lang="en-US" dirty="0"/>
              <a:t>::</a:t>
            </a:r>
            <a:r>
              <a:rPr lang="en-US" dirty="0" err="1"/>
              <a:t>raw_ptr</a:t>
            </a:r>
            <a:r>
              <a:rPr lang="en-US" dirty="0"/>
              <a:t>::*)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ADD8FB-AC44-5A87-2669-D31EC381671E}"/>
              </a:ext>
            </a:extLst>
          </p:cNvPr>
          <p:cNvSpPr txBox="1"/>
          <p:nvPr/>
        </p:nvSpPr>
        <p:spPr>
          <a:xfrm>
            <a:off x="3769502" y="5543454"/>
            <a:ext cx="769892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tracked</a:t>
            </a:r>
            <a:r>
              <a:rPr lang="en-US" dirty="0"/>
              <a:t> parameters and arguments in exec code must be wrapped in </a:t>
            </a:r>
            <a:r>
              <a:rPr lang="en-US" b="1" dirty="0"/>
              <a:t>Tracked(…)</a:t>
            </a:r>
          </a:p>
          <a:p>
            <a:r>
              <a:rPr lang="en-US" dirty="0"/>
              <a:t>(ugly, but it’s a way to cram proofs into Rust’s existing type system)</a:t>
            </a:r>
          </a:p>
          <a:p>
            <a:r>
              <a:rPr lang="en-US" b="1" dirty="0"/>
              <a:t>Tracked</a:t>
            </a:r>
            <a:r>
              <a:rPr lang="en-US" dirty="0"/>
              <a:t> is a “zero-size” type and is thus erased during compilation</a:t>
            </a:r>
            <a:endParaRPr lang="en-US" b="1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79D16F1-3E5F-AA24-5530-37F5BDE57916}"/>
              </a:ext>
            </a:extLst>
          </p:cNvPr>
          <p:cNvCxnSpPr>
            <a:cxnSpLocks/>
          </p:cNvCxnSpPr>
          <p:nvPr/>
        </p:nvCxnSpPr>
        <p:spPr>
          <a:xfrm flipH="1" flipV="1">
            <a:off x="6428232" y="2843784"/>
            <a:ext cx="1446223" cy="27783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D345CD-C268-BDF9-247E-DE565D1A77CC}"/>
              </a:ext>
            </a:extLst>
          </p:cNvPr>
          <p:cNvCxnSpPr>
            <a:cxnSpLocks/>
          </p:cNvCxnSpPr>
          <p:nvPr/>
        </p:nvCxnSpPr>
        <p:spPr>
          <a:xfrm flipH="1" flipV="1">
            <a:off x="6684264" y="4544568"/>
            <a:ext cx="1069848" cy="10776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B1CA766-E1D6-0C57-C7CB-1113E22354DD}"/>
              </a:ext>
            </a:extLst>
          </p:cNvPr>
          <p:cNvSpPr txBox="1"/>
          <p:nvPr/>
        </p:nvSpPr>
        <p:spPr>
          <a:xfrm>
            <a:off x="679297" y="4457658"/>
            <a:ext cx="309020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Rust raw pointer type “*mut t”</a:t>
            </a:r>
          </a:p>
          <a:p>
            <a:r>
              <a:rPr lang="en-US" dirty="0"/>
              <a:t>(like “&amp;mut t”, but without</a:t>
            </a:r>
          </a:p>
          <a:p>
            <a:r>
              <a:rPr lang="en-US" dirty="0"/>
              <a:t>the safeguards)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11AA1F1-CAA6-9266-34DF-932958788236}"/>
              </a:ext>
            </a:extLst>
          </p:cNvPr>
          <p:cNvCxnSpPr/>
          <p:nvPr/>
        </p:nvCxnSpPr>
        <p:spPr>
          <a:xfrm flipV="1">
            <a:off x="2980944" y="2843784"/>
            <a:ext cx="1755648" cy="16002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9536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2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9DD96-63B9-43F0-BC9D-133888EF0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Ownership checking in proof and exec code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BDD9A9C-F424-47B5-BBBE-C5D96ADB703A}"/>
              </a:ext>
            </a:extLst>
          </p:cNvPr>
          <p:cNvCxnSpPr>
            <a:cxnSpLocks/>
          </p:cNvCxnSpPr>
          <p:nvPr/>
        </p:nvCxnSpPr>
        <p:spPr>
          <a:xfrm flipH="1">
            <a:off x="4974848" y="1833369"/>
            <a:ext cx="630921" cy="5301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F734FEA-30B5-42B6-B27B-4E9160840E80}"/>
              </a:ext>
            </a:extLst>
          </p:cNvPr>
          <p:cNvSpPr txBox="1"/>
          <p:nvPr/>
        </p:nvSpPr>
        <p:spPr>
          <a:xfrm>
            <a:off x="4341148" y="2363513"/>
            <a:ext cx="8801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ghost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CADED4-FD58-4998-9FFA-7507CC112B2D}"/>
              </a:ext>
            </a:extLst>
          </p:cNvPr>
          <p:cNvSpPr txBox="1"/>
          <p:nvPr/>
        </p:nvSpPr>
        <p:spPr>
          <a:xfrm>
            <a:off x="7142025" y="3429000"/>
            <a:ext cx="7527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exec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DA23BB9-2B13-4B6D-8C75-C9E04413422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5641846" y="1833369"/>
            <a:ext cx="1876564" cy="15956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7A2FEB0-497C-445C-B6BB-D18FA4808313}"/>
              </a:ext>
            </a:extLst>
          </p:cNvPr>
          <p:cNvCxnSpPr>
            <a:cxnSpLocks/>
          </p:cNvCxnSpPr>
          <p:nvPr/>
        </p:nvCxnSpPr>
        <p:spPr>
          <a:xfrm flipH="1">
            <a:off x="3760127" y="2842358"/>
            <a:ext cx="776954" cy="6089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723AECF-DBCF-4B39-BD53-5B3E13DD7A91}"/>
              </a:ext>
            </a:extLst>
          </p:cNvPr>
          <p:cNvCxnSpPr>
            <a:cxnSpLocks/>
          </p:cNvCxnSpPr>
          <p:nvPr/>
        </p:nvCxnSpPr>
        <p:spPr>
          <a:xfrm>
            <a:off x="4957666" y="2842358"/>
            <a:ext cx="811313" cy="6089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498DCAE-9302-4BDA-9594-B9C611F6F84B}"/>
              </a:ext>
            </a:extLst>
          </p:cNvPr>
          <p:cNvSpPr txBox="1"/>
          <p:nvPr/>
        </p:nvSpPr>
        <p:spPr>
          <a:xfrm>
            <a:off x="3361733" y="3443013"/>
            <a:ext cx="7505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spec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F3996C-D95E-4D0D-9ADE-3294F5611396}"/>
              </a:ext>
            </a:extLst>
          </p:cNvPr>
          <p:cNvSpPr txBox="1"/>
          <p:nvPr/>
        </p:nvSpPr>
        <p:spPr>
          <a:xfrm>
            <a:off x="5373835" y="3443013"/>
            <a:ext cx="8829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proof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4B2549-0D9E-4CCF-91D6-C157E804B416}"/>
              </a:ext>
            </a:extLst>
          </p:cNvPr>
          <p:cNvSpPr txBox="1"/>
          <p:nvPr/>
        </p:nvSpPr>
        <p:spPr>
          <a:xfrm>
            <a:off x="2947006" y="4189976"/>
            <a:ext cx="5736656" cy="461665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type checker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DAA85B-DAC6-44CF-ACFC-395F4334D28E}"/>
              </a:ext>
            </a:extLst>
          </p:cNvPr>
          <p:cNvSpPr txBox="1"/>
          <p:nvPr/>
        </p:nvSpPr>
        <p:spPr>
          <a:xfrm>
            <a:off x="2947006" y="5046960"/>
            <a:ext cx="5736656" cy="461665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ownership checker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00B9B1-6FCA-40D3-A98C-3ACB37F8AB54}"/>
              </a:ext>
            </a:extLst>
          </p:cNvPr>
          <p:cNvSpPr txBox="1"/>
          <p:nvPr/>
        </p:nvSpPr>
        <p:spPr>
          <a:xfrm>
            <a:off x="2947006" y="5897293"/>
            <a:ext cx="5736656" cy="461665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compiler</a:t>
            </a:r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170F933E-D8A2-405D-8E2C-097F72C9D717}"/>
              </a:ext>
            </a:extLst>
          </p:cNvPr>
          <p:cNvSpPr/>
          <p:nvPr/>
        </p:nvSpPr>
        <p:spPr>
          <a:xfrm>
            <a:off x="3530053" y="3823501"/>
            <a:ext cx="413886" cy="4616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4EEC914A-237C-4DF3-9A3E-5E016C2BDA49}"/>
              </a:ext>
            </a:extLst>
          </p:cNvPr>
          <p:cNvSpPr/>
          <p:nvPr/>
        </p:nvSpPr>
        <p:spPr>
          <a:xfrm>
            <a:off x="5562036" y="3823501"/>
            <a:ext cx="413886" cy="4616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1EFC3C65-3B70-4216-AE00-678A1A77AC83}"/>
              </a:ext>
            </a:extLst>
          </p:cNvPr>
          <p:cNvSpPr/>
          <p:nvPr/>
        </p:nvSpPr>
        <p:spPr>
          <a:xfrm>
            <a:off x="7348968" y="3823501"/>
            <a:ext cx="413886" cy="4616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83350814-10D3-4CC1-B8D0-3BD8084E00A3}"/>
              </a:ext>
            </a:extLst>
          </p:cNvPr>
          <p:cNvSpPr/>
          <p:nvPr/>
        </p:nvSpPr>
        <p:spPr>
          <a:xfrm>
            <a:off x="5562036" y="4651640"/>
            <a:ext cx="413886" cy="4616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66EC14FE-52EE-4BFA-BF4D-FBF17DE9A238}"/>
              </a:ext>
            </a:extLst>
          </p:cNvPr>
          <p:cNvSpPr/>
          <p:nvPr/>
        </p:nvSpPr>
        <p:spPr>
          <a:xfrm>
            <a:off x="7348968" y="4651640"/>
            <a:ext cx="413886" cy="4616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0A53C260-F4FD-4FA7-8196-118AEC092827}"/>
              </a:ext>
            </a:extLst>
          </p:cNvPr>
          <p:cNvSpPr/>
          <p:nvPr/>
        </p:nvSpPr>
        <p:spPr>
          <a:xfrm>
            <a:off x="7348968" y="5518666"/>
            <a:ext cx="413886" cy="4616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410200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6FF90-ABFA-BC11-3F46-31092B250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0E835-A1BE-46E3-0C32-5B86FAE1E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Verus can verify safety of “unsafe” Rust 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371FCE-990F-6647-3BC3-418657228BB1}"/>
              </a:ext>
            </a:extLst>
          </p:cNvPr>
          <p:cNvSpPr txBox="1"/>
          <p:nvPr/>
        </p:nvSpPr>
        <p:spPr>
          <a:xfrm>
            <a:off x="670881" y="1604853"/>
            <a:ext cx="3393301" cy="92333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Trees: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Parent node "owns" child nodes;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Rust can check type safety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FE6413-FD12-4D07-C2F8-D2AEE5696793}"/>
              </a:ext>
            </a:extLst>
          </p:cNvPr>
          <p:cNvSpPr txBox="1"/>
          <p:nvPr/>
        </p:nvSpPr>
        <p:spPr>
          <a:xfrm>
            <a:off x="5782775" y="1604853"/>
            <a:ext cx="4165371" cy="92333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Doubly linked lists: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next and </a:t>
            </a:r>
            <a:r>
              <a:rPr kumimoji="0" lang="en-US" sz="18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prev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don't own each other,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so ordinary Rust can’t check type safety.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5189E78-6411-EEF9-10F0-EF935D75439C}"/>
              </a:ext>
            </a:extLst>
          </p:cNvPr>
          <p:cNvSpPr/>
          <p:nvPr/>
        </p:nvSpPr>
        <p:spPr>
          <a:xfrm>
            <a:off x="1963270" y="2846799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2E1E23F-9F3D-3DE1-527B-D7D28CB3FC9F}"/>
              </a:ext>
            </a:extLst>
          </p:cNvPr>
          <p:cNvSpPr/>
          <p:nvPr/>
        </p:nvSpPr>
        <p:spPr>
          <a:xfrm>
            <a:off x="1102658" y="4048069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A4C0671-DCF8-8F6E-50B5-DFEC8B6348EF}"/>
              </a:ext>
            </a:extLst>
          </p:cNvPr>
          <p:cNvSpPr/>
          <p:nvPr/>
        </p:nvSpPr>
        <p:spPr>
          <a:xfrm>
            <a:off x="2779058" y="4048069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6564075-DD6E-ADC9-FA15-B74966F6F430}"/>
              </a:ext>
            </a:extLst>
          </p:cNvPr>
          <p:cNvSpPr/>
          <p:nvPr/>
        </p:nvSpPr>
        <p:spPr>
          <a:xfrm>
            <a:off x="2070846" y="5303128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66186AF-F906-4D58-91B6-AC38402087E7}"/>
              </a:ext>
            </a:extLst>
          </p:cNvPr>
          <p:cNvSpPr/>
          <p:nvPr/>
        </p:nvSpPr>
        <p:spPr>
          <a:xfrm>
            <a:off x="3576917" y="5303128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F75D05C-E10A-BA52-393B-FB056DD6E666}"/>
              </a:ext>
            </a:extLst>
          </p:cNvPr>
          <p:cNvSpPr/>
          <p:nvPr/>
        </p:nvSpPr>
        <p:spPr>
          <a:xfrm>
            <a:off x="6089046" y="4872622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370380-F7EE-4FD3-69C8-20E2BB8004D7}"/>
              </a:ext>
            </a:extLst>
          </p:cNvPr>
          <p:cNvSpPr/>
          <p:nvPr/>
        </p:nvSpPr>
        <p:spPr>
          <a:xfrm>
            <a:off x="7478575" y="4872621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AB7688E-5B19-B99C-77CE-7EF16D5046F1}"/>
              </a:ext>
            </a:extLst>
          </p:cNvPr>
          <p:cNvSpPr/>
          <p:nvPr/>
        </p:nvSpPr>
        <p:spPr>
          <a:xfrm>
            <a:off x="8850175" y="4872622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A9D746C-D72B-FD53-D06F-F828B73ADBAE}"/>
              </a:ext>
            </a:extLst>
          </p:cNvPr>
          <p:cNvCxnSpPr/>
          <p:nvPr/>
        </p:nvCxnSpPr>
        <p:spPr>
          <a:xfrm flipH="1">
            <a:off x="1757083" y="3635693"/>
            <a:ext cx="394446" cy="45719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B180FD8-6197-84D6-6384-A1392FC82EC2}"/>
              </a:ext>
            </a:extLst>
          </p:cNvPr>
          <p:cNvCxnSpPr>
            <a:cxnSpLocks/>
          </p:cNvCxnSpPr>
          <p:nvPr/>
        </p:nvCxnSpPr>
        <p:spPr>
          <a:xfrm flipH="1">
            <a:off x="2617695" y="4881787"/>
            <a:ext cx="394446" cy="45719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0DC93AA-0661-61F0-77A1-B79B72B49C0E}"/>
              </a:ext>
            </a:extLst>
          </p:cNvPr>
          <p:cNvCxnSpPr>
            <a:cxnSpLocks/>
          </p:cNvCxnSpPr>
          <p:nvPr/>
        </p:nvCxnSpPr>
        <p:spPr>
          <a:xfrm>
            <a:off x="2734235" y="3635692"/>
            <a:ext cx="394446" cy="45719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4E2EC1A-6510-DE60-F447-9A9F4CDECECF}"/>
              </a:ext>
            </a:extLst>
          </p:cNvPr>
          <p:cNvCxnSpPr>
            <a:cxnSpLocks/>
          </p:cNvCxnSpPr>
          <p:nvPr/>
        </p:nvCxnSpPr>
        <p:spPr>
          <a:xfrm>
            <a:off x="3478305" y="4881786"/>
            <a:ext cx="394446" cy="45719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7C9F3CC-0E33-4DF4-B2B2-93748977E0EF}"/>
              </a:ext>
            </a:extLst>
          </p:cNvPr>
          <p:cNvCxnSpPr>
            <a:cxnSpLocks/>
          </p:cNvCxnSpPr>
          <p:nvPr/>
        </p:nvCxnSpPr>
        <p:spPr>
          <a:xfrm>
            <a:off x="6985515" y="5096738"/>
            <a:ext cx="573741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80EFD10-FEA8-6997-45F5-AAEEADBCB831}"/>
              </a:ext>
            </a:extLst>
          </p:cNvPr>
          <p:cNvCxnSpPr>
            <a:cxnSpLocks/>
          </p:cNvCxnSpPr>
          <p:nvPr/>
        </p:nvCxnSpPr>
        <p:spPr>
          <a:xfrm>
            <a:off x="8375045" y="5096738"/>
            <a:ext cx="57374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A19E780-D071-4230-632A-7398F40CE92C}"/>
              </a:ext>
            </a:extLst>
          </p:cNvPr>
          <p:cNvCxnSpPr>
            <a:cxnSpLocks/>
          </p:cNvCxnSpPr>
          <p:nvPr/>
        </p:nvCxnSpPr>
        <p:spPr>
          <a:xfrm flipH="1">
            <a:off x="8375045" y="5527044"/>
            <a:ext cx="540265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B3ADAA7-BC2E-B255-725D-9F7DF582EF6D}"/>
              </a:ext>
            </a:extLst>
          </p:cNvPr>
          <p:cNvCxnSpPr>
            <a:cxnSpLocks/>
          </p:cNvCxnSpPr>
          <p:nvPr/>
        </p:nvCxnSpPr>
        <p:spPr>
          <a:xfrm flipH="1">
            <a:off x="6985515" y="5527044"/>
            <a:ext cx="551052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4FE478D-4BE7-A476-7981-9B34DA282991}"/>
              </a:ext>
            </a:extLst>
          </p:cNvPr>
          <p:cNvCxnSpPr>
            <a:cxnSpLocks/>
            <a:endCxn id="11" idx="0"/>
          </p:cNvCxnSpPr>
          <p:nvPr/>
        </p:nvCxnSpPr>
        <p:spPr>
          <a:xfrm flipH="1">
            <a:off x="6573140" y="3639840"/>
            <a:ext cx="887506" cy="1232782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4B97F7BE-839C-46DE-57CB-366DB7857B48}"/>
              </a:ext>
            </a:extLst>
          </p:cNvPr>
          <p:cNvSpPr/>
          <p:nvPr/>
        </p:nvSpPr>
        <p:spPr>
          <a:xfrm>
            <a:off x="6737900" y="2850946"/>
            <a:ext cx="2551546" cy="887505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ghost owner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B8C85CC-DDAB-2C17-2B09-815EA1298CB7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515696" y="3639840"/>
            <a:ext cx="818573" cy="1232782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E61A562-30A9-72AD-7813-44932007103D}"/>
              </a:ext>
            </a:extLst>
          </p:cNvPr>
          <p:cNvCxnSpPr>
            <a:cxnSpLocks/>
            <a:stCxn id="25" idx="4"/>
            <a:endCxn id="12" idx="0"/>
          </p:cNvCxnSpPr>
          <p:nvPr/>
        </p:nvCxnSpPr>
        <p:spPr>
          <a:xfrm flipH="1">
            <a:off x="7962669" y="3738451"/>
            <a:ext cx="51004" cy="113417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2A3F1FF-50EF-C4D4-2CE0-B621E4A99443}"/>
              </a:ext>
            </a:extLst>
          </p:cNvPr>
          <p:cNvSpPr txBox="1"/>
          <p:nvPr/>
        </p:nvSpPr>
        <p:spPr>
          <a:xfrm>
            <a:off x="1296146" y="3549722"/>
            <a:ext cx="714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owns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D2C70A9-D16B-E01D-C6E1-861F5422A082}"/>
              </a:ext>
            </a:extLst>
          </p:cNvPr>
          <p:cNvSpPr txBox="1"/>
          <p:nvPr/>
        </p:nvSpPr>
        <p:spPr>
          <a:xfrm>
            <a:off x="2987221" y="3543376"/>
            <a:ext cx="714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owns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41133D-3128-98AC-316D-CE7C19ADA3F3}"/>
              </a:ext>
            </a:extLst>
          </p:cNvPr>
          <p:cNvSpPr txBox="1"/>
          <p:nvPr/>
        </p:nvSpPr>
        <p:spPr>
          <a:xfrm>
            <a:off x="3765175" y="4864356"/>
            <a:ext cx="714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owns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45811E6-67EF-8637-1AC1-3F0A74B5B616}"/>
              </a:ext>
            </a:extLst>
          </p:cNvPr>
          <p:cNvSpPr txBox="1"/>
          <p:nvPr/>
        </p:nvSpPr>
        <p:spPr>
          <a:xfrm>
            <a:off x="2010221" y="4864356"/>
            <a:ext cx="714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owns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E1ED618-B2C0-CEDA-CD65-43B720B72C38}"/>
              </a:ext>
            </a:extLst>
          </p:cNvPr>
          <p:cNvSpPr txBox="1"/>
          <p:nvPr/>
        </p:nvSpPr>
        <p:spPr>
          <a:xfrm>
            <a:off x="5773530" y="3828594"/>
            <a:ext cx="11569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owns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rgbClr val="00B050"/>
                </a:solidFill>
                <a:latin typeface="Aptos" panose="02110004020202020204"/>
              </a:rPr>
              <a:t>(</a:t>
            </a:r>
            <a:r>
              <a:rPr lang="en-US" dirty="0" err="1">
                <a:solidFill>
                  <a:srgbClr val="00B050"/>
                </a:solidFill>
                <a:latin typeface="Aptos" panose="02110004020202020204"/>
              </a:rPr>
              <a:t>PointsTo</a:t>
            </a:r>
            <a:r>
              <a:rPr lang="en-US" dirty="0">
                <a:solidFill>
                  <a:srgbClr val="00B050"/>
                </a:solidFill>
                <a:latin typeface="Aptos" panose="02110004020202020204"/>
              </a:rPr>
              <a:t>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9F12710-36D8-D031-FEA0-3BB28D8DD4C1}"/>
              </a:ext>
            </a:extLst>
          </p:cNvPr>
          <p:cNvSpPr txBox="1"/>
          <p:nvPr/>
        </p:nvSpPr>
        <p:spPr>
          <a:xfrm>
            <a:off x="6874682" y="3994631"/>
            <a:ext cx="11569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srgbClr val="00B050"/>
                </a:solidFill>
              </a:rPr>
              <a:t>owns</a:t>
            </a:r>
          </a:p>
          <a:p>
            <a:pPr lvl="0" algn="ctr">
              <a:defRPr/>
            </a:pPr>
            <a:r>
              <a:rPr lang="en-US" dirty="0">
                <a:solidFill>
                  <a:srgbClr val="00B050"/>
                </a:solidFill>
              </a:rPr>
              <a:t>(</a:t>
            </a:r>
            <a:r>
              <a:rPr lang="en-US" dirty="0" err="1">
                <a:solidFill>
                  <a:srgbClr val="00B050"/>
                </a:solidFill>
              </a:rPr>
              <a:t>PointsTo</a:t>
            </a:r>
            <a:r>
              <a:rPr lang="en-US" dirty="0">
                <a:solidFill>
                  <a:srgbClr val="00B050"/>
                </a:solidFill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E1FD236-21A5-3BBC-E3EC-E6573D8FD62E}"/>
              </a:ext>
            </a:extLst>
          </p:cNvPr>
          <p:cNvSpPr txBox="1"/>
          <p:nvPr/>
        </p:nvSpPr>
        <p:spPr>
          <a:xfrm>
            <a:off x="7955165" y="4052118"/>
            <a:ext cx="11569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srgbClr val="00B050"/>
                </a:solidFill>
              </a:rPr>
              <a:t>owns</a:t>
            </a:r>
          </a:p>
          <a:p>
            <a:pPr lvl="0" algn="ctr">
              <a:defRPr/>
            </a:pPr>
            <a:r>
              <a:rPr lang="en-US" dirty="0">
                <a:solidFill>
                  <a:srgbClr val="00B050"/>
                </a:solidFill>
              </a:rPr>
              <a:t>(</a:t>
            </a:r>
            <a:r>
              <a:rPr lang="en-US" dirty="0" err="1">
                <a:solidFill>
                  <a:srgbClr val="00B050"/>
                </a:solidFill>
              </a:rPr>
              <a:t>PointsTo</a:t>
            </a:r>
            <a:r>
              <a:rPr lang="en-US" dirty="0">
                <a:solidFill>
                  <a:srgbClr val="00B050"/>
                </a:solidFill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2CC69E-4E53-C58B-9881-8A9BF902D84A}"/>
              </a:ext>
            </a:extLst>
          </p:cNvPr>
          <p:cNvSpPr txBox="1"/>
          <p:nvPr/>
        </p:nvSpPr>
        <p:spPr>
          <a:xfrm>
            <a:off x="6871961" y="5575460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*mut 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E2B7C8-470B-C231-A03D-31D7D4DFBBEB}"/>
              </a:ext>
            </a:extLst>
          </p:cNvPr>
          <p:cNvSpPr txBox="1"/>
          <p:nvPr/>
        </p:nvSpPr>
        <p:spPr>
          <a:xfrm>
            <a:off x="8250236" y="5575460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*mut 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D663AE3-5E6C-62FC-9276-73874CC2034C}"/>
              </a:ext>
            </a:extLst>
          </p:cNvPr>
          <p:cNvSpPr txBox="1"/>
          <p:nvPr/>
        </p:nvSpPr>
        <p:spPr>
          <a:xfrm>
            <a:off x="6816736" y="4677461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*mut 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AC76811-1F01-886A-8F99-A6271C2F7D3D}"/>
              </a:ext>
            </a:extLst>
          </p:cNvPr>
          <p:cNvSpPr txBox="1"/>
          <p:nvPr/>
        </p:nvSpPr>
        <p:spPr>
          <a:xfrm>
            <a:off x="8195011" y="4677461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*mut 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264E22-DE21-C508-C11B-29745D55A12F}"/>
              </a:ext>
            </a:extLst>
          </p:cNvPr>
          <p:cNvSpPr txBox="1"/>
          <p:nvPr/>
        </p:nvSpPr>
        <p:spPr>
          <a:xfrm>
            <a:off x="9289446" y="3033494"/>
            <a:ext cx="2869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u="sng" dirty="0">
                <a:solidFill>
                  <a:srgbClr val="00B050"/>
                </a:solidFill>
              </a:rPr>
              <a:t>tracked Map&lt;int, </a:t>
            </a:r>
            <a:r>
              <a:rPr lang="en-US" u="sng" dirty="0" err="1">
                <a:solidFill>
                  <a:srgbClr val="00B050"/>
                </a:solidFill>
              </a:rPr>
              <a:t>PointsTo</a:t>
            </a:r>
            <a:r>
              <a:rPr lang="en-US" u="sng" dirty="0">
                <a:solidFill>
                  <a:srgbClr val="00B050"/>
                </a:solidFill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34075911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FFAF2-3377-9EAE-A5E4-FF489C4F9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Fractional permissions in separation logic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6EDCBE-8168-688A-8D35-3E9AB0BFE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75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30FF75-5D37-3090-D21A-D62298B6F63A}"/>
              </a:ext>
            </a:extLst>
          </p:cNvPr>
          <p:cNvSpPr txBox="1"/>
          <p:nvPr/>
        </p:nvSpPr>
        <p:spPr>
          <a:xfrm>
            <a:off x="1519667" y="3083761"/>
            <a:ext cx="8531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 ↦ v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1ECECD-F7CF-1DD9-5901-413B01877B39}"/>
              </a:ext>
            </a:extLst>
          </p:cNvPr>
          <p:cNvSpPr txBox="1"/>
          <p:nvPr/>
        </p:nvSpPr>
        <p:spPr>
          <a:xfrm>
            <a:off x="3165587" y="3083761"/>
            <a:ext cx="27013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(x ↦</a:t>
            </a:r>
            <a:r>
              <a:rPr lang="en-US" sz="2400" baseline="30000" dirty="0"/>
              <a:t>0.5</a:t>
            </a:r>
            <a:r>
              <a:rPr lang="en-US" sz="2400" dirty="0"/>
              <a:t> v )* (x ↦</a:t>
            </a:r>
            <a:r>
              <a:rPr lang="en-US" sz="2400" baseline="30000" dirty="0"/>
              <a:t>0.5</a:t>
            </a:r>
            <a:r>
              <a:rPr lang="en-US" sz="2400" dirty="0"/>
              <a:t> v)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ADF52B64-23B5-D59E-BB13-CB6178042987}"/>
              </a:ext>
            </a:extLst>
          </p:cNvPr>
          <p:cNvSpPr/>
          <p:nvPr/>
        </p:nvSpPr>
        <p:spPr>
          <a:xfrm>
            <a:off x="2372786" y="3083761"/>
            <a:ext cx="792801" cy="461665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F4B657-C527-446B-FD7E-7756A2D87886}"/>
              </a:ext>
            </a:extLst>
          </p:cNvPr>
          <p:cNvSpPr txBox="1"/>
          <p:nvPr/>
        </p:nvSpPr>
        <p:spPr>
          <a:xfrm>
            <a:off x="1223624" y="2120456"/>
            <a:ext cx="94775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Split mutable points-to into multiple “fractional” immutable points-to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335AA0-C5C6-BC9D-E433-DF783EEA2AED}"/>
              </a:ext>
            </a:extLst>
          </p:cNvPr>
          <p:cNvSpPr txBox="1"/>
          <p:nvPr/>
        </p:nvSpPr>
        <p:spPr>
          <a:xfrm>
            <a:off x="1223624" y="3860381"/>
            <a:ext cx="95358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Each fractional permission has a real-number fraction between 0 and 1</a:t>
            </a:r>
          </a:p>
          <a:p>
            <a:r>
              <a:rPr lang="en-US" sz="2400" dirty="0"/>
              <a:t>Together, the fractions add up to 1.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ED2470-BDA9-E21B-277C-E5C800564333}"/>
              </a:ext>
            </a:extLst>
          </p:cNvPr>
          <p:cNvSpPr txBox="1"/>
          <p:nvPr/>
        </p:nvSpPr>
        <p:spPr>
          <a:xfrm>
            <a:off x="6659769" y="3082987"/>
            <a:ext cx="44133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(x ↦</a:t>
            </a:r>
            <a:r>
              <a:rPr lang="en-US" sz="2400" baseline="30000" dirty="0"/>
              <a:t>0.5</a:t>
            </a:r>
            <a:r>
              <a:rPr lang="en-US" sz="2400" dirty="0"/>
              <a:t> v )* ((x ↦</a:t>
            </a:r>
            <a:r>
              <a:rPr lang="en-US" sz="2400" baseline="30000" dirty="0"/>
              <a:t>0.1</a:t>
            </a:r>
            <a:r>
              <a:rPr lang="en-US" sz="2400" dirty="0"/>
              <a:t> v) * (x ↦</a:t>
            </a:r>
            <a:r>
              <a:rPr lang="en-US" sz="2400" baseline="30000" dirty="0"/>
              <a:t>0.4</a:t>
            </a:r>
            <a:r>
              <a:rPr lang="en-US" sz="2400" dirty="0"/>
              <a:t> v))</a:t>
            </a: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B1B1290C-CBB4-606A-7690-E1968729EDC6}"/>
              </a:ext>
            </a:extLst>
          </p:cNvPr>
          <p:cNvSpPr/>
          <p:nvPr/>
        </p:nvSpPr>
        <p:spPr>
          <a:xfrm>
            <a:off x="5866968" y="3120337"/>
            <a:ext cx="792801" cy="461665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00207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0EFD0-5F44-26E5-9899-48ED82F9D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Fractional permissions: Verus 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A15C6F-BC21-66EC-512E-F087D8D6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76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0B24F1-B7D5-1BEA-F119-926A316A0CAE}"/>
              </a:ext>
            </a:extLst>
          </p:cNvPr>
          <p:cNvSpPr txBox="1"/>
          <p:nvPr/>
        </p:nvSpPr>
        <p:spPr>
          <a:xfrm>
            <a:off x="619981" y="1327691"/>
            <a:ext cx="5922840" cy="539378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tracked struct </a:t>
            </a:r>
            <a:r>
              <a:rPr lang="en-US" dirty="0" err="1"/>
              <a:t>FracGhost</a:t>
            </a:r>
            <a:r>
              <a:rPr lang="en-US" dirty="0"/>
              <a:t>&lt;T&gt; { ... }</a:t>
            </a:r>
          </a:p>
          <a:p>
            <a:r>
              <a:rPr lang="en-US" dirty="0" err="1"/>
              <a:t>impl</a:t>
            </a:r>
            <a:r>
              <a:rPr lang="en-US" dirty="0"/>
              <a:t>&lt;T&gt; </a:t>
            </a:r>
            <a:r>
              <a:rPr lang="en-US" dirty="0" err="1"/>
              <a:t>FracGhost</a:t>
            </a:r>
            <a:r>
              <a:rPr lang="en-US" dirty="0"/>
              <a:t>&lt;T&gt; {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id(self) -&gt; Loc;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view(self) -&gt; T;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frac(self) -&gt; real;</a:t>
            </a:r>
          </a:p>
          <a:p>
            <a:endParaRPr lang="en-US" sz="1200" dirty="0"/>
          </a:p>
          <a:p>
            <a:r>
              <a:rPr lang="en-US" dirty="0"/>
              <a:t>    proof </a:t>
            </a:r>
            <a:r>
              <a:rPr lang="en-US" dirty="0" err="1"/>
              <a:t>fn</a:t>
            </a:r>
            <a:r>
              <a:rPr lang="en-US" dirty="0"/>
              <a:t> new(v: T) -&gt; (tracked r: </a:t>
            </a:r>
            <a:r>
              <a:rPr lang="en-US" dirty="0" err="1"/>
              <a:t>FracGhost</a:t>
            </a:r>
            <a:r>
              <a:rPr lang="en-US" dirty="0"/>
              <a:t>&lt;T&gt;)</a:t>
            </a:r>
          </a:p>
          <a:p>
            <a:r>
              <a:rPr lang="en-US" dirty="0"/>
              <a:t>        ensures </a:t>
            </a:r>
            <a:r>
              <a:rPr lang="en-US" dirty="0" err="1"/>
              <a:t>r.frac</a:t>
            </a:r>
            <a:r>
              <a:rPr lang="en-US" dirty="0"/>
              <a:t>() == 1.0real, r@ == v;</a:t>
            </a:r>
          </a:p>
          <a:p>
            <a:endParaRPr lang="en-US" sz="1400" dirty="0"/>
          </a:p>
          <a:p>
            <a:r>
              <a:rPr lang="en-US" dirty="0"/>
              <a:t>    proof </a:t>
            </a:r>
            <a:r>
              <a:rPr lang="en-US" dirty="0" err="1"/>
              <a:t>fn</a:t>
            </a:r>
            <a:r>
              <a:rPr lang="en-US" dirty="0"/>
              <a:t> split(tracked &amp;mut self) -&gt; (tracked r: Self)</a:t>
            </a:r>
          </a:p>
          <a:p>
            <a:r>
              <a:rPr lang="en-US" dirty="0"/>
              <a:t>        ensures</a:t>
            </a:r>
          </a:p>
          <a:p>
            <a:r>
              <a:rPr lang="en-US" dirty="0"/>
              <a:t>            final(self).frac() == old(self).frac() / 2.0real,</a:t>
            </a:r>
          </a:p>
          <a:p>
            <a:r>
              <a:rPr lang="en-US" dirty="0"/>
              <a:t>            </a:t>
            </a:r>
            <a:r>
              <a:rPr lang="en-US" dirty="0" err="1"/>
              <a:t>r.frac</a:t>
            </a:r>
            <a:r>
              <a:rPr lang="en-US" dirty="0"/>
              <a:t>() == old(self).frac() / 2.0real,</a:t>
            </a:r>
          </a:p>
          <a:p>
            <a:r>
              <a:rPr lang="en-US" dirty="0"/>
              <a:t>            …;</a:t>
            </a:r>
          </a:p>
          <a:p>
            <a:endParaRPr lang="en-US" sz="1050" dirty="0"/>
          </a:p>
          <a:p>
            <a:r>
              <a:rPr lang="en-US" dirty="0"/>
              <a:t>    proof </a:t>
            </a:r>
            <a:r>
              <a:rPr lang="en-US" dirty="0" err="1"/>
              <a:t>fn</a:t>
            </a:r>
            <a:r>
              <a:rPr lang="en-US" dirty="0"/>
              <a:t> combine(tracked &amp;mut self, tracked x: Self)</a:t>
            </a:r>
          </a:p>
          <a:p>
            <a:r>
              <a:rPr lang="en-US" dirty="0"/>
              <a:t>        requires old(self).id() == x.id(),</a:t>
            </a:r>
          </a:p>
          <a:p>
            <a:r>
              <a:rPr lang="en-US" dirty="0"/>
              <a:t>        ensures ..., final(self).frac() == old(self).frac() + </a:t>
            </a:r>
            <a:r>
              <a:rPr lang="en-US" dirty="0" err="1"/>
              <a:t>x.frac</a:t>
            </a:r>
            <a:r>
              <a:rPr lang="en-US" dirty="0"/>
              <a:t>(),</a:t>
            </a:r>
          </a:p>
          <a:p>
            <a:r>
              <a:rPr lang="en-US" dirty="0"/>
              <a:t>...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A4D95-3C13-8B81-7AF0-FCFA4B3AFD77}"/>
              </a:ext>
            </a:extLst>
          </p:cNvPr>
          <p:cNvSpPr txBox="1"/>
          <p:nvPr/>
        </p:nvSpPr>
        <p:spPr>
          <a:xfrm>
            <a:off x="6739128" y="1938528"/>
            <a:ext cx="5149423" cy="37856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proof </a:t>
            </a:r>
            <a:r>
              <a:rPr lang="en-US" sz="2000" dirty="0" err="1"/>
              <a:t>fn</a:t>
            </a:r>
            <a:r>
              <a:rPr lang="en-US" sz="2000" dirty="0"/>
              <a:t> test() {</a:t>
            </a:r>
          </a:p>
          <a:p>
            <a:r>
              <a:rPr lang="en-US" sz="2000" dirty="0"/>
              <a:t>    let tracked mut x = </a:t>
            </a:r>
            <a:r>
              <a:rPr lang="en-US" sz="2000" dirty="0" err="1"/>
              <a:t>FracGhost</a:t>
            </a:r>
            <a:r>
              <a:rPr lang="en-US" sz="2000" dirty="0"/>
              <a:t>::new(100int);</a:t>
            </a:r>
          </a:p>
          <a:p>
            <a:endParaRPr lang="en-US" sz="2000" dirty="0"/>
          </a:p>
          <a:p>
            <a:r>
              <a:rPr lang="en-US" sz="2000" dirty="0"/>
              <a:t>    let tracked y = </a:t>
            </a:r>
            <a:r>
              <a:rPr lang="en-US" sz="2000" dirty="0" err="1"/>
              <a:t>x.split</a:t>
            </a:r>
            <a:r>
              <a:rPr lang="en-US" sz="2000" dirty="0"/>
              <a:t>();</a:t>
            </a:r>
          </a:p>
          <a:p>
            <a:r>
              <a:rPr lang="en-US" sz="2000" dirty="0"/>
              <a:t>    assert(</a:t>
            </a:r>
            <a:r>
              <a:rPr lang="en-US" sz="2000" dirty="0" err="1"/>
              <a:t>x.frac</a:t>
            </a:r>
            <a:r>
              <a:rPr lang="en-US" sz="2000" dirty="0"/>
              <a:t>() == 0.5real);</a:t>
            </a:r>
          </a:p>
          <a:p>
            <a:r>
              <a:rPr lang="en-US" sz="2000" dirty="0"/>
              <a:t>    assert(</a:t>
            </a:r>
            <a:r>
              <a:rPr lang="en-US" sz="2000" dirty="0" err="1"/>
              <a:t>y.frac</a:t>
            </a:r>
            <a:r>
              <a:rPr lang="en-US" sz="2000" dirty="0"/>
              <a:t>() == 0.5real);</a:t>
            </a:r>
          </a:p>
          <a:p>
            <a:r>
              <a:rPr lang="en-US" sz="2000" dirty="0"/>
              <a:t>    assert(x@ == 100);</a:t>
            </a:r>
          </a:p>
          <a:p>
            <a:r>
              <a:rPr lang="en-US" sz="2000" dirty="0"/>
              <a:t>    assert(y@ == 100);</a:t>
            </a:r>
          </a:p>
          <a:p>
            <a:endParaRPr lang="en-US" sz="2000" dirty="0"/>
          </a:p>
          <a:p>
            <a:r>
              <a:rPr lang="en-US" sz="2000" dirty="0"/>
              <a:t>    </a:t>
            </a:r>
            <a:r>
              <a:rPr lang="en-US" sz="2000" dirty="0" err="1"/>
              <a:t>x.combine</a:t>
            </a:r>
            <a:r>
              <a:rPr lang="en-US" sz="2000" dirty="0"/>
              <a:t>(y);</a:t>
            </a:r>
          </a:p>
          <a:p>
            <a:r>
              <a:rPr lang="en-US" sz="2000" dirty="0"/>
              <a:t>    assert(</a:t>
            </a:r>
            <a:r>
              <a:rPr lang="en-US" sz="2000" dirty="0" err="1"/>
              <a:t>x.frac</a:t>
            </a:r>
            <a:r>
              <a:rPr lang="en-US" sz="2000" dirty="0"/>
              <a:t>() == 1.0real);</a:t>
            </a:r>
          </a:p>
          <a:p>
            <a:r>
              <a:rPr lang="en-US" sz="20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2180634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3243B-6251-7F6B-172A-B2161ABC0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83382-5F11-CD7F-5E14-170FF15CB91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Concurrency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DE9BB2-EDED-84A7-4DE1-DBE0872D2F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11109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AFD4F-5957-B802-EE9B-37F553D26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Concurrency via ownership/separation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C8A45A-73C2-4F53-C32B-556DC8602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78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7F76E9-190B-68EA-13D2-DD8F4DF37B54}"/>
              </a:ext>
            </a:extLst>
          </p:cNvPr>
          <p:cNvSpPr txBox="1"/>
          <p:nvPr/>
        </p:nvSpPr>
        <p:spPr>
          <a:xfrm>
            <a:off x="838200" y="1388936"/>
            <a:ext cx="5589543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f(x: Vec&lt;u8&gt;, y: Vec&lt;u8&gt;) {</a:t>
            </a:r>
          </a:p>
          <a:p>
            <a:r>
              <a:rPr lang="en-US" dirty="0"/>
              <a:t>    let </a:t>
            </a:r>
            <a:r>
              <a:rPr lang="en-US" dirty="0" err="1"/>
              <a:t>thread_a</a:t>
            </a:r>
            <a:r>
              <a:rPr lang="en-US" dirty="0"/>
              <a:t> = std::thread::spawn(|| {</a:t>
            </a:r>
          </a:p>
          <a:p>
            <a:r>
              <a:rPr lang="en-US" dirty="0"/>
              <a:t>        let mut x = x;</a:t>
            </a:r>
          </a:p>
          <a:p>
            <a:r>
              <a:rPr lang="en-US" dirty="0"/>
              <a:t>        </a:t>
            </a:r>
            <a:r>
              <a:rPr lang="en-US" dirty="0" err="1"/>
              <a:t>x.push</a:t>
            </a:r>
            <a:r>
              <a:rPr lang="en-US" dirty="0"/>
              <a:t>(10);</a:t>
            </a:r>
          </a:p>
          <a:p>
            <a:r>
              <a:rPr lang="en-US" dirty="0"/>
              <a:t>        x</a:t>
            </a:r>
          </a:p>
          <a:p>
            <a:r>
              <a:rPr lang="en-US" dirty="0"/>
              <a:t>    });</a:t>
            </a:r>
          </a:p>
          <a:p>
            <a:endParaRPr lang="en-US" sz="1100" dirty="0"/>
          </a:p>
          <a:p>
            <a:r>
              <a:rPr lang="en-US" dirty="0"/>
              <a:t>    let </a:t>
            </a:r>
            <a:r>
              <a:rPr lang="en-US" dirty="0" err="1"/>
              <a:t>thread_b</a:t>
            </a:r>
            <a:r>
              <a:rPr lang="en-US" dirty="0"/>
              <a:t> = std::thread::spawn(|| {</a:t>
            </a:r>
          </a:p>
          <a:p>
            <a:r>
              <a:rPr lang="en-US" dirty="0"/>
              <a:t>        let mut y = y;</a:t>
            </a:r>
          </a:p>
          <a:p>
            <a:r>
              <a:rPr lang="en-US" dirty="0"/>
              <a:t>        </a:t>
            </a:r>
            <a:r>
              <a:rPr lang="en-US" dirty="0" err="1"/>
              <a:t>y.push</a:t>
            </a:r>
            <a:r>
              <a:rPr lang="en-US" dirty="0"/>
              <a:t>(20);</a:t>
            </a:r>
          </a:p>
          <a:p>
            <a:r>
              <a:rPr lang="en-US" dirty="0"/>
              <a:t>        </a:t>
            </a:r>
            <a:r>
              <a:rPr lang="en-US" dirty="0">
                <a:solidFill>
                  <a:srgbClr val="C00000"/>
                </a:solidFill>
              </a:rPr>
              <a:t>// let lx = </a:t>
            </a:r>
            <a:r>
              <a:rPr lang="en-US" dirty="0" err="1">
                <a:solidFill>
                  <a:srgbClr val="C00000"/>
                </a:solidFill>
              </a:rPr>
              <a:t>x.len</a:t>
            </a:r>
            <a:r>
              <a:rPr lang="en-US" dirty="0">
                <a:solidFill>
                  <a:srgbClr val="C00000"/>
                </a:solidFill>
              </a:rPr>
              <a:t>(); // error: x was moved into thread a</a:t>
            </a:r>
          </a:p>
          <a:p>
            <a:r>
              <a:rPr lang="en-US" dirty="0"/>
              <a:t>        y</a:t>
            </a:r>
          </a:p>
          <a:p>
            <a:r>
              <a:rPr lang="en-US" dirty="0"/>
              <a:t>    });</a:t>
            </a:r>
          </a:p>
          <a:p>
            <a:endParaRPr lang="en-US" sz="1100" dirty="0"/>
          </a:p>
          <a:p>
            <a:r>
              <a:rPr lang="en-US" dirty="0">
                <a:solidFill>
                  <a:srgbClr val="C00000"/>
                </a:solidFill>
              </a:rPr>
              <a:t>    // let lx = </a:t>
            </a:r>
            <a:r>
              <a:rPr lang="en-US" dirty="0" err="1">
                <a:solidFill>
                  <a:srgbClr val="C00000"/>
                </a:solidFill>
              </a:rPr>
              <a:t>x.len</a:t>
            </a:r>
            <a:r>
              <a:rPr lang="en-US" dirty="0">
                <a:solidFill>
                  <a:srgbClr val="C00000"/>
                </a:solidFill>
              </a:rPr>
              <a:t>(); // error: x was moved into thread a</a:t>
            </a:r>
          </a:p>
          <a:p>
            <a:r>
              <a:rPr lang="en-US" dirty="0"/>
              <a:t>    if let (Ok(x), Ok(y)) = (</a:t>
            </a:r>
            <a:r>
              <a:rPr lang="en-US" dirty="0" err="1"/>
              <a:t>thread_a.join</a:t>
            </a:r>
            <a:r>
              <a:rPr lang="en-US" dirty="0"/>
              <a:t>(), </a:t>
            </a:r>
            <a:r>
              <a:rPr lang="en-US" dirty="0" err="1"/>
              <a:t>thread_b.join</a:t>
            </a:r>
            <a:r>
              <a:rPr lang="en-US" dirty="0"/>
              <a:t>()) {</a:t>
            </a:r>
          </a:p>
          <a:p>
            <a:r>
              <a:rPr lang="en-US" dirty="0"/>
              <a:t>        let lx = </a:t>
            </a:r>
            <a:r>
              <a:rPr lang="en-US" dirty="0" err="1"/>
              <a:t>x.len</a:t>
            </a:r>
            <a:r>
              <a:rPr lang="en-US" dirty="0"/>
              <a:t>();</a:t>
            </a:r>
          </a:p>
          <a:p>
            <a:r>
              <a:rPr lang="en-US" dirty="0"/>
              <a:t>        let </a:t>
            </a:r>
            <a:r>
              <a:rPr lang="en-US" dirty="0" err="1"/>
              <a:t>ly</a:t>
            </a:r>
            <a:r>
              <a:rPr lang="en-US" dirty="0"/>
              <a:t> = </a:t>
            </a:r>
            <a:r>
              <a:rPr lang="en-US" dirty="0" err="1"/>
              <a:t>y.len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540FE23-7E50-33E6-C8DA-19E283E8C856}"/>
              </a:ext>
            </a:extLst>
          </p:cNvPr>
          <p:cNvSpPr/>
          <p:nvPr/>
        </p:nvSpPr>
        <p:spPr>
          <a:xfrm>
            <a:off x="9148689" y="3300984"/>
            <a:ext cx="269971" cy="1358972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2E00CF-D5CE-D276-81F5-56B81AFEDF3A}"/>
              </a:ext>
            </a:extLst>
          </p:cNvPr>
          <p:cNvSpPr txBox="1"/>
          <p:nvPr/>
        </p:nvSpPr>
        <p:spPr>
          <a:xfrm>
            <a:off x="8737151" y="1841526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C4F50E6-354B-C8CE-445D-9A465B97FCDF}"/>
              </a:ext>
            </a:extLst>
          </p:cNvPr>
          <p:cNvSpPr/>
          <p:nvPr/>
        </p:nvSpPr>
        <p:spPr>
          <a:xfrm>
            <a:off x="10911995" y="3300984"/>
            <a:ext cx="269971" cy="1358972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8D15F0-C3F4-9147-110A-1289A52C7159}"/>
              </a:ext>
            </a:extLst>
          </p:cNvPr>
          <p:cNvSpPr txBox="1"/>
          <p:nvPr/>
        </p:nvSpPr>
        <p:spPr>
          <a:xfrm>
            <a:off x="10437935" y="1841526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0835B896-D11C-4482-0ED0-256512CEFDCB}"/>
              </a:ext>
            </a:extLst>
          </p:cNvPr>
          <p:cNvSpPr/>
          <p:nvPr/>
        </p:nvSpPr>
        <p:spPr>
          <a:xfrm>
            <a:off x="7295633" y="2444932"/>
            <a:ext cx="269971" cy="2913452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F4C9C0-10D0-FD33-4C49-92C098B1D7B7}"/>
              </a:ext>
            </a:extLst>
          </p:cNvPr>
          <p:cNvSpPr txBox="1"/>
          <p:nvPr/>
        </p:nvSpPr>
        <p:spPr>
          <a:xfrm>
            <a:off x="6589898" y="1836977"/>
            <a:ext cx="1912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parent thread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0AA991-89DB-3E83-9F1F-E6686B5B5095}"/>
              </a:ext>
            </a:extLst>
          </p:cNvPr>
          <p:cNvSpPr txBox="1"/>
          <p:nvPr/>
        </p:nvSpPr>
        <p:spPr>
          <a:xfrm>
            <a:off x="7735824" y="244493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24F791-EB0B-2C53-978B-86E40184767A}"/>
              </a:ext>
            </a:extLst>
          </p:cNvPr>
          <p:cNvSpPr txBox="1"/>
          <p:nvPr/>
        </p:nvSpPr>
        <p:spPr>
          <a:xfrm>
            <a:off x="8193302" y="244493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8258955-CFEB-3B07-B63D-59DF46509891}"/>
              </a:ext>
            </a:extLst>
          </p:cNvPr>
          <p:cNvCxnSpPr>
            <a:stCxn id="11" idx="2"/>
          </p:cNvCxnSpPr>
          <p:nvPr/>
        </p:nvCxnSpPr>
        <p:spPr>
          <a:xfrm>
            <a:off x="7879453" y="2814264"/>
            <a:ext cx="1331758" cy="486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815DB7A-90DE-E854-3CFF-CE661F34E62F}"/>
              </a:ext>
            </a:extLst>
          </p:cNvPr>
          <p:cNvCxnSpPr>
            <a:stCxn id="12" idx="3"/>
          </p:cNvCxnSpPr>
          <p:nvPr/>
        </p:nvCxnSpPr>
        <p:spPr>
          <a:xfrm>
            <a:off x="8480560" y="2629598"/>
            <a:ext cx="2431435" cy="5799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A270C26-1522-5B03-07B5-A8D59F731CA8}"/>
              </a:ext>
            </a:extLst>
          </p:cNvPr>
          <p:cNvCxnSpPr/>
          <p:nvPr/>
        </p:nvCxnSpPr>
        <p:spPr>
          <a:xfrm flipH="1">
            <a:off x="7671816" y="4659956"/>
            <a:ext cx="1476873" cy="3143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CB13A07-DF4D-CF34-5DE0-7BF311F7BD86}"/>
              </a:ext>
            </a:extLst>
          </p:cNvPr>
          <p:cNvCxnSpPr/>
          <p:nvPr/>
        </p:nvCxnSpPr>
        <p:spPr>
          <a:xfrm flipH="1">
            <a:off x="7879453" y="4659956"/>
            <a:ext cx="2965331" cy="4149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D84AFE4-AB8E-4099-56AF-CE859AD433C9}"/>
              </a:ext>
            </a:extLst>
          </p:cNvPr>
          <p:cNvSpPr txBox="1"/>
          <p:nvPr/>
        </p:nvSpPr>
        <p:spPr>
          <a:xfrm>
            <a:off x="9406128" y="3246556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BFB2CE4-E0B9-0D08-DFE5-ED5CA596C38B}"/>
              </a:ext>
            </a:extLst>
          </p:cNvPr>
          <p:cNvSpPr txBox="1"/>
          <p:nvPr/>
        </p:nvSpPr>
        <p:spPr>
          <a:xfrm>
            <a:off x="11143766" y="3246556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8F33811-A81E-52FB-533F-3F0920594276}"/>
              </a:ext>
            </a:extLst>
          </p:cNvPr>
          <p:cNvSpPr txBox="1"/>
          <p:nvPr/>
        </p:nvSpPr>
        <p:spPr>
          <a:xfrm>
            <a:off x="7668613" y="499091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5E2516-0BDC-2103-AE3D-9AFA281ADB92}"/>
              </a:ext>
            </a:extLst>
          </p:cNvPr>
          <p:cNvSpPr txBox="1"/>
          <p:nvPr/>
        </p:nvSpPr>
        <p:spPr>
          <a:xfrm>
            <a:off x="7465853" y="483996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3427FBC-7EAB-6FA5-F244-FCF19088EA02}"/>
              </a:ext>
            </a:extLst>
          </p:cNvPr>
          <p:cNvSpPr txBox="1"/>
          <p:nvPr/>
        </p:nvSpPr>
        <p:spPr>
          <a:xfrm>
            <a:off x="5635230" y="5925702"/>
            <a:ext cx="53928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Concurrency is relatively easy when state is separate</a:t>
            </a:r>
          </a:p>
          <a:p>
            <a:r>
              <a:rPr lang="en-US" i="1" dirty="0"/>
              <a:t>But what if state is shared between threads?</a:t>
            </a:r>
          </a:p>
        </p:txBody>
      </p:sp>
    </p:spTree>
    <p:extLst>
      <p:ext uri="{BB962C8B-B14F-4D97-AF65-F5344CB8AC3E}">
        <p14:creationId xmlns:p14="http://schemas.microsoft.com/office/powerpoint/2010/main" val="153366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5E82596B-E1A1-C3CA-B7CF-9B894314BB06}"/>
              </a:ext>
            </a:extLst>
          </p:cNvPr>
          <p:cNvSpPr/>
          <p:nvPr/>
        </p:nvSpPr>
        <p:spPr>
          <a:xfrm>
            <a:off x="7001691" y="1864178"/>
            <a:ext cx="2605218" cy="195809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37A73D-AE54-CAA1-E7A8-50FF8EAC8D93}"/>
              </a:ext>
            </a:extLst>
          </p:cNvPr>
          <p:cNvSpPr/>
          <p:nvPr/>
        </p:nvSpPr>
        <p:spPr>
          <a:xfrm>
            <a:off x="1227909" y="1795299"/>
            <a:ext cx="2743200" cy="195809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2CB787-02C0-455F-C7DB-1EABBDDB5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Concurrency with shared state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218319-B621-7677-6525-DB757FE38C62}"/>
              </a:ext>
            </a:extLst>
          </p:cNvPr>
          <p:cNvSpPr txBox="1"/>
          <p:nvPr/>
        </p:nvSpPr>
        <p:spPr>
          <a:xfrm>
            <a:off x="838200" y="1333635"/>
            <a:ext cx="38547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Perspective #1: whole system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1CF7F-B831-3FCE-0BF7-D039B74E52CD}"/>
              </a:ext>
            </a:extLst>
          </p:cNvPr>
          <p:cNvSpPr txBox="1"/>
          <p:nvPr/>
        </p:nvSpPr>
        <p:spPr>
          <a:xfrm>
            <a:off x="6716485" y="1333635"/>
            <a:ext cx="43586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Perspective #2: one thread’s view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5327BD9-CCDA-51E1-9A9A-80736B5AE628}"/>
              </a:ext>
            </a:extLst>
          </p:cNvPr>
          <p:cNvSpPr/>
          <p:nvPr/>
        </p:nvSpPr>
        <p:spPr>
          <a:xfrm>
            <a:off x="1523995" y="2508071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BF942F4-DFD6-693E-CD68-08620D11755D}"/>
              </a:ext>
            </a:extLst>
          </p:cNvPr>
          <p:cNvSpPr/>
          <p:nvPr/>
        </p:nvSpPr>
        <p:spPr>
          <a:xfrm>
            <a:off x="1915881" y="2508071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00DD644-4337-3B0C-58A5-BA269A3579AF}"/>
              </a:ext>
            </a:extLst>
          </p:cNvPr>
          <p:cNvSpPr/>
          <p:nvPr/>
        </p:nvSpPr>
        <p:spPr>
          <a:xfrm>
            <a:off x="2307767" y="2508071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39637E2-FD7E-6439-BAA9-CFB2312DC850}"/>
              </a:ext>
            </a:extLst>
          </p:cNvPr>
          <p:cNvSpPr/>
          <p:nvPr/>
        </p:nvSpPr>
        <p:spPr>
          <a:xfrm>
            <a:off x="2963898" y="2739754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3BACBAB-35A8-5050-25A8-EB058B812858}"/>
              </a:ext>
            </a:extLst>
          </p:cNvPr>
          <p:cNvSpPr/>
          <p:nvPr/>
        </p:nvSpPr>
        <p:spPr>
          <a:xfrm>
            <a:off x="3368855" y="2923540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F5FEA47-3E01-C8FF-5889-3CA89F3E4157}"/>
              </a:ext>
            </a:extLst>
          </p:cNvPr>
          <p:cNvSpPr/>
          <p:nvPr/>
        </p:nvSpPr>
        <p:spPr>
          <a:xfrm>
            <a:off x="2881761" y="3151232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1E956D5-FE2E-D2CF-B6D8-4DE2AD70F30D}"/>
              </a:ext>
            </a:extLst>
          </p:cNvPr>
          <p:cNvSpPr/>
          <p:nvPr/>
        </p:nvSpPr>
        <p:spPr>
          <a:xfrm>
            <a:off x="3233869" y="3299277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034E3A-8D84-9C1F-CED7-5A1658ECBF13}"/>
              </a:ext>
            </a:extLst>
          </p:cNvPr>
          <p:cNvSpPr txBox="1"/>
          <p:nvPr/>
        </p:nvSpPr>
        <p:spPr>
          <a:xfrm>
            <a:off x="1538595" y="2079914"/>
            <a:ext cx="8981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350213-CB89-DCB0-E5CB-74367A729BA8}"/>
              </a:ext>
            </a:extLst>
          </p:cNvPr>
          <p:cNvSpPr txBox="1"/>
          <p:nvPr/>
        </p:nvSpPr>
        <p:spPr>
          <a:xfrm>
            <a:off x="3006220" y="2126081"/>
            <a:ext cx="821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4D98058-1ED6-1E79-B2D9-AEE0F164C65D}"/>
              </a:ext>
            </a:extLst>
          </p:cNvPr>
          <p:cNvSpPr/>
          <p:nvPr/>
        </p:nvSpPr>
        <p:spPr>
          <a:xfrm>
            <a:off x="1227909" y="4280258"/>
            <a:ext cx="2743200" cy="195809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586C771-EAAC-7D50-6E80-3B9D29350863}"/>
              </a:ext>
            </a:extLst>
          </p:cNvPr>
          <p:cNvSpPr/>
          <p:nvPr/>
        </p:nvSpPr>
        <p:spPr>
          <a:xfrm>
            <a:off x="1523995" y="499303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C2CE852-D0B0-1DCA-8F38-040657BDCC2C}"/>
              </a:ext>
            </a:extLst>
          </p:cNvPr>
          <p:cNvSpPr/>
          <p:nvPr/>
        </p:nvSpPr>
        <p:spPr>
          <a:xfrm>
            <a:off x="1915881" y="499303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FA3A537-E990-CA37-3B0E-A73296E5229D}"/>
              </a:ext>
            </a:extLst>
          </p:cNvPr>
          <p:cNvSpPr/>
          <p:nvPr/>
        </p:nvSpPr>
        <p:spPr>
          <a:xfrm>
            <a:off x="2307767" y="499303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F1CA41-5774-7D23-B816-3C7061EDAC50}"/>
              </a:ext>
            </a:extLst>
          </p:cNvPr>
          <p:cNvSpPr/>
          <p:nvPr/>
        </p:nvSpPr>
        <p:spPr>
          <a:xfrm>
            <a:off x="2963898" y="5224713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C382172-15CA-B472-3397-90A91F3687FC}"/>
              </a:ext>
            </a:extLst>
          </p:cNvPr>
          <p:cNvSpPr/>
          <p:nvPr/>
        </p:nvSpPr>
        <p:spPr>
          <a:xfrm>
            <a:off x="3368855" y="5408499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DDBC32B-1931-C72F-FBDE-CA90963D42E5}"/>
              </a:ext>
            </a:extLst>
          </p:cNvPr>
          <p:cNvSpPr/>
          <p:nvPr/>
        </p:nvSpPr>
        <p:spPr>
          <a:xfrm>
            <a:off x="2881761" y="5636191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0F71C7DC-D6C4-B2F8-9620-15C119837A38}"/>
              </a:ext>
            </a:extLst>
          </p:cNvPr>
          <p:cNvSpPr/>
          <p:nvPr/>
        </p:nvSpPr>
        <p:spPr>
          <a:xfrm>
            <a:off x="3233869" y="5784236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F94CFBF-886D-78F5-3D6B-8C91F0AAFA82}"/>
              </a:ext>
            </a:extLst>
          </p:cNvPr>
          <p:cNvSpPr txBox="1"/>
          <p:nvPr/>
        </p:nvSpPr>
        <p:spPr>
          <a:xfrm>
            <a:off x="1538595" y="4564873"/>
            <a:ext cx="8981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2692126-DFD8-3F2B-DB43-B2C57FEA1704}"/>
              </a:ext>
            </a:extLst>
          </p:cNvPr>
          <p:cNvSpPr txBox="1"/>
          <p:nvPr/>
        </p:nvSpPr>
        <p:spPr>
          <a:xfrm>
            <a:off x="3006220" y="4611040"/>
            <a:ext cx="821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</a:p>
        </p:txBody>
      </p:sp>
      <p:sp>
        <p:nvSpPr>
          <p:cNvPr id="31" name="Arrow: Down 30">
            <a:extLst>
              <a:ext uri="{FF2B5EF4-FFF2-40B4-BE49-F238E27FC236}">
                <a16:creationId xmlns:a16="http://schemas.microsoft.com/office/drawing/2014/main" id="{FF9D7776-6EE5-B920-547C-33FD3834B44E}"/>
              </a:ext>
            </a:extLst>
          </p:cNvPr>
          <p:cNvSpPr/>
          <p:nvPr/>
        </p:nvSpPr>
        <p:spPr>
          <a:xfrm>
            <a:off x="2436790" y="3840478"/>
            <a:ext cx="358661" cy="38095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3F06A4-65B1-7C7C-E864-25E467F1A921}"/>
              </a:ext>
            </a:extLst>
          </p:cNvPr>
          <p:cNvSpPr txBox="1"/>
          <p:nvPr/>
        </p:nvSpPr>
        <p:spPr>
          <a:xfrm>
            <a:off x="2765555" y="3839708"/>
            <a:ext cx="921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steps to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E09EF4A-C970-B43F-E635-CDF5B7BE0830}"/>
              </a:ext>
            </a:extLst>
          </p:cNvPr>
          <p:cNvSpPr/>
          <p:nvPr/>
        </p:nvSpPr>
        <p:spPr>
          <a:xfrm>
            <a:off x="10639136" y="1866111"/>
            <a:ext cx="1268720" cy="44640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E684AB14-1C70-7B1E-CC5A-6BA091D51D6C}"/>
              </a:ext>
            </a:extLst>
          </p:cNvPr>
          <p:cNvSpPr/>
          <p:nvPr/>
        </p:nvSpPr>
        <p:spPr>
          <a:xfrm>
            <a:off x="10935222" y="354554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5E22C54C-64EF-15B6-963D-B3821E590FD9}"/>
              </a:ext>
            </a:extLst>
          </p:cNvPr>
          <p:cNvSpPr/>
          <p:nvPr/>
        </p:nvSpPr>
        <p:spPr>
          <a:xfrm>
            <a:off x="11327108" y="354554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9B145FA8-86A9-5B15-0EB3-3B43117D5857}"/>
              </a:ext>
            </a:extLst>
          </p:cNvPr>
          <p:cNvSpPr/>
          <p:nvPr/>
        </p:nvSpPr>
        <p:spPr>
          <a:xfrm>
            <a:off x="7481729" y="242969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0676D75-C027-72FC-A5DE-4D07A95041E8}"/>
              </a:ext>
            </a:extLst>
          </p:cNvPr>
          <p:cNvSpPr/>
          <p:nvPr/>
        </p:nvSpPr>
        <p:spPr>
          <a:xfrm>
            <a:off x="8552051" y="2810567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961B4373-F001-4318-FA44-1CC24145DD22}"/>
              </a:ext>
            </a:extLst>
          </p:cNvPr>
          <p:cNvSpPr/>
          <p:nvPr/>
        </p:nvSpPr>
        <p:spPr>
          <a:xfrm>
            <a:off x="8957008" y="2994353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910EA55-88E5-024C-F6BC-3AB78F5D9AC0}"/>
              </a:ext>
            </a:extLst>
          </p:cNvPr>
          <p:cNvSpPr/>
          <p:nvPr/>
        </p:nvSpPr>
        <p:spPr>
          <a:xfrm>
            <a:off x="8469914" y="3222045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0B94941E-EBAA-4759-A8CA-1E63F4269D47}"/>
              </a:ext>
            </a:extLst>
          </p:cNvPr>
          <p:cNvSpPr/>
          <p:nvPr/>
        </p:nvSpPr>
        <p:spPr>
          <a:xfrm>
            <a:off x="8822022" y="3370090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3FD3D6-C27F-1B44-B542-99B62DDFB915}"/>
              </a:ext>
            </a:extLst>
          </p:cNvPr>
          <p:cNvSpPr txBox="1"/>
          <p:nvPr/>
        </p:nvSpPr>
        <p:spPr>
          <a:xfrm>
            <a:off x="10951102" y="2937380"/>
            <a:ext cx="8981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other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27E815-532E-37FA-A898-5562AB3F8E59}"/>
              </a:ext>
            </a:extLst>
          </p:cNvPr>
          <p:cNvSpPr txBox="1"/>
          <p:nvPr/>
        </p:nvSpPr>
        <p:spPr>
          <a:xfrm>
            <a:off x="8594373" y="2196894"/>
            <a:ext cx="821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</a:p>
        </p:txBody>
      </p:sp>
      <p:sp>
        <p:nvSpPr>
          <p:cNvPr id="47" name="Arrow: Down 46">
            <a:extLst>
              <a:ext uri="{FF2B5EF4-FFF2-40B4-BE49-F238E27FC236}">
                <a16:creationId xmlns:a16="http://schemas.microsoft.com/office/drawing/2014/main" id="{6DAA9F75-38DE-57B3-2256-B0D3075675E5}"/>
              </a:ext>
            </a:extLst>
          </p:cNvPr>
          <p:cNvSpPr/>
          <p:nvPr/>
        </p:nvSpPr>
        <p:spPr>
          <a:xfrm>
            <a:off x="7548624" y="3902689"/>
            <a:ext cx="358661" cy="38095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403C325-DE24-2AFE-B07D-5E8DA02AB262}"/>
              </a:ext>
            </a:extLst>
          </p:cNvPr>
          <p:cNvSpPr txBox="1"/>
          <p:nvPr/>
        </p:nvSpPr>
        <p:spPr>
          <a:xfrm>
            <a:off x="7877389" y="3901919"/>
            <a:ext cx="921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steps to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EDE393D-027D-034F-A0C2-1DF7740400E0}"/>
              </a:ext>
            </a:extLst>
          </p:cNvPr>
          <p:cNvSpPr/>
          <p:nvPr/>
        </p:nvSpPr>
        <p:spPr>
          <a:xfrm>
            <a:off x="7001691" y="4372033"/>
            <a:ext cx="2605218" cy="195809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230954D-A6CE-B89B-F55A-B501371BD5C0}"/>
              </a:ext>
            </a:extLst>
          </p:cNvPr>
          <p:cNvSpPr/>
          <p:nvPr/>
        </p:nvSpPr>
        <p:spPr>
          <a:xfrm>
            <a:off x="7476148" y="4921653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7E44E26-46C5-BB1D-2292-5D68E13BB435}"/>
              </a:ext>
            </a:extLst>
          </p:cNvPr>
          <p:cNvSpPr/>
          <p:nvPr/>
        </p:nvSpPr>
        <p:spPr>
          <a:xfrm>
            <a:off x="8493492" y="5318422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DBCCA4B9-8043-F02C-B7EB-6741D6E6F8A9}"/>
              </a:ext>
            </a:extLst>
          </p:cNvPr>
          <p:cNvSpPr/>
          <p:nvPr/>
        </p:nvSpPr>
        <p:spPr>
          <a:xfrm>
            <a:off x="8898449" y="5502208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89EFE16-D382-F82A-9BB0-32E393DF83B2}"/>
              </a:ext>
            </a:extLst>
          </p:cNvPr>
          <p:cNvSpPr/>
          <p:nvPr/>
        </p:nvSpPr>
        <p:spPr>
          <a:xfrm>
            <a:off x="8411355" y="5729900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E046A610-783E-B063-3247-16C8E71A691B}"/>
              </a:ext>
            </a:extLst>
          </p:cNvPr>
          <p:cNvSpPr/>
          <p:nvPr/>
        </p:nvSpPr>
        <p:spPr>
          <a:xfrm>
            <a:off x="8763463" y="5877945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F4AA30B-7977-6CD3-98A5-1595320C05F0}"/>
              </a:ext>
            </a:extLst>
          </p:cNvPr>
          <p:cNvSpPr txBox="1"/>
          <p:nvPr/>
        </p:nvSpPr>
        <p:spPr>
          <a:xfrm>
            <a:off x="8535814" y="4704749"/>
            <a:ext cx="821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330483A5-DC15-B40E-6761-FC39ADBB2D0D}"/>
              </a:ext>
            </a:extLst>
          </p:cNvPr>
          <p:cNvSpPr/>
          <p:nvPr/>
        </p:nvSpPr>
        <p:spPr>
          <a:xfrm flipH="1">
            <a:off x="9364417" y="3183189"/>
            <a:ext cx="1447799" cy="4195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7BFE169-7BED-49E2-BBE3-58DF6C2D0962}"/>
              </a:ext>
            </a:extLst>
          </p:cNvPr>
          <p:cNvSpPr txBox="1"/>
          <p:nvPr/>
        </p:nvSpPr>
        <p:spPr>
          <a:xfrm>
            <a:off x="9708099" y="3440254"/>
            <a:ext cx="10000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interfere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32F454-46C9-4950-C935-AFC32192D93B}"/>
              </a:ext>
            </a:extLst>
          </p:cNvPr>
          <p:cNvSpPr txBox="1"/>
          <p:nvPr/>
        </p:nvSpPr>
        <p:spPr>
          <a:xfrm>
            <a:off x="6876503" y="6357824"/>
            <a:ext cx="2810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Example: Rely-Guarantee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4F83C5-24AC-86D6-36C8-F5D6AF5098CF}"/>
              </a:ext>
            </a:extLst>
          </p:cNvPr>
          <p:cNvSpPr txBox="1"/>
          <p:nvPr/>
        </p:nvSpPr>
        <p:spPr>
          <a:xfrm>
            <a:off x="582153" y="6317999"/>
            <a:ext cx="44265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Unwieldy for verifying large </a:t>
            </a:r>
            <a:r>
              <a:rPr lang="en-US" sz="2000" dirty="0"/>
              <a:t>systems</a:t>
            </a:r>
            <a:r>
              <a:rPr lang="en-US" dirty="0"/>
              <a:t>, though</a:t>
            </a:r>
          </a:p>
        </p:txBody>
      </p:sp>
    </p:spTree>
    <p:extLst>
      <p:ext uri="{BB962C8B-B14F-4D97-AF65-F5344CB8AC3E}">
        <p14:creationId xmlns:p14="http://schemas.microsoft.com/office/powerpoint/2010/main" val="207474256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5E82596B-E1A1-C3CA-B7CF-9B894314BB06}"/>
              </a:ext>
            </a:extLst>
          </p:cNvPr>
          <p:cNvSpPr/>
          <p:nvPr/>
        </p:nvSpPr>
        <p:spPr>
          <a:xfrm>
            <a:off x="7001691" y="1864178"/>
            <a:ext cx="2605218" cy="195809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37A73D-AE54-CAA1-E7A8-50FF8EAC8D93}"/>
              </a:ext>
            </a:extLst>
          </p:cNvPr>
          <p:cNvSpPr/>
          <p:nvPr/>
        </p:nvSpPr>
        <p:spPr>
          <a:xfrm>
            <a:off x="1227909" y="1795299"/>
            <a:ext cx="2743200" cy="195809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2CB787-02C0-455F-C7DB-1EABBDDB5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Concurrency: global protocol, local actions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218319-B621-7677-6525-DB757FE38C62}"/>
              </a:ext>
            </a:extLst>
          </p:cNvPr>
          <p:cNvSpPr txBox="1"/>
          <p:nvPr/>
        </p:nvSpPr>
        <p:spPr>
          <a:xfrm>
            <a:off x="838200" y="1333635"/>
            <a:ext cx="38547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Perspective #1: whole system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1CF7F-B831-3FCE-0BF7-D039B74E52CD}"/>
              </a:ext>
            </a:extLst>
          </p:cNvPr>
          <p:cNvSpPr txBox="1"/>
          <p:nvPr/>
        </p:nvSpPr>
        <p:spPr>
          <a:xfrm>
            <a:off x="6716485" y="1333635"/>
            <a:ext cx="43586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Perspective #2: one thread’s view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5327BD9-CCDA-51E1-9A9A-80736B5AE628}"/>
              </a:ext>
            </a:extLst>
          </p:cNvPr>
          <p:cNvSpPr/>
          <p:nvPr/>
        </p:nvSpPr>
        <p:spPr>
          <a:xfrm>
            <a:off x="1523995" y="2508071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BF942F4-DFD6-693E-CD68-08620D11755D}"/>
              </a:ext>
            </a:extLst>
          </p:cNvPr>
          <p:cNvSpPr/>
          <p:nvPr/>
        </p:nvSpPr>
        <p:spPr>
          <a:xfrm>
            <a:off x="1915881" y="2508071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00DD644-4337-3B0C-58A5-BA269A3579AF}"/>
              </a:ext>
            </a:extLst>
          </p:cNvPr>
          <p:cNvSpPr/>
          <p:nvPr/>
        </p:nvSpPr>
        <p:spPr>
          <a:xfrm>
            <a:off x="2307767" y="2508071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39637E2-FD7E-6439-BAA9-CFB2312DC850}"/>
              </a:ext>
            </a:extLst>
          </p:cNvPr>
          <p:cNvSpPr/>
          <p:nvPr/>
        </p:nvSpPr>
        <p:spPr>
          <a:xfrm>
            <a:off x="2963898" y="2739754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3BACBAB-35A8-5050-25A8-EB058B812858}"/>
              </a:ext>
            </a:extLst>
          </p:cNvPr>
          <p:cNvSpPr/>
          <p:nvPr/>
        </p:nvSpPr>
        <p:spPr>
          <a:xfrm>
            <a:off x="3368855" y="2923540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F5FEA47-3E01-C8FF-5889-3CA89F3E4157}"/>
              </a:ext>
            </a:extLst>
          </p:cNvPr>
          <p:cNvSpPr/>
          <p:nvPr/>
        </p:nvSpPr>
        <p:spPr>
          <a:xfrm>
            <a:off x="2881761" y="3151232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1E956D5-FE2E-D2CF-B6D8-4DE2AD70F30D}"/>
              </a:ext>
            </a:extLst>
          </p:cNvPr>
          <p:cNvSpPr/>
          <p:nvPr/>
        </p:nvSpPr>
        <p:spPr>
          <a:xfrm>
            <a:off x="3233869" y="3299277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034E3A-8D84-9C1F-CED7-5A1658ECBF13}"/>
              </a:ext>
            </a:extLst>
          </p:cNvPr>
          <p:cNvSpPr txBox="1"/>
          <p:nvPr/>
        </p:nvSpPr>
        <p:spPr>
          <a:xfrm>
            <a:off x="1538595" y="2079914"/>
            <a:ext cx="8981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350213-CB89-DCB0-E5CB-74367A729BA8}"/>
              </a:ext>
            </a:extLst>
          </p:cNvPr>
          <p:cNvSpPr txBox="1"/>
          <p:nvPr/>
        </p:nvSpPr>
        <p:spPr>
          <a:xfrm>
            <a:off x="3006220" y="2126081"/>
            <a:ext cx="821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9B145FA8-86A9-5B15-0EB3-3B43117D5857}"/>
              </a:ext>
            </a:extLst>
          </p:cNvPr>
          <p:cNvSpPr/>
          <p:nvPr/>
        </p:nvSpPr>
        <p:spPr>
          <a:xfrm>
            <a:off x="7481729" y="242969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0676D75-C027-72FC-A5DE-4D07A95041E8}"/>
              </a:ext>
            </a:extLst>
          </p:cNvPr>
          <p:cNvSpPr/>
          <p:nvPr/>
        </p:nvSpPr>
        <p:spPr>
          <a:xfrm>
            <a:off x="8552051" y="2810567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961B4373-F001-4318-FA44-1CC24145DD22}"/>
              </a:ext>
            </a:extLst>
          </p:cNvPr>
          <p:cNvSpPr/>
          <p:nvPr/>
        </p:nvSpPr>
        <p:spPr>
          <a:xfrm>
            <a:off x="8957008" y="2994353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910EA55-88E5-024C-F6BC-3AB78F5D9AC0}"/>
              </a:ext>
            </a:extLst>
          </p:cNvPr>
          <p:cNvSpPr/>
          <p:nvPr/>
        </p:nvSpPr>
        <p:spPr>
          <a:xfrm>
            <a:off x="8469914" y="3222045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0B94941E-EBAA-4759-A8CA-1E63F4269D47}"/>
              </a:ext>
            </a:extLst>
          </p:cNvPr>
          <p:cNvSpPr/>
          <p:nvPr/>
        </p:nvSpPr>
        <p:spPr>
          <a:xfrm>
            <a:off x="8822022" y="3370090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27E815-532E-37FA-A898-5562AB3F8E59}"/>
              </a:ext>
            </a:extLst>
          </p:cNvPr>
          <p:cNvSpPr txBox="1"/>
          <p:nvPr/>
        </p:nvSpPr>
        <p:spPr>
          <a:xfrm>
            <a:off x="8594373" y="2196894"/>
            <a:ext cx="821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02E8CE-109D-121D-942A-B34F008C2654}"/>
              </a:ext>
            </a:extLst>
          </p:cNvPr>
          <p:cNvSpPr txBox="1"/>
          <p:nvPr/>
        </p:nvSpPr>
        <p:spPr>
          <a:xfrm>
            <a:off x="1063798" y="4252802"/>
            <a:ext cx="33436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Describe an abstract protocol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as a whole system.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343A70-52D6-753C-251E-FE238C74D73F}"/>
              </a:ext>
            </a:extLst>
          </p:cNvPr>
          <p:cNvSpPr txBox="1"/>
          <p:nvPr/>
        </p:nvSpPr>
        <p:spPr>
          <a:xfrm>
            <a:off x="6955974" y="4294367"/>
            <a:ext cx="42758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Describe each thread’s implementation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of the protocol locally.</a:t>
            </a:r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1AC0D0EC-CE3A-3992-5C5C-5518F7441F59}"/>
              </a:ext>
            </a:extLst>
          </p:cNvPr>
          <p:cNvSpPr/>
          <p:nvPr/>
        </p:nvSpPr>
        <p:spPr>
          <a:xfrm>
            <a:off x="5078860" y="2457593"/>
            <a:ext cx="815080" cy="771264"/>
          </a:xfrm>
          <a:prstGeom prst="plus">
            <a:avLst>
              <a:gd name="adj" fmla="val 4323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407AE8-0A2F-29AE-93EF-E76511196167}"/>
              </a:ext>
            </a:extLst>
          </p:cNvPr>
          <p:cNvSpPr txBox="1"/>
          <p:nvPr/>
        </p:nvSpPr>
        <p:spPr>
          <a:xfrm>
            <a:off x="919120" y="5338578"/>
            <a:ext cx="40384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Use invariants and/or state machines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i="1" dirty="0">
                <a:solidFill>
                  <a:srgbClr val="0070C0"/>
                </a:solidFill>
                <a:latin typeface="Calibri" panose="020F0502020204030204"/>
              </a:rPr>
              <a:t>to describe global protocol</a:t>
            </a:r>
            <a:endParaRPr kumimoji="0" lang="en-US" sz="1800" b="0" i="1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D050D-3BCE-AA4E-4AC9-58E10CB5B606}"/>
              </a:ext>
            </a:extLst>
          </p:cNvPr>
          <p:cNvSpPr txBox="1"/>
          <p:nvPr/>
        </p:nvSpPr>
        <p:spPr>
          <a:xfrm>
            <a:off x="6955974" y="5338578"/>
            <a:ext cx="368626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Use </a:t>
            </a:r>
            <a:r>
              <a:rPr lang="en-US" sz="2000" i="1" dirty="0">
                <a:solidFill>
                  <a:srgbClr val="0070C0"/>
                </a:solidFill>
                <a:latin typeface="Calibri" panose="020F0502020204030204"/>
              </a:rPr>
              <a:t>g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host permissions, ownership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to perform local protocol steps</a:t>
            </a:r>
            <a:endParaRPr kumimoji="0" lang="en-US" sz="1800" b="0" i="1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3365889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444BA-5F1E-9945-CE79-AA510FB15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concurrent count-to-2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1853EBD-8927-B4B9-6FB9-98D93A7D9C35}"/>
              </a:ext>
            </a:extLst>
          </p:cNvPr>
          <p:cNvSpPr/>
          <p:nvPr/>
        </p:nvSpPr>
        <p:spPr>
          <a:xfrm>
            <a:off x="2536091" y="3417612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7EE1EF-3914-AE41-81DF-765CB9AB3738}"/>
              </a:ext>
            </a:extLst>
          </p:cNvPr>
          <p:cNvSpPr txBox="1"/>
          <p:nvPr/>
        </p:nvSpPr>
        <p:spPr>
          <a:xfrm>
            <a:off x="2062031" y="2814206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48427D-7606-FD8B-34DC-D92AEE911CEB}"/>
              </a:ext>
            </a:extLst>
          </p:cNvPr>
          <p:cNvSpPr txBox="1"/>
          <p:nvPr/>
        </p:nvSpPr>
        <p:spPr>
          <a:xfrm>
            <a:off x="2806062" y="3722806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ource Code Pro" panose="020B0604020202020204" pitchFamily="49" charset="0"/>
                <a:ea typeface="+mn-ea"/>
                <a:cs typeface="+mn-cs"/>
              </a:rPr>
              <a:t>counter.fetch_add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ource Code Pro" panose="020B0604020202020204" pitchFamily="49" charset="0"/>
                <a:ea typeface="+mn-ea"/>
                <a:cs typeface="+mn-cs"/>
              </a:rPr>
              <a:t>(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21E00"/>
                </a:solidFill>
                <a:effectLst/>
                <a:uLnTx/>
                <a:uFillTx/>
                <a:latin typeface="Source Code Pro" panose="020B0604020202020204" pitchFamily="49" charset="0"/>
                <a:ea typeface="+mn-ea"/>
                <a:cs typeface="+mn-cs"/>
              </a:rPr>
              <a:t>1)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4AFE391-27B0-8ADB-6DDE-FF3A84AF59B0}"/>
              </a:ext>
            </a:extLst>
          </p:cNvPr>
          <p:cNvSpPr/>
          <p:nvPr/>
        </p:nvSpPr>
        <p:spPr>
          <a:xfrm>
            <a:off x="7283922" y="3417612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B098D5-ED57-448E-F7B0-AFFB0AD702D7}"/>
              </a:ext>
            </a:extLst>
          </p:cNvPr>
          <p:cNvSpPr txBox="1"/>
          <p:nvPr/>
        </p:nvSpPr>
        <p:spPr>
          <a:xfrm>
            <a:off x="6809862" y="2814206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E3924D-C273-76C1-E74D-23F8F7B62F1A}"/>
              </a:ext>
            </a:extLst>
          </p:cNvPr>
          <p:cNvSpPr txBox="1"/>
          <p:nvPr/>
        </p:nvSpPr>
        <p:spPr>
          <a:xfrm>
            <a:off x="7553893" y="3722806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ource Code Pro" panose="020B0604020202020204" pitchFamily="49" charset="0"/>
                <a:ea typeface="+mn-ea"/>
                <a:cs typeface="+mn-cs"/>
              </a:rPr>
              <a:t>counter.fetch_add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ource Code Pro" panose="020B0604020202020204" pitchFamily="49" charset="0"/>
                <a:ea typeface="+mn-ea"/>
                <a:cs typeface="+mn-cs"/>
              </a:rPr>
              <a:t>(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21E00"/>
                </a:solidFill>
                <a:effectLst/>
                <a:uLnTx/>
                <a:uFillTx/>
                <a:latin typeface="Source Code Pro" panose="020B0604020202020204" pitchFamily="49" charset="0"/>
                <a:ea typeface="+mn-ea"/>
                <a:cs typeface="+mn-cs"/>
              </a:rPr>
              <a:t>1)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CD7F6B-23CB-542E-11EA-F2341C9B2AB4}"/>
              </a:ext>
            </a:extLst>
          </p:cNvPr>
          <p:cNvSpPr txBox="1"/>
          <p:nvPr/>
        </p:nvSpPr>
        <p:spPr>
          <a:xfrm>
            <a:off x="573550" y="1832429"/>
            <a:ext cx="32834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initial state: counter == 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35BE79-CCB6-3FA0-8D6B-AF4B94DC8FD9}"/>
              </a:ext>
            </a:extLst>
          </p:cNvPr>
          <p:cNvSpPr txBox="1"/>
          <p:nvPr/>
        </p:nvSpPr>
        <p:spPr>
          <a:xfrm>
            <a:off x="573550" y="5138336"/>
            <a:ext cx="3134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final state: counter == 2</a:t>
            </a:r>
          </a:p>
        </p:txBody>
      </p:sp>
    </p:spTree>
    <p:extLst>
      <p:ext uri="{BB962C8B-B14F-4D97-AF65-F5344CB8AC3E}">
        <p14:creationId xmlns:p14="http://schemas.microsoft.com/office/powerpoint/2010/main" val="340412981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4A612-5E32-42C4-4EBB-483C4AACA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Concurrent count-to-2, unverified Rust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2087CB-6D09-7161-6E30-ED6EADD70CB7}"/>
              </a:ext>
            </a:extLst>
          </p:cNvPr>
          <p:cNvSpPr txBox="1"/>
          <p:nvPr/>
        </p:nvSpPr>
        <p:spPr>
          <a:xfrm>
            <a:off x="2587752" y="1332071"/>
            <a:ext cx="5606791" cy="543225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</a:t>
            </a:r>
            <a:r>
              <a:rPr lang="en-US" dirty="0" err="1"/>
              <a:t>unverified_test</a:t>
            </a:r>
            <a:r>
              <a:rPr lang="en-US" dirty="0"/>
              <a:t>() {</a:t>
            </a:r>
          </a:p>
          <a:p>
            <a:r>
              <a:rPr lang="en-US" dirty="0"/>
              <a:t>    let </a:t>
            </a:r>
            <a:r>
              <a:rPr lang="en-US" dirty="0" err="1"/>
              <a:t>ptr</a:t>
            </a:r>
            <a:r>
              <a:rPr lang="en-US" dirty="0"/>
              <a:t> = AtomicU32::new(0);</a:t>
            </a:r>
          </a:p>
          <a:p>
            <a:r>
              <a:rPr lang="en-US" dirty="0"/>
              <a:t>    let </a:t>
            </a:r>
            <a:r>
              <a:rPr lang="en-US" dirty="0" err="1"/>
              <a:t>ptr</a:t>
            </a:r>
            <a:r>
              <a:rPr lang="en-US" dirty="0"/>
              <a:t> = Arc::new(</a:t>
            </a:r>
            <a:r>
              <a:rPr lang="en-US" dirty="0" err="1"/>
              <a:t>ptr</a:t>
            </a:r>
            <a:r>
              <a:rPr lang="en-US" dirty="0"/>
              <a:t>);</a:t>
            </a:r>
          </a:p>
          <a:p>
            <a:r>
              <a:rPr lang="en-US" dirty="0"/>
              <a:t>    let </a:t>
            </a:r>
            <a:r>
              <a:rPr lang="en-US" dirty="0" err="1"/>
              <a:t>ptr_a</a:t>
            </a:r>
            <a:r>
              <a:rPr lang="en-US" dirty="0"/>
              <a:t> = </a:t>
            </a:r>
            <a:r>
              <a:rPr lang="en-US" dirty="0" err="1"/>
              <a:t>ptr.clone</a:t>
            </a:r>
            <a:r>
              <a:rPr lang="en-US" dirty="0"/>
              <a:t>();</a:t>
            </a:r>
          </a:p>
          <a:p>
            <a:r>
              <a:rPr lang="en-US" dirty="0"/>
              <a:t>    let </a:t>
            </a:r>
            <a:r>
              <a:rPr lang="en-US" dirty="0" err="1"/>
              <a:t>ptr_b</a:t>
            </a:r>
            <a:r>
              <a:rPr lang="en-US" dirty="0"/>
              <a:t> = </a:t>
            </a:r>
            <a:r>
              <a:rPr lang="en-US" dirty="0" err="1"/>
              <a:t>ptr.clone</a:t>
            </a:r>
            <a:r>
              <a:rPr lang="en-US" dirty="0"/>
              <a:t>();</a:t>
            </a:r>
          </a:p>
          <a:p>
            <a:endParaRPr lang="en-US" sz="700" dirty="0"/>
          </a:p>
          <a:p>
            <a:r>
              <a:rPr lang="en-US" dirty="0"/>
              <a:t>    let </a:t>
            </a:r>
            <a:r>
              <a:rPr lang="en-US" dirty="0" err="1"/>
              <a:t>thread_a</a:t>
            </a:r>
            <a:r>
              <a:rPr lang="en-US" dirty="0"/>
              <a:t> = std::thread::spawn(|| {</a:t>
            </a:r>
          </a:p>
          <a:p>
            <a:r>
              <a:rPr lang="en-US" dirty="0"/>
              <a:t>        let </a:t>
            </a:r>
            <a:r>
              <a:rPr lang="en-US" dirty="0" err="1"/>
              <a:t>ptr</a:t>
            </a:r>
            <a:r>
              <a:rPr lang="en-US" dirty="0"/>
              <a:t> = </a:t>
            </a:r>
            <a:r>
              <a:rPr lang="en-US" dirty="0" err="1"/>
              <a:t>ptr_a</a:t>
            </a:r>
            <a:r>
              <a:rPr lang="en-US" dirty="0"/>
              <a:t>;</a:t>
            </a:r>
          </a:p>
          <a:p>
            <a:r>
              <a:rPr lang="en-US" dirty="0"/>
              <a:t>        </a:t>
            </a:r>
            <a:r>
              <a:rPr lang="en-US" dirty="0" err="1"/>
              <a:t>ptr.fetch_add</a:t>
            </a:r>
            <a:r>
              <a:rPr lang="en-US" dirty="0"/>
              <a:t>(1, Ordering::</a:t>
            </a:r>
            <a:r>
              <a:rPr lang="en-US" dirty="0" err="1"/>
              <a:t>SeqCst</a:t>
            </a:r>
            <a:r>
              <a:rPr lang="en-US" dirty="0"/>
              <a:t>);</a:t>
            </a:r>
          </a:p>
          <a:p>
            <a:r>
              <a:rPr lang="en-US" dirty="0"/>
              <a:t>    });</a:t>
            </a:r>
          </a:p>
          <a:p>
            <a:endParaRPr lang="en-US" sz="700" dirty="0"/>
          </a:p>
          <a:p>
            <a:r>
              <a:rPr lang="en-US" dirty="0"/>
              <a:t>    let </a:t>
            </a:r>
            <a:r>
              <a:rPr lang="en-US" dirty="0" err="1"/>
              <a:t>thread_b</a:t>
            </a:r>
            <a:r>
              <a:rPr lang="en-US" dirty="0"/>
              <a:t> = std::thread::spawn(|| {</a:t>
            </a:r>
          </a:p>
          <a:p>
            <a:r>
              <a:rPr lang="en-US" dirty="0"/>
              <a:t>        let </a:t>
            </a:r>
            <a:r>
              <a:rPr lang="en-US" dirty="0" err="1"/>
              <a:t>ptr</a:t>
            </a:r>
            <a:r>
              <a:rPr lang="en-US" dirty="0"/>
              <a:t> = </a:t>
            </a:r>
            <a:r>
              <a:rPr lang="en-US" dirty="0" err="1"/>
              <a:t>ptr_b</a:t>
            </a:r>
            <a:r>
              <a:rPr lang="en-US" dirty="0"/>
              <a:t>;</a:t>
            </a:r>
          </a:p>
          <a:p>
            <a:r>
              <a:rPr lang="en-US" dirty="0"/>
              <a:t>        </a:t>
            </a:r>
            <a:r>
              <a:rPr lang="en-US" dirty="0" err="1"/>
              <a:t>ptr.fetch_add</a:t>
            </a:r>
            <a:r>
              <a:rPr lang="en-US" dirty="0"/>
              <a:t>(1, Ordering::</a:t>
            </a:r>
            <a:r>
              <a:rPr lang="en-US" dirty="0" err="1"/>
              <a:t>SeqCst</a:t>
            </a:r>
            <a:r>
              <a:rPr lang="en-US" dirty="0"/>
              <a:t>);</a:t>
            </a:r>
          </a:p>
          <a:p>
            <a:r>
              <a:rPr lang="en-US" dirty="0"/>
              <a:t>    });</a:t>
            </a:r>
          </a:p>
          <a:p>
            <a:endParaRPr lang="en-US" sz="700" dirty="0"/>
          </a:p>
          <a:p>
            <a:r>
              <a:rPr lang="en-US" dirty="0"/>
              <a:t>    if let (Ok(()), Ok(())) = (</a:t>
            </a:r>
            <a:r>
              <a:rPr lang="en-US" dirty="0" err="1"/>
              <a:t>thread_a.join</a:t>
            </a:r>
            <a:r>
              <a:rPr lang="en-US" dirty="0"/>
              <a:t>(), </a:t>
            </a:r>
            <a:r>
              <a:rPr lang="en-US" dirty="0" err="1"/>
              <a:t>thread_b.join</a:t>
            </a:r>
            <a:r>
              <a:rPr lang="en-US" dirty="0"/>
              <a:t>()) {</a:t>
            </a:r>
          </a:p>
          <a:p>
            <a:r>
              <a:rPr lang="en-US" dirty="0"/>
              <a:t>        let n = </a:t>
            </a:r>
            <a:r>
              <a:rPr lang="en-US" dirty="0" err="1"/>
              <a:t>ptr.load</a:t>
            </a:r>
            <a:r>
              <a:rPr lang="en-US" dirty="0"/>
              <a:t>(Ordering::</a:t>
            </a:r>
            <a:r>
              <a:rPr lang="en-US" dirty="0" err="1"/>
              <a:t>SeqCst</a:t>
            </a:r>
            <a:r>
              <a:rPr lang="en-US" dirty="0"/>
              <a:t>);</a:t>
            </a:r>
          </a:p>
          <a:p>
            <a:r>
              <a:rPr lang="en-US" dirty="0"/>
              <a:t>        assert!(n == 2);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9798870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82589-891A-5ACE-1340-D10743059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61D7F-28E8-1779-3570-BEA312D9B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DE3594-A3BB-CEF6-585F-EEF2DE124EF2}"/>
              </a:ext>
            </a:extLst>
          </p:cNvPr>
          <p:cNvSpPr/>
          <p:nvPr/>
        </p:nvSpPr>
        <p:spPr>
          <a:xfrm>
            <a:off x="8925169" y="679938"/>
            <a:ext cx="1992923" cy="13833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2A176-B3A7-7A79-49CA-AEA96725D79C}"/>
              </a:ext>
            </a:extLst>
          </p:cNvPr>
          <p:cNvSpPr txBox="1"/>
          <p:nvPr/>
        </p:nvSpPr>
        <p:spPr>
          <a:xfrm>
            <a:off x="8815754" y="218273"/>
            <a:ext cx="14490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 type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1B4EBB-49E7-3AB4-78DF-FC4517C5B6E7}"/>
              </a:ext>
            </a:extLst>
          </p:cNvPr>
          <p:cNvSpPr/>
          <p:nvPr/>
        </p:nvSpPr>
        <p:spPr>
          <a:xfrm>
            <a:off x="4267200" y="1837540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EEC62F-569C-B370-922E-944ECC49BABD}"/>
              </a:ext>
            </a:extLst>
          </p:cNvPr>
          <p:cNvSpPr/>
          <p:nvPr/>
        </p:nvSpPr>
        <p:spPr>
          <a:xfrm>
            <a:off x="6609052" y="3429000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C5DC5B-65A4-8EB7-F153-3E6C8831DCED}"/>
              </a:ext>
            </a:extLst>
          </p:cNvPr>
          <p:cNvSpPr/>
          <p:nvPr/>
        </p:nvSpPr>
        <p:spPr>
          <a:xfrm>
            <a:off x="1946030" y="3429000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B3E2C1-E7E5-37EE-8207-B86822736E8A}"/>
              </a:ext>
            </a:extLst>
          </p:cNvPr>
          <p:cNvSpPr/>
          <p:nvPr/>
        </p:nvSpPr>
        <p:spPr>
          <a:xfrm>
            <a:off x="4267199" y="5036309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6CF473B-E599-D658-F51C-CBC56AE7A526}"/>
              </a:ext>
            </a:extLst>
          </p:cNvPr>
          <p:cNvCxnSpPr>
            <a:cxnSpLocks/>
            <a:stCxn id="5" idx="3"/>
            <a:endCxn id="7" idx="0"/>
          </p:cNvCxnSpPr>
          <p:nvPr/>
        </p:nvCxnSpPr>
        <p:spPr>
          <a:xfrm>
            <a:off x="6260123" y="2529202"/>
            <a:ext cx="1345391" cy="899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1990F6F-D352-46E0-8676-0B3C78C8AB62}"/>
              </a:ext>
            </a:extLst>
          </p:cNvPr>
          <p:cNvCxnSpPr>
            <a:cxnSpLocks/>
            <a:stCxn id="7" idx="2"/>
            <a:endCxn id="9" idx="3"/>
          </p:cNvCxnSpPr>
          <p:nvPr/>
        </p:nvCxnSpPr>
        <p:spPr>
          <a:xfrm flipH="1">
            <a:off x="6260122" y="4812323"/>
            <a:ext cx="1345392" cy="915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6D11089-6195-7A85-BA98-5CDF7C77DA2C}"/>
              </a:ext>
            </a:extLst>
          </p:cNvPr>
          <p:cNvCxnSpPr>
            <a:cxnSpLocks/>
            <a:stCxn id="5" idx="1"/>
            <a:endCxn id="8" idx="0"/>
          </p:cNvCxnSpPr>
          <p:nvPr/>
        </p:nvCxnSpPr>
        <p:spPr>
          <a:xfrm flipH="1">
            <a:off x="2942492" y="2529202"/>
            <a:ext cx="1324708" cy="899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1B26CFD-EAE6-5ECC-A539-CE7B13E2A82B}"/>
              </a:ext>
            </a:extLst>
          </p:cNvPr>
          <p:cNvCxnSpPr>
            <a:cxnSpLocks/>
            <a:stCxn id="8" idx="2"/>
            <a:endCxn id="9" idx="1"/>
          </p:cNvCxnSpPr>
          <p:nvPr/>
        </p:nvCxnSpPr>
        <p:spPr>
          <a:xfrm>
            <a:off x="2942492" y="4812323"/>
            <a:ext cx="1324707" cy="915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113E571-E814-DBC2-EFAD-935852A0B460}"/>
              </a:ext>
            </a:extLst>
          </p:cNvPr>
          <p:cNvSpPr txBox="1"/>
          <p:nvPr/>
        </p:nvSpPr>
        <p:spPr>
          <a:xfrm>
            <a:off x="9025128" y="2529202"/>
            <a:ext cx="25762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invariant:</a:t>
            </a:r>
          </a:p>
          <a:p>
            <a:r>
              <a:rPr lang="en-US" dirty="0"/>
              <a:t>    counter = </a:t>
            </a:r>
            <a:r>
              <a:rPr lang="en-US" dirty="0" err="1"/>
              <a:t>inc_a</a:t>
            </a:r>
            <a:r>
              <a:rPr lang="en-US" dirty="0"/>
              <a:t> + </a:t>
            </a:r>
            <a:r>
              <a:rPr lang="en-US" dirty="0" err="1"/>
              <a:t>inc_b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426657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82589-891A-5ACE-1340-D10743059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61D7F-28E8-1779-3570-BEA312D9B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DE3594-A3BB-CEF6-585F-EEF2DE124EF2}"/>
              </a:ext>
            </a:extLst>
          </p:cNvPr>
          <p:cNvSpPr/>
          <p:nvPr/>
        </p:nvSpPr>
        <p:spPr>
          <a:xfrm>
            <a:off x="8925169" y="679938"/>
            <a:ext cx="1992923" cy="13833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2A176-B3A7-7A79-49CA-AEA96725D79C}"/>
              </a:ext>
            </a:extLst>
          </p:cNvPr>
          <p:cNvSpPr txBox="1"/>
          <p:nvPr/>
        </p:nvSpPr>
        <p:spPr>
          <a:xfrm>
            <a:off x="8815754" y="218273"/>
            <a:ext cx="14490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13E571-E814-DBC2-EFAD-935852A0B460}"/>
              </a:ext>
            </a:extLst>
          </p:cNvPr>
          <p:cNvSpPr txBox="1"/>
          <p:nvPr/>
        </p:nvSpPr>
        <p:spPr>
          <a:xfrm>
            <a:off x="9025128" y="2529202"/>
            <a:ext cx="25762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invariant:</a:t>
            </a:r>
          </a:p>
          <a:p>
            <a:r>
              <a:rPr lang="en-US" dirty="0"/>
              <a:t>    counter = </a:t>
            </a:r>
            <a:r>
              <a:rPr lang="en-US" dirty="0" err="1"/>
              <a:t>inc_a</a:t>
            </a:r>
            <a:r>
              <a:rPr lang="en-US" dirty="0"/>
              <a:t> + </a:t>
            </a:r>
            <a:r>
              <a:rPr lang="en-US" dirty="0" err="1"/>
              <a:t>inc_b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5D0878-890E-D269-1002-FDCBBB902F0C}"/>
              </a:ext>
            </a:extLst>
          </p:cNvPr>
          <p:cNvSpPr txBox="1"/>
          <p:nvPr/>
        </p:nvSpPr>
        <p:spPr>
          <a:xfrm>
            <a:off x="612648" y="2529202"/>
            <a:ext cx="9798388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Globally, we have a protocol (a state machine) with an invariant</a:t>
            </a:r>
          </a:p>
          <a:p>
            <a:r>
              <a:rPr lang="en-US" sz="2400" dirty="0"/>
              <a:t>Locally: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thread_a</a:t>
            </a:r>
            <a:r>
              <a:rPr lang="en-US" sz="2400" dirty="0"/>
              <a:t> is in charge of </a:t>
            </a:r>
            <a:r>
              <a:rPr lang="en-US" sz="2400" dirty="0" err="1"/>
              <a:t>inc_a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thread_b</a:t>
            </a:r>
            <a:r>
              <a:rPr lang="en-US" sz="2400" dirty="0"/>
              <a:t> is in charge of </a:t>
            </a:r>
            <a:r>
              <a:rPr lang="en-US" sz="2400" dirty="0" err="1"/>
              <a:t>inc_b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Verus supports two different approaches to express global/local cooperation: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Individual separation-logic-style permissions (a la Iris)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 dedicated macro-based state machine language</a:t>
            </a:r>
          </a:p>
        </p:txBody>
      </p:sp>
    </p:spTree>
    <p:extLst>
      <p:ext uri="{BB962C8B-B14F-4D97-AF65-F5344CB8AC3E}">
        <p14:creationId xmlns:p14="http://schemas.microsoft.com/office/powerpoint/2010/main" val="308782290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78594-3099-A6D0-CACF-39E328FF8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D6203-0574-2EF1-1F5C-6E0597784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3002A9-7784-D65B-351B-DA5896F55843}"/>
              </a:ext>
            </a:extLst>
          </p:cNvPr>
          <p:cNvSpPr/>
          <p:nvPr/>
        </p:nvSpPr>
        <p:spPr>
          <a:xfrm>
            <a:off x="8925169" y="679938"/>
            <a:ext cx="1992923" cy="13833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BEC82B-0B0F-DF1F-D0DE-A67D66AF91D9}"/>
              </a:ext>
            </a:extLst>
          </p:cNvPr>
          <p:cNvSpPr txBox="1"/>
          <p:nvPr/>
        </p:nvSpPr>
        <p:spPr>
          <a:xfrm>
            <a:off x="8815754" y="218273"/>
            <a:ext cx="14490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1C0686-EE37-3369-A28C-983F3EE447B4}"/>
              </a:ext>
            </a:extLst>
          </p:cNvPr>
          <p:cNvSpPr txBox="1"/>
          <p:nvPr/>
        </p:nvSpPr>
        <p:spPr>
          <a:xfrm>
            <a:off x="9025128" y="2529202"/>
            <a:ext cx="25762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invariant:</a:t>
            </a:r>
          </a:p>
          <a:p>
            <a:r>
              <a:rPr lang="en-US" dirty="0"/>
              <a:t>    counter = </a:t>
            </a:r>
            <a:r>
              <a:rPr lang="en-US" dirty="0" err="1"/>
              <a:t>inc_a</a:t>
            </a:r>
            <a:r>
              <a:rPr lang="en-US" dirty="0"/>
              <a:t> + </a:t>
            </a:r>
            <a:r>
              <a:rPr lang="en-US" dirty="0" err="1"/>
              <a:t>inc_b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15112E-963F-1A36-D8B9-4B437EF7A3A3}"/>
              </a:ext>
            </a:extLst>
          </p:cNvPr>
          <p:cNvSpPr txBox="1"/>
          <p:nvPr/>
        </p:nvSpPr>
        <p:spPr>
          <a:xfrm>
            <a:off x="612648" y="2529202"/>
            <a:ext cx="9798388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Globally, we have a protocol (a state machine) with an invariant</a:t>
            </a:r>
          </a:p>
          <a:p>
            <a:r>
              <a:rPr lang="en-US" sz="2400" dirty="0"/>
              <a:t>Locally: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thread_a</a:t>
            </a:r>
            <a:r>
              <a:rPr lang="en-US" sz="2400" dirty="0"/>
              <a:t> is in charge of </a:t>
            </a:r>
            <a:r>
              <a:rPr lang="en-US" sz="2400" dirty="0" err="1"/>
              <a:t>inc_a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thread_b</a:t>
            </a:r>
            <a:r>
              <a:rPr lang="en-US" sz="2400" dirty="0"/>
              <a:t> is in charge of </a:t>
            </a:r>
            <a:r>
              <a:rPr lang="en-US" sz="2400" dirty="0" err="1"/>
              <a:t>inc_b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Verus supports two different approaches to express global/local cooperation: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Individual separation-logic-style permissions (a la Iris)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 dedicated macro-based state machine language</a:t>
            </a:r>
          </a:p>
        </p:txBody>
      </p:sp>
    </p:spTree>
    <p:extLst>
      <p:ext uri="{BB962C8B-B14F-4D97-AF65-F5344CB8AC3E}">
        <p14:creationId xmlns:p14="http://schemas.microsoft.com/office/powerpoint/2010/main" val="39872352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F3811-E91B-8CC7-78B9-52A47A9C6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Individual separation-logic-style permissions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CA3CD9-C128-22C4-B9BB-EC287E4F927D}"/>
              </a:ext>
            </a:extLst>
          </p:cNvPr>
          <p:cNvSpPr txBox="1"/>
          <p:nvPr/>
        </p:nvSpPr>
        <p:spPr>
          <a:xfrm>
            <a:off x="619981" y="1483139"/>
            <a:ext cx="3288464" cy="247760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tracked struct </a:t>
            </a:r>
            <a:r>
              <a:rPr lang="en-US" dirty="0" err="1"/>
              <a:t>FracGhost</a:t>
            </a:r>
            <a:r>
              <a:rPr lang="en-US" dirty="0"/>
              <a:t>&lt;T&gt; { ... }</a:t>
            </a:r>
          </a:p>
          <a:p>
            <a:r>
              <a:rPr lang="en-US" dirty="0" err="1"/>
              <a:t>impl</a:t>
            </a:r>
            <a:r>
              <a:rPr lang="en-US" dirty="0"/>
              <a:t>&lt;T&gt; </a:t>
            </a:r>
            <a:r>
              <a:rPr lang="en-US" dirty="0" err="1"/>
              <a:t>FracGhost</a:t>
            </a:r>
            <a:r>
              <a:rPr lang="en-US" dirty="0"/>
              <a:t>&lt;T&gt; {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id(self) -&gt; Loc;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view(self) -&gt; T;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frac(self) -&gt; real;</a:t>
            </a:r>
          </a:p>
          <a:p>
            <a:endParaRPr lang="en-US" sz="800" dirty="0"/>
          </a:p>
          <a:p>
            <a:r>
              <a:rPr lang="en-US" dirty="0"/>
              <a:t>    proof </a:t>
            </a:r>
            <a:r>
              <a:rPr lang="en-US" dirty="0" err="1"/>
              <a:t>fn</a:t>
            </a:r>
            <a:r>
              <a:rPr lang="en-US" dirty="0"/>
              <a:t> split(…) -&gt; …;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1333F2-E1BD-7022-9A62-63739862D05B}"/>
              </a:ext>
            </a:extLst>
          </p:cNvPr>
          <p:cNvSpPr/>
          <p:nvPr/>
        </p:nvSpPr>
        <p:spPr>
          <a:xfrm>
            <a:off x="2024027" y="459718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4651AC-4C9A-E1D1-542E-0C3F813B6534}"/>
              </a:ext>
            </a:extLst>
          </p:cNvPr>
          <p:cNvSpPr txBox="1"/>
          <p:nvPr/>
        </p:nvSpPr>
        <p:spPr>
          <a:xfrm>
            <a:off x="1549967" y="399378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60B2CE-E737-2DD8-4B3C-BC4F510BCD21}"/>
              </a:ext>
            </a:extLst>
          </p:cNvPr>
          <p:cNvSpPr txBox="1"/>
          <p:nvPr/>
        </p:nvSpPr>
        <p:spPr>
          <a:xfrm>
            <a:off x="2390688" y="4728530"/>
            <a:ext cx="15041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F833930-ECBB-F3A1-8DA7-56305FE59D94}"/>
              </a:ext>
            </a:extLst>
          </p:cNvPr>
          <p:cNvSpPr/>
          <p:nvPr/>
        </p:nvSpPr>
        <p:spPr>
          <a:xfrm>
            <a:off x="5153370" y="459718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24A2EC-51D4-8606-9690-21E57F1DF723}"/>
              </a:ext>
            </a:extLst>
          </p:cNvPr>
          <p:cNvSpPr txBox="1"/>
          <p:nvPr/>
        </p:nvSpPr>
        <p:spPr>
          <a:xfrm>
            <a:off x="4679310" y="399378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64E5BD-CC59-3F17-A4F7-2A54EA6967EC}"/>
              </a:ext>
            </a:extLst>
          </p:cNvPr>
          <p:cNvSpPr txBox="1"/>
          <p:nvPr/>
        </p:nvSpPr>
        <p:spPr>
          <a:xfrm>
            <a:off x="5606221" y="4766056"/>
            <a:ext cx="15041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0E7B93-D999-6F18-FC3C-64220F8A69D1}"/>
              </a:ext>
            </a:extLst>
          </p:cNvPr>
          <p:cNvSpPr txBox="1"/>
          <p:nvPr/>
        </p:nvSpPr>
        <p:spPr>
          <a:xfrm>
            <a:off x="5149128" y="1483139"/>
            <a:ext cx="16406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</a:rPr>
              <a:t>view() == 0 or 1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1.0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B0877C-1BFC-814D-294D-E95AC422FDA2}"/>
              </a:ext>
            </a:extLst>
          </p:cNvPr>
          <p:cNvSpPr txBox="1"/>
          <p:nvPr/>
        </p:nvSpPr>
        <p:spPr>
          <a:xfrm>
            <a:off x="8656950" y="380911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5B6B61-0438-0903-30ED-08F8C0010DA5}"/>
              </a:ext>
            </a:extLst>
          </p:cNvPr>
          <p:cNvSpPr txBox="1"/>
          <p:nvPr/>
        </p:nvSpPr>
        <p:spPr>
          <a:xfrm>
            <a:off x="9049215" y="4597188"/>
            <a:ext cx="130843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AEA255-D745-7F58-0038-F2E35DB58282}"/>
              </a:ext>
            </a:extLst>
          </p:cNvPr>
          <p:cNvSpPr txBox="1"/>
          <p:nvPr/>
        </p:nvSpPr>
        <p:spPr>
          <a:xfrm>
            <a:off x="7910616" y="1483139"/>
            <a:ext cx="16406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</a:rPr>
              <a:t>view() == 0 or 1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1.0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79DBC53-5FE3-F2C2-D252-375EFE226C04}"/>
              </a:ext>
            </a:extLst>
          </p:cNvPr>
          <p:cNvCxnSpPr>
            <a:cxnSpLocks/>
            <a:stCxn id="10" idx="2"/>
            <a:endCxn id="6" idx="0"/>
          </p:cNvCxnSpPr>
          <p:nvPr/>
        </p:nvCxnSpPr>
        <p:spPr>
          <a:xfrm flipH="1">
            <a:off x="3142785" y="2406469"/>
            <a:ext cx="2826664" cy="2322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F217D76-2BA8-3B08-FBB4-C038BB660050}"/>
              </a:ext>
            </a:extLst>
          </p:cNvPr>
          <p:cNvCxnSpPr>
            <a:stCxn id="10" idx="2"/>
          </p:cNvCxnSpPr>
          <p:nvPr/>
        </p:nvCxnSpPr>
        <p:spPr>
          <a:xfrm>
            <a:off x="5969449" y="2406469"/>
            <a:ext cx="3079766" cy="25038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D4E046F-5FCC-2E7E-1122-46CF87E4755E}"/>
              </a:ext>
            </a:extLst>
          </p:cNvPr>
          <p:cNvCxnSpPr>
            <a:stCxn id="13" idx="2"/>
            <a:endCxn id="9" idx="0"/>
          </p:cNvCxnSpPr>
          <p:nvPr/>
        </p:nvCxnSpPr>
        <p:spPr>
          <a:xfrm flipH="1">
            <a:off x="6358318" y="2406469"/>
            <a:ext cx="2372619" cy="2359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0D52E33-8E62-9988-34D7-04A584A82C5A}"/>
              </a:ext>
            </a:extLst>
          </p:cNvPr>
          <p:cNvCxnSpPr>
            <a:stCxn id="13" idx="2"/>
          </p:cNvCxnSpPr>
          <p:nvPr/>
        </p:nvCxnSpPr>
        <p:spPr>
          <a:xfrm>
            <a:off x="8730937" y="2406469"/>
            <a:ext cx="820321" cy="31073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1EC5AFF-EE88-6625-6D5D-FED8A75BDDF8}"/>
              </a:ext>
            </a:extLst>
          </p:cNvPr>
          <p:cNvSpPr txBox="1"/>
          <p:nvPr/>
        </p:nvSpPr>
        <p:spPr>
          <a:xfrm>
            <a:off x="5677076" y="2444657"/>
            <a:ext cx="579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43FE9E-8464-3662-5E37-944A315B9A04}"/>
              </a:ext>
            </a:extLst>
          </p:cNvPr>
          <p:cNvSpPr txBox="1"/>
          <p:nvPr/>
        </p:nvSpPr>
        <p:spPr>
          <a:xfrm>
            <a:off x="8339847" y="2553794"/>
            <a:ext cx="579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951D1F-79B3-3190-CE11-E103E573570D}"/>
              </a:ext>
            </a:extLst>
          </p:cNvPr>
          <p:cNvSpPr txBox="1"/>
          <p:nvPr/>
        </p:nvSpPr>
        <p:spPr>
          <a:xfrm>
            <a:off x="1122251" y="6038182"/>
            <a:ext cx="78545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the fractions between the thread and the shared state to coordinate updates</a:t>
            </a:r>
          </a:p>
          <a:p>
            <a:r>
              <a:rPr lang="en-US" dirty="0"/>
              <a:t>(make sure each thread’s view() agrees with the shared </a:t>
            </a:r>
            <a:r>
              <a:rPr lang="en-US" dirty="0" err="1"/>
              <a:t>states’s</a:t>
            </a:r>
            <a:r>
              <a:rPr lang="en-US" dirty="0"/>
              <a:t> view())</a:t>
            </a:r>
          </a:p>
        </p:txBody>
      </p:sp>
    </p:spTree>
    <p:extLst>
      <p:ext uri="{BB962C8B-B14F-4D97-AF65-F5344CB8AC3E}">
        <p14:creationId xmlns:p14="http://schemas.microsoft.com/office/powerpoint/2010/main" val="1275560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23" grpId="0"/>
      <p:bldP spid="24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6F96D-F45D-3B71-6323-64AFEA0A0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29339-08A5-4135-E515-F6F4035A9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Individual separation-logic-style permissions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CF1F46-FA00-33C2-F7EB-27BE2517D10E}"/>
              </a:ext>
            </a:extLst>
          </p:cNvPr>
          <p:cNvSpPr txBox="1"/>
          <p:nvPr/>
        </p:nvSpPr>
        <p:spPr>
          <a:xfrm>
            <a:off x="619981" y="1483139"/>
            <a:ext cx="3288464" cy="247760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tracked struct </a:t>
            </a:r>
            <a:r>
              <a:rPr lang="en-US" dirty="0" err="1"/>
              <a:t>FracGhost</a:t>
            </a:r>
            <a:r>
              <a:rPr lang="en-US" dirty="0"/>
              <a:t>&lt;T&gt; { ... }</a:t>
            </a:r>
          </a:p>
          <a:p>
            <a:r>
              <a:rPr lang="en-US" dirty="0" err="1"/>
              <a:t>impl</a:t>
            </a:r>
            <a:r>
              <a:rPr lang="en-US" dirty="0"/>
              <a:t>&lt;T&gt; </a:t>
            </a:r>
            <a:r>
              <a:rPr lang="en-US" dirty="0" err="1"/>
              <a:t>FracGhost</a:t>
            </a:r>
            <a:r>
              <a:rPr lang="en-US" dirty="0"/>
              <a:t>&lt;T&gt; {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id(self) -&gt; Loc;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view(self) -&gt; T;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frac(self) -&gt; real;</a:t>
            </a:r>
          </a:p>
          <a:p>
            <a:endParaRPr lang="en-US" sz="800" dirty="0"/>
          </a:p>
          <a:p>
            <a:r>
              <a:rPr lang="en-US" dirty="0"/>
              <a:t>    proof </a:t>
            </a:r>
            <a:r>
              <a:rPr lang="en-US" dirty="0" err="1"/>
              <a:t>fn</a:t>
            </a:r>
            <a:r>
              <a:rPr lang="en-US" dirty="0"/>
              <a:t> split(…) -&gt; …;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4E4AEC-5E76-A073-067F-FD284C2DD0D1}"/>
              </a:ext>
            </a:extLst>
          </p:cNvPr>
          <p:cNvSpPr txBox="1"/>
          <p:nvPr/>
        </p:nvSpPr>
        <p:spPr>
          <a:xfrm>
            <a:off x="4126664" y="1294665"/>
            <a:ext cx="7756419" cy="2585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let (</a:t>
            </a:r>
            <a:r>
              <a:rPr lang="en-US" dirty="0" err="1"/>
              <a:t>ptr</a:t>
            </a:r>
            <a:r>
              <a:rPr lang="en-US" dirty="0"/>
              <a:t>, Tracked(atomicu32_perm)) = PAtomicU32::new(0);</a:t>
            </a:r>
          </a:p>
          <a:p>
            <a:r>
              <a:rPr lang="en-US" dirty="0"/>
              <a:t>let tracked </a:t>
            </a:r>
            <a:r>
              <a:rPr lang="en-US" dirty="0" err="1"/>
              <a:t>inv_frac_a</a:t>
            </a:r>
            <a:r>
              <a:rPr lang="en-US" dirty="0"/>
              <a:t> = </a:t>
            </a:r>
            <a:r>
              <a:rPr lang="en-US" dirty="0" err="1"/>
              <a:t>FracGhost</a:t>
            </a:r>
            <a:r>
              <a:rPr lang="en-US" dirty="0"/>
              <a:t>::new(0);</a:t>
            </a:r>
          </a:p>
          <a:p>
            <a:r>
              <a:rPr lang="en-US" dirty="0"/>
              <a:t>let tracked </a:t>
            </a:r>
            <a:r>
              <a:rPr lang="en-US" dirty="0" err="1"/>
              <a:t>inv_frac_b</a:t>
            </a:r>
            <a:r>
              <a:rPr lang="en-US" dirty="0"/>
              <a:t> = </a:t>
            </a:r>
            <a:r>
              <a:rPr lang="en-US" dirty="0" err="1"/>
              <a:t>FracGhost</a:t>
            </a:r>
            <a:r>
              <a:rPr lang="en-US" dirty="0"/>
              <a:t>::new(0);</a:t>
            </a:r>
          </a:p>
          <a:p>
            <a:r>
              <a:rPr lang="en-US" dirty="0"/>
              <a:t>let tracked </a:t>
            </a:r>
            <a:r>
              <a:rPr lang="en-US" dirty="0" err="1"/>
              <a:t>thread_frac_a</a:t>
            </a:r>
            <a:r>
              <a:rPr lang="en-US" dirty="0"/>
              <a:t> = </a:t>
            </a:r>
            <a:r>
              <a:rPr lang="en-US" dirty="0" err="1"/>
              <a:t>inv_frac_a.split</a:t>
            </a:r>
            <a:r>
              <a:rPr lang="en-US" dirty="0"/>
              <a:t>();</a:t>
            </a:r>
          </a:p>
          <a:p>
            <a:r>
              <a:rPr lang="en-US" dirty="0"/>
              <a:t>let tracked </a:t>
            </a:r>
            <a:r>
              <a:rPr lang="en-US" dirty="0" err="1"/>
              <a:t>thread_frac_b</a:t>
            </a:r>
            <a:r>
              <a:rPr lang="en-US" dirty="0"/>
              <a:t> = </a:t>
            </a:r>
            <a:r>
              <a:rPr lang="en-US" dirty="0" err="1"/>
              <a:t>inv_frac_b.split</a:t>
            </a:r>
            <a:r>
              <a:rPr lang="en-US" dirty="0"/>
              <a:t>();</a:t>
            </a:r>
          </a:p>
          <a:p>
            <a:r>
              <a:rPr lang="en-US" dirty="0"/>
              <a:t>let tracked </a:t>
            </a:r>
            <a:r>
              <a:rPr lang="en-US" dirty="0" err="1"/>
              <a:t>count_state</a:t>
            </a:r>
            <a:r>
              <a:rPr lang="en-US" dirty="0"/>
              <a:t> = </a:t>
            </a:r>
            <a:r>
              <a:rPr lang="en-US" dirty="0" err="1"/>
              <a:t>CountState</a:t>
            </a:r>
            <a:r>
              <a:rPr lang="en-US" dirty="0"/>
              <a:t> { </a:t>
            </a:r>
            <a:r>
              <a:rPr lang="en-US" dirty="0" err="1"/>
              <a:t>inv_frac_a</a:t>
            </a:r>
            <a:r>
              <a:rPr lang="en-US" dirty="0"/>
              <a:t>, </a:t>
            </a:r>
            <a:r>
              <a:rPr lang="en-US" dirty="0" err="1"/>
              <a:t>inv_frac_b</a:t>
            </a:r>
            <a:r>
              <a:rPr lang="en-US" dirty="0"/>
              <a:t>, atomicu32_perm };</a:t>
            </a:r>
          </a:p>
          <a:p>
            <a:r>
              <a:rPr lang="en-US" dirty="0"/>
              <a:t>let ghost </a:t>
            </a:r>
            <a:r>
              <a:rPr lang="en-US" dirty="0" err="1"/>
              <a:t>inv_fn</a:t>
            </a:r>
            <a:r>
              <a:rPr lang="en-US" dirty="0"/>
              <a:t> = |cs: </a:t>
            </a:r>
            <a:r>
              <a:rPr lang="en-US" dirty="0" err="1"/>
              <a:t>CountState</a:t>
            </a:r>
            <a:r>
              <a:rPr lang="en-US" dirty="0"/>
              <a:t>| {</a:t>
            </a:r>
          </a:p>
          <a:p>
            <a:r>
              <a:rPr lang="en-US" dirty="0"/>
              <a:t>    … cs.atomicu32_perm.value() == </a:t>
            </a:r>
            <a:r>
              <a:rPr lang="en-US" dirty="0" err="1"/>
              <a:t>cs.inv_frac_a</a:t>
            </a:r>
            <a:r>
              <a:rPr lang="en-US" dirty="0"/>
              <a:t>@ + </a:t>
            </a:r>
            <a:r>
              <a:rPr lang="en-US" dirty="0" err="1"/>
              <a:t>cs.inv_frac_b</a:t>
            </a:r>
            <a:r>
              <a:rPr lang="en-US" dirty="0"/>
              <a:t>@ };</a:t>
            </a:r>
          </a:p>
          <a:p>
            <a:r>
              <a:rPr lang="en-US" dirty="0"/>
              <a:t>let tracked </a:t>
            </a:r>
            <a:r>
              <a:rPr lang="en-US" dirty="0" err="1"/>
              <a:t>atomic_inv</a:t>
            </a:r>
            <a:r>
              <a:rPr lang="en-US" dirty="0"/>
              <a:t> = </a:t>
            </a:r>
            <a:r>
              <a:rPr lang="en-US" dirty="0" err="1"/>
              <a:t>AtomicInvariant</a:t>
            </a:r>
            <a:r>
              <a:rPr lang="en-US" dirty="0"/>
              <a:t>::new(</a:t>
            </a:r>
            <a:r>
              <a:rPr lang="en-US" dirty="0" err="1"/>
              <a:t>inv_fn</a:t>
            </a:r>
            <a:r>
              <a:rPr lang="en-US" dirty="0"/>
              <a:t>, </a:t>
            </a:r>
            <a:r>
              <a:rPr lang="en-US" dirty="0" err="1"/>
              <a:t>count_state</a:t>
            </a:r>
            <a:r>
              <a:rPr lang="en-US" dirty="0"/>
              <a:t>, …);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4EFBF4D-A89D-22ED-4FA5-122B85C7EEDA}"/>
              </a:ext>
            </a:extLst>
          </p:cNvPr>
          <p:cNvSpPr/>
          <p:nvPr/>
        </p:nvSpPr>
        <p:spPr>
          <a:xfrm>
            <a:off x="2024027" y="459718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785CD7-E8B1-6CB3-BA46-0435B240ACC0}"/>
              </a:ext>
            </a:extLst>
          </p:cNvPr>
          <p:cNvSpPr txBox="1"/>
          <p:nvPr/>
        </p:nvSpPr>
        <p:spPr>
          <a:xfrm>
            <a:off x="1549967" y="399378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0765D2-9F08-8964-4FC6-A06F8088B775}"/>
              </a:ext>
            </a:extLst>
          </p:cNvPr>
          <p:cNvSpPr txBox="1"/>
          <p:nvPr/>
        </p:nvSpPr>
        <p:spPr>
          <a:xfrm>
            <a:off x="2390688" y="4728530"/>
            <a:ext cx="15041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CD9A80E9-8888-EE9F-242C-2674D4A7A626}"/>
              </a:ext>
            </a:extLst>
          </p:cNvPr>
          <p:cNvSpPr/>
          <p:nvPr/>
        </p:nvSpPr>
        <p:spPr>
          <a:xfrm>
            <a:off x="5153370" y="459718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35FC9E-BEFA-7C62-3CC3-6E83EC7F4D3D}"/>
              </a:ext>
            </a:extLst>
          </p:cNvPr>
          <p:cNvSpPr txBox="1"/>
          <p:nvPr/>
        </p:nvSpPr>
        <p:spPr>
          <a:xfrm>
            <a:off x="4679310" y="399378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D365619-4CCB-734E-6844-EFCE5740BC11}"/>
              </a:ext>
            </a:extLst>
          </p:cNvPr>
          <p:cNvSpPr txBox="1"/>
          <p:nvPr/>
        </p:nvSpPr>
        <p:spPr>
          <a:xfrm>
            <a:off x="5606221" y="4766056"/>
            <a:ext cx="15041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7DD9A75-B09F-4663-30D0-C5E01E219A92}"/>
              </a:ext>
            </a:extLst>
          </p:cNvPr>
          <p:cNvSpPr txBox="1"/>
          <p:nvPr/>
        </p:nvSpPr>
        <p:spPr>
          <a:xfrm>
            <a:off x="8656950" y="380911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097FA47-3F09-81DD-DAAB-A64FB118A6F2}"/>
              </a:ext>
            </a:extLst>
          </p:cNvPr>
          <p:cNvSpPr txBox="1"/>
          <p:nvPr/>
        </p:nvSpPr>
        <p:spPr>
          <a:xfrm>
            <a:off x="9049215" y="4597188"/>
            <a:ext cx="130843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</p:txBody>
      </p:sp>
    </p:spTree>
    <p:extLst>
      <p:ext uri="{BB962C8B-B14F-4D97-AF65-F5344CB8AC3E}">
        <p14:creationId xmlns:p14="http://schemas.microsoft.com/office/powerpoint/2010/main" val="366431048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51D79-9475-A0BB-D8A0-9F9D69BFC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FD140-75F5-D75F-B7B1-21D572D75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Individual separation-logic-style permissions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AE743E-DF0E-6E44-D65C-0A6C0BB668A5}"/>
              </a:ext>
            </a:extLst>
          </p:cNvPr>
          <p:cNvSpPr txBox="1"/>
          <p:nvPr/>
        </p:nvSpPr>
        <p:spPr>
          <a:xfrm>
            <a:off x="4126664" y="1294665"/>
            <a:ext cx="7756419" cy="535531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let (</a:t>
            </a:r>
            <a:r>
              <a:rPr lang="en-US" dirty="0" err="1"/>
              <a:t>ptr</a:t>
            </a:r>
            <a:r>
              <a:rPr lang="en-US" dirty="0"/>
              <a:t>, Tracked(atomicu32_perm)) = PAtomicU32::new(0);</a:t>
            </a:r>
          </a:p>
          <a:p>
            <a:r>
              <a:rPr lang="en-US" dirty="0"/>
              <a:t>let tracked </a:t>
            </a:r>
            <a:r>
              <a:rPr lang="en-US" dirty="0" err="1"/>
              <a:t>inv_frac_a</a:t>
            </a:r>
            <a:r>
              <a:rPr lang="en-US" dirty="0"/>
              <a:t> = </a:t>
            </a:r>
            <a:r>
              <a:rPr lang="en-US" dirty="0" err="1"/>
              <a:t>FracGhost</a:t>
            </a:r>
            <a:r>
              <a:rPr lang="en-US" dirty="0"/>
              <a:t>::new(0);</a:t>
            </a:r>
          </a:p>
          <a:p>
            <a:r>
              <a:rPr lang="en-US" dirty="0"/>
              <a:t>let tracked </a:t>
            </a:r>
            <a:r>
              <a:rPr lang="en-US" dirty="0" err="1"/>
              <a:t>inv_frac_b</a:t>
            </a:r>
            <a:r>
              <a:rPr lang="en-US" dirty="0"/>
              <a:t> = </a:t>
            </a:r>
            <a:r>
              <a:rPr lang="en-US" dirty="0" err="1"/>
              <a:t>FracGhost</a:t>
            </a:r>
            <a:r>
              <a:rPr lang="en-US" dirty="0"/>
              <a:t>::new(0);</a:t>
            </a:r>
          </a:p>
          <a:p>
            <a:r>
              <a:rPr lang="en-US" dirty="0"/>
              <a:t>let tracked </a:t>
            </a:r>
            <a:r>
              <a:rPr lang="en-US" dirty="0" err="1"/>
              <a:t>thread_frac_a</a:t>
            </a:r>
            <a:r>
              <a:rPr lang="en-US" dirty="0"/>
              <a:t> = </a:t>
            </a:r>
            <a:r>
              <a:rPr lang="en-US" dirty="0" err="1"/>
              <a:t>inv_frac_a.split</a:t>
            </a:r>
            <a:r>
              <a:rPr lang="en-US" dirty="0"/>
              <a:t>();</a:t>
            </a:r>
          </a:p>
          <a:p>
            <a:r>
              <a:rPr lang="en-US" dirty="0"/>
              <a:t>let tracked </a:t>
            </a:r>
            <a:r>
              <a:rPr lang="en-US" dirty="0" err="1"/>
              <a:t>thread_frac_b</a:t>
            </a:r>
            <a:r>
              <a:rPr lang="en-US" dirty="0"/>
              <a:t> = </a:t>
            </a:r>
            <a:r>
              <a:rPr lang="en-US" dirty="0" err="1"/>
              <a:t>inv_frac_b.split</a:t>
            </a:r>
            <a:r>
              <a:rPr lang="en-US" dirty="0"/>
              <a:t>();</a:t>
            </a:r>
          </a:p>
          <a:p>
            <a:r>
              <a:rPr lang="en-US" dirty="0"/>
              <a:t>let tracked </a:t>
            </a:r>
            <a:r>
              <a:rPr lang="en-US" dirty="0" err="1"/>
              <a:t>count_state</a:t>
            </a:r>
            <a:r>
              <a:rPr lang="en-US" dirty="0"/>
              <a:t> = </a:t>
            </a:r>
            <a:r>
              <a:rPr lang="en-US" dirty="0" err="1"/>
              <a:t>CountState</a:t>
            </a:r>
            <a:r>
              <a:rPr lang="en-US" dirty="0"/>
              <a:t> { </a:t>
            </a:r>
            <a:r>
              <a:rPr lang="en-US" dirty="0" err="1"/>
              <a:t>inv_frac_a</a:t>
            </a:r>
            <a:r>
              <a:rPr lang="en-US" dirty="0"/>
              <a:t>, </a:t>
            </a:r>
            <a:r>
              <a:rPr lang="en-US" dirty="0" err="1"/>
              <a:t>inv_frac_b</a:t>
            </a:r>
            <a:r>
              <a:rPr lang="en-US" dirty="0"/>
              <a:t>, atomicu32_perm };</a:t>
            </a:r>
          </a:p>
          <a:p>
            <a:r>
              <a:rPr lang="en-US" dirty="0"/>
              <a:t>let ghost </a:t>
            </a:r>
            <a:r>
              <a:rPr lang="en-US" dirty="0" err="1"/>
              <a:t>inv_fn</a:t>
            </a:r>
            <a:r>
              <a:rPr lang="en-US" dirty="0"/>
              <a:t> = |cs: </a:t>
            </a:r>
            <a:r>
              <a:rPr lang="en-US" dirty="0" err="1"/>
              <a:t>CountState</a:t>
            </a:r>
            <a:r>
              <a:rPr lang="en-US" dirty="0"/>
              <a:t>| {</a:t>
            </a:r>
          </a:p>
          <a:p>
            <a:r>
              <a:rPr lang="en-US" dirty="0"/>
              <a:t>    … cs.atomicu32_perm.value() == </a:t>
            </a:r>
            <a:r>
              <a:rPr lang="en-US" dirty="0" err="1"/>
              <a:t>cs.inv_frac_a</a:t>
            </a:r>
            <a:r>
              <a:rPr lang="en-US" dirty="0"/>
              <a:t>@ + </a:t>
            </a:r>
            <a:r>
              <a:rPr lang="en-US" dirty="0" err="1"/>
              <a:t>cs.inv_frac_b</a:t>
            </a:r>
            <a:r>
              <a:rPr lang="en-US" dirty="0"/>
              <a:t>@ };</a:t>
            </a:r>
          </a:p>
          <a:p>
            <a:r>
              <a:rPr lang="en-US" dirty="0"/>
              <a:t>let tracked </a:t>
            </a:r>
            <a:r>
              <a:rPr lang="en-US" dirty="0" err="1"/>
              <a:t>atomic_inv</a:t>
            </a:r>
            <a:r>
              <a:rPr lang="en-US" dirty="0"/>
              <a:t> = </a:t>
            </a:r>
            <a:r>
              <a:rPr lang="en-US" dirty="0" err="1"/>
              <a:t>AtomicInvariant</a:t>
            </a:r>
            <a:r>
              <a:rPr lang="en-US" dirty="0"/>
              <a:t>::new(</a:t>
            </a:r>
            <a:r>
              <a:rPr lang="en-US" dirty="0" err="1"/>
              <a:t>inv_fn</a:t>
            </a:r>
            <a:r>
              <a:rPr lang="en-US" dirty="0"/>
              <a:t>, </a:t>
            </a:r>
            <a:r>
              <a:rPr lang="en-US" dirty="0" err="1"/>
              <a:t>count_state</a:t>
            </a:r>
            <a:r>
              <a:rPr lang="en-US" dirty="0"/>
              <a:t>, …);</a:t>
            </a:r>
          </a:p>
          <a:p>
            <a:endParaRPr lang="en-US" dirty="0"/>
          </a:p>
          <a:p>
            <a:r>
              <a:rPr lang="en-US" dirty="0"/>
              <a:t>let </a:t>
            </a:r>
            <a:r>
              <a:rPr lang="en-US" dirty="0" err="1"/>
              <a:t>thread_a</a:t>
            </a:r>
            <a:r>
              <a:rPr lang="en-US" dirty="0"/>
              <a:t> = </a:t>
            </a:r>
            <a:r>
              <a:rPr lang="en-US" dirty="0" err="1"/>
              <a:t>vstd</a:t>
            </a:r>
            <a:r>
              <a:rPr lang="en-US" dirty="0"/>
              <a:t>::thread::spawn(|| {</a:t>
            </a:r>
          </a:p>
          <a:p>
            <a:r>
              <a:rPr lang="en-US" dirty="0"/>
              <a:t>    … </a:t>
            </a:r>
            <a:r>
              <a:rPr lang="en-US" dirty="0" err="1"/>
              <a:t>ptr</a:t>
            </a:r>
            <a:r>
              <a:rPr lang="en-US" dirty="0"/>
              <a:t>, </a:t>
            </a:r>
            <a:r>
              <a:rPr lang="en-US" dirty="0" err="1"/>
              <a:t>atomic_inv</a:t>
            </a:r>
            <a:r>
              <a:rPr lang="en-US" dirty="0"/>
              <a:t>, </a:t>
            </a:r>
            <a:r>
              <a:rPr lang="en-US" dirty="0" err="1"/>
              <a:t>thread_frac_a</a:t>
            </a:r>
            <a:r>
              <a:rPr lang="en-US" dirty="0"/>
              <a:t> …</a:t>
            </a:r>
          </a:p>
          <a:p>
            <a:r>
              <a:rPr lang="en-US" dirty="0"/>
              <a:t>});</a:t>
            </a:r>
          </a:p>
          <a:p>
            <a:endParaRPr lang="en-US" dirty="0"/>
          </a:p>
          <a:p>
            <a:r>
              <a:rPr lang="en-US" dirty="0"/>
              <a:t>let </a:t>
            </a:r>
            <a:r>
              <a:rPr lang="en-US" dirty="0" err="1"/>
              <a:t>thread_b</a:t>
            </a:r>
            <a:r>
              <a:rPr lang="en-US" dirty="0"/>
              <a:t> = </a:t>
            </a:r>
            <a:r>
              <a:rPr lang="en-US" dirty="0" err="1"/>
              <a:t>vstd</a:t>
            </a:r>
            <a:r>
              <a:rPr lang="en-US" dirty="0"/>
              <a:t>::thread::spawn(|| {</a:t>
            </a:r>
          </a:p>
          <a:p>
            <a:r>
              <a:rPr lang="en-US" dirty="0"/>
              <a:t>    … </a:t>
            </a:r>
            <a:r>
              <a:rPr lang="en-US" dirty="0" err="1"/>
              <a:t>ptr</a:t>
            </a:r>
            <a:r>
              <a:rPr lang="en-US" dirty="0"/>
              <a:t>, </a:t>
            </a:r>
            <a:r>
              <a:rPr lang="en-US" dirty="0" err="1"/>
              <a:t>atomic_inv</a:t>
            </a:r>
            <a:r>
              <a:rPr lang="en-US" dirty="0"/>
              <a:t>, </a:t>
            </a:r>
            <a:r>
              <a:rPr lang="en-US" dirty="0" err="1"/>
              <a:t>thread_frac_b</a:t>
            </a:r>
            <a:r>
              <a:rPr lang="en-US" dirty="0"/>
              <a:t> …</a:t>
            </a:r>
          </a:p>
          <a:p>
            <a:r>
              <a:rPr lang="en-US" dirty="0"/>
              <a:t>});</a:t>
            </a:r>
          </a:p>
          <a:p>
            <a:endParaRPr lang="en-US" dirty="0"/>
          </a:p>
          <a:p>
            <a:r>
              <a:rPr lang="en-US" dirty="0"/>
              <a:t>if let (Ok(</a:t>
            </a:r>
            <a:r>
              <a:rPr lang="en-US" dirty="0" err="1"/>
              <a:t>join_a</a:t>
            </a:r>
            <a:r>
              <a:rPr lang="en-US" dirty="0"/>
              <a:t>), Ok(</a:t>
            </a:r>
            <a:r>
              <a:rPr lang="en-US" dirty="0" err="1"/>
              <a:t>join_b</a:t>
            </a:r>
            <a:r>
              <a:rPr lang="en-US" dirty="0"/>
              <a:t>)) = (</a:t>
            </a:r>
            <a:r>
              <a:rPr lang="en-US" dirty="0" err="1"/>
              <a:t>thread_a.join</a:t>
            </a:r>
            <a:r>
              <a:rPr lang="en-US" dirty="0"/>
              <a:t>(), </a:t>
            </a:r>
            <a:r>
              <a:rPr lang="en-US" dirty="0" err="1"/>
              <a:t>thread_b.join</a:t>
            </a:r>
            <a:r>
              <a:rPr lang="en-US" dirty="0"/>
              <a:t>()) { … }</a:t>
            </a:r>
          </a:p>
        </p:txBody>
      </p:sp>
    </p:spTree>
    <p:extLst>
      <p:ext uri="{BB962C8B-B14F-4D97-AF65-F5344CB8AC3E}">
        <p14:creationId xmlns:p14="http://schemas.microsoft.com/office/powerpoint/2010/main" val="321144966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5E98C-99A1-8AEF-8442-B91AE5D1B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6C91B-92D2-5A40-84C6-A0681346D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Thread b performs </a:t>
            </a:r>
            <a:r>
              <a:rPr lang="en-US" dirty="0" err="1"/>
              <a:t>fetch_add</a:t>
            </a:r>
            <a:endParaRPr lang="en-US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502D31-7F03-2CA7-29D1-3D1677A8F77E}"/>
              </a:ext>
            </a:extLst>
          </p:cNvPr>
          <p:cNvSpPr/>
          <p:nvPr/>
        </p:nvSpPr>
        <p:spPr>
          <a:xfrm>
            <a:off x="1411379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CAC1A3-25ED-F250-5F3F-6263C88FBBAA}"/>
              </a:ext>
            </a:extLst>
          </p:cNvPr>
          <p:cNvSpPr txBox="1"/>
          <p:nvPr/>
        </p:nvSpPr>
        <p:spPr>
          <a:xfrm>
            <a:off x="937319" y="225642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DB60F6-2B86-6898-74CF-41DE9B1B529C}"/>
              </a:ext>
            </a:extLst>
          </p:cNvPr>
          <p:cNvSpPr txBox="1"/>
          <p:nvPr/>
        </p:nvSpPr>
        <p:spPr>
          <a:xfrm>
            <a:off x="1783775" y="2902752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0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21A9C03-43BC-C9A1-D9BF-9C4A8F8AD573}"/>
              </a:ext>
            </a:extLst>
          </p:cNvPr>
          <p:cNvSpPr/>
          <p:nvPr/>
        </p:nvSpPr>
        <p:spPr>
          <a:xfrm>
            <a:off x="4540722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0AE8D4-EA27-65AF-9076-DBFD34EC8828}"/>
              </a:ext>
            </a:extLst>
          </p:cNvPr>
          <p:cNvSpPr txBox="1"/>
          <p:nvPr/>
        </p:nvSpPr>
        <p:spPr>
          <a:xfrm>
            <a:off x="4066662" y="225642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A3BCFC-AF29-FF57-C770-8B382B310685}"/>
              </a:ext>
            </a:extLst>
          </p:cNvPr>
          <p:cNvSpPr txBox="1"/>
          <p:nvPr/>
        </p:nvSpPr>
        <p:spPr>
          <a:xfrm>
            <a:off x="5000428" y="2852670"/>
            <a:ext cx="15154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F69989-849D-7FDF-9952-5E5C06FD55E3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961818-50ED-DE8A-7297-5902CC31054B}"/>
              </a:ext>
            </a:extLst>
          </p:cNvPr>
          <p:cNvSpPr txBox="1"/>
          <p:nvPr/>
        </p:nvSpPr>
        <p:spPr>
          <a:xfrm>
            <a:off x="8436567" y="2859828"/>
            <a:ext cx="130843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0</a:t>
            </a:r>
          </a:p>
        </p:txBody>
      </p:sp>
    </p:spTree>
    <p:extLst>
      <p:ext uri="{BB962C8B-B14F-4D97-AF65-F5344CB8AC3E}">
        <p14:creationId xmlns:p14="http://schemas.microsoft.com/office/powerpoint/2010/main" val="1720143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-3.33333E-6 L 0.1875 0.12107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375" y="604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0FD28-07BE-F082-89AF-466D9FCC9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2FCD5-9AC5-E5FD-20E5-2DFD839C5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Thread b performs </a:t>
            </a:r>
            <a:r>
              <a:rPr lang="en-US" dirty="0" err="1"/>
              <a:t>fetch_add</a:t>
            </a:r>
            <a:endParaRPr lang="en-US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A190788-ECB2-BF42-0AB2-729B191F2089}"/>
              </a:ext>
            </a:extLst>
          </p:cNvPr>
          <p:cNvSpPr/>
          <p:nvPr/>
        </p:nvSpPr>
        <p:spPr>
          <a:xfrm>
            <a:off x="1411379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3225A8-0E7E-099A-2FDF-D99B594BD41C}"/>
              </a:ext>
            </a:extLst>
          </p:cNvPr>
          <p:cNvSpPr txBox="1"/>
          <p:nvPr/>
        </p:nvSpPr>
        <p:spPr>
          <a:xfrm>
            <a:off x="937319" y="225642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FC337F-B4E6-609A-0F6E-C64029F7A0D7}"/>
              </a:ext>
            </a:extLst>
          </p:cNvPr>
          <p:cNvSpPr txBox="1"/>
          <p:nvPr/>
        </p:nvSpPr>
        <p:spPr>
          <a:xfrm>
            <a:off x="1783775" y="2902752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0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81D72A7-30FE-D2AD-84A5-0A7B94780F0A}"/>
              </a:ext>
            </a:extLst>
          </p:cNvPr>
          <p:cNvSpPr/>
          <p:nvPr/>
        </p:nvSpPr>
        <p:spPr>
          <a:xfrm>
            <a:off x="4540722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9680AB-BCBE-B333-9CEC-2C3BA32AE76E}"/>
              </a:ext>
            </a:extLst>
          </p:cNvPr>
          <p:cNvSpPr txBox="1"/>
          <p:nvPr/>
        </p:nvSpPr>
        <p:spPr>
          <a:xfrm>
            <a:off x="4066662" y="225642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A9204A-DE71-220E-188E-E4FD271F0F75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AC9617-4122-BA26-AF6D-32347D6B73B5}"/>
              </a:ext>
            </a:extLst>
          </p:cNvPr>
          <p:cNvSpPr txBox="1"/>
          <p:nvPr/>
        </p:nvSpPr>
        <p:spPr>
          <a:xfrm>
            <a:off x="8436567" y="2859828"/>
            <a:ext cx="130843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1.0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C49275-63A7-7821-5B0E-68FBCDC548BE}"/>
              </a:ext>
            </a:extLst>
          </p:cNvPr>
          <p:cNvSpPr txBox="1"/>
          <p:nvPr/>
        </p:nvSpPr>
        <p:spPr>
          <a:xfrm>
            <a:off x="10137267" y="3826082"/>
            <a:ext cx="1009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combine</a:t>
            </a:r>
          </a:p>
        </p:txBody>
      </p:sp>
    </p:spTree>
    <p:extLst>
      <p:ext uri="{BB962C8B-B14F-4D97-AF65-F5344CB8AC3E}">
        <p14:creationId xmlns:p14="http://schemas.microsoft.com/office/powerpoint/2010/main" val="368782413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9E17E-4A1F-2426-32E2-F72B741ED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50455-EDBC-0F4B-0BA9-F9F492EF1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Thread b performs </a:t>
            </a:r>
            <a:r>
              <a:rPr lang="en-US" dirty="0" err="1"/>
              <a:t>fetch_add</a:t>
            </a:r>
            <a:endParaRPr lang="en-US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8866CA9-6B20-1CD6-A33B-E412CCCAB1A1}"/>
              </a:ext>
            </a:extLst>
          </p:cNvPr>
          <p:cNvSpPr/>
          <p:nvPr/>
        </p:nvSpPr>
        <p:spPr>
          <a:xfrm>
            <a:off x="1411379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B89276-C7E5-8B76-44A4-5FA46F391BA1}"/>
              </a:ext>
            </a:extLst>
          </p:cNvPr>
          <p:cNvSpPr txBox="1"/>
          <p:nvPr/>
        </p:nvSpPr>
        <p:spPr>
          <a:xfrm>
            <a:off x="937319" y="225642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EB3D22-6B08-4DFE-059F-B4760C8C7CC9}"/>
              </a:ext>
            </a:extLst>
          </p:cNvPr>
          <p:cNvSpPr txBox="1"/>
          <p:nvPr/>
        </p:nvSpPr>
        <p:spPr>
          <a:xfrm>
            <a:off x="1783775" y="2902752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0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CB5C152-27F9-6D7B-D451-D2F1353CA1F2}"/>
              </a:ext>
            </a:extLst>
          </p:cNvPr>
          <p:cNvSpPr/>
          <p:nvPr/>
        </p:nvSpPr>
        <p:spPr>
          <a:xfrm>
            <a:off x="4540722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DD7C2C-559A-C578-DEFD-01139C8C46C4}"/>
              </a:ext>
            </a:extLst>
          </p:cNvPr>
          <p:cNvSpPr txBox="1"/>
          <p:nvPr/>
        </p:nvSpPr>
        <p:spPr>
          <a:xfrm>
            <a:off x="4066662" y="225642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CE01A2-F2F9-E877-969A-5C4CDBEB0FCF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30ED52-CF0E-90E9-6C80-8A88C6467CF0}"/>
              </a:ext>
            </a:extLst>
          </p:cNvPr>
          <p:cNvSpPr txBox="1"/>
          <p:nvPr/>
        </p:nvSpPr>
        <p:spPr>
          <a:xfrm>
            <a:off x="8436567" y="2859828"/>
            <a:ext cx="130843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1.0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CA39F1-CD1D-D6F6-E14C-DC7EE87D361D}"/>
              </a:ext>
            </a:extLst>
          </p:cNvPr>
          <p:cNvSpPr txBox="1"/>
          <p:nvPr/>
        </p:nvSpPr>
        <p:spPr>
          <a:xfrm>
            <a:off x="10137267" y="3826082"/>
            <a:ext cx="1507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update view()</a:t>
            </a:r>
          </a:p>
        </p:txBody>
      </p:sp>
    </p:spTree>
    <p:extLst>
      <p:ext uri="{BB962C8B-B14F-4D97-AF65-F5344CB8AC3E}">
        <p14:creationId xmlns:p14="http://schemas.microsoft.com/office/powerpoint/2010/main" val="366512248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F7856-CAEB-EB37-2566-57400AB3D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762C6-2792-E3BB-68AB-4B16E37E6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Thread b performs </a:t>
            </a:r>
            <a:r>
              <a:rPr lang="en-US" dirty="0" err="1"/>
              <a:t>fetch_add</a:t>
            </a:r>
            <a:endParaRPr lang="en-US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EE2455-0952-91D8-DC56-12C9C144D642}"/>
              </a:ext>
            </a:extLst>
          </p:cNvPr>
          <p:cNvSpPr/>
          <p:nvPr/>
        </p:nvSpPr>
        <p:spPr>
          <a:xfrm>
            <a:off x="1411379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A27064-97FC-F076-85CB-E22E8230BD6E}"/>
              </a:ext>
            </a:extLst>
          </p:cNvPr>
          <p:cNvSpPr txBox="1"/>
          <p:nvPr/>
        </p:nvSpPr>
        <p:spPr>
          <a:xfrm>
            <a:off x="937319" y="225642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332CEE-6BA4-CCE2-373B-F4E3DCD1D3C9}"/>
              </a:ext>
            </a:extLst>
          </p:cNvPr>
          <p:cNvSpPr txBox="1"/>
          <p:nvPr/>
        </p:nvSpPr>
        <p:spPr>
          <a:xfrm>
            <a:off x="1783775" y="2902752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0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0B8E4B-67AD-3C1A-3093-A91DFA3C34B1}"/>
              </a:ext>
            </a:extLst>
          </p:cNvPr>
          <p:cNvSpPr/>
          <p:nvPr/>
        </p:nvSpPr>
        <p:spPr>
          <a:xfrm>
            <a:off x="4540722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78A5DB-46BF-0A05-B4B4-650D5BDC90E8}"/>
              </a:ext>
            </a:extLst>
          </p:cNvPr>
          <p:cNvSpPr txBox="1"/>
          <p:nvPr/>
        </p:nvSpPr>
        <p:spPr>
          <a:xfrm>
            <a:off x="4066662" y="225642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F49A9D-E85B-07CA-87D8-604E465E9FBE}"/>
              </a:ext>
            </a:extLst>
          </p:cNvPr>
          <p:cNvSpPr txBox="1"/>
          <p:nvPr/>
        </p:nvSpPr>
        <p:spPr>
          <a:xfrm>
            <a:off x="7286594" y="3688580"/>
            <a:ext cx="15154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7694E4-B6EB-1539-934B-A494E70461A3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76C214-4DF3-F42A-DD74-8AB09D637FE9}"/>
              </a:ext>
            </a:extLst>
          </p:cNvPr>
          <p:cNvSpPr txBox="1"/>
          <p:nvPr/>
        </p:nvSpPr>
        <p:spPr>
          <a:xfrm>
            <a:off x="8436567" y="2859828"/>
            <a:ext cx="130843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C664FE-5B00-13BA-BCBE-E80EDC534D6A}"/>
              </a:ext>
            </a:extLst>
          </p:cNvPr>
          <p:cNvSpPr txBox="1"/>
          <p:nvPr/>
        </p:nvSpPr>
        <p:spPr>
          <a:xfrm>
            <a:off x="10137267" y="3826082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split</a:t>
            </a:r>
          </a:p>
        </p:txBody>
      </p:sp>
    </p:spTree>
    <p:extLst>
      <p:ext uri="{BB962C8B-B14F-4D97-AF65-F5344CB8AC3E}">
        <p14:creationId xmlns:p14="http://schemas.microsoft.com/office/powerpoint/2010/main" val="2827383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-2.59259E-6 L -0.19401 -0.1210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701" y="-606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12E30-A354-F281-DC18-E1934F84D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13F13-2C70-ABF3-6295-101B23039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Thread b performs </a:t>
            </a:r>
            <a:r>
              <a:rPr lang="en-US" dirty="0" err="1"/>
              <a:t>fetch_add</a:t>
            </a:r>
            <a:endParaRPr lang="en-US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F6E43C-9AE1-EFFA-A2D3-78AB4AD5D9CE}"/>
              </a:ext>
            </a:extLst>
          </p:cNvPr>
          <p:cNvSpPr/>
          <p:nvPr/>
        </p:nvSpPr>
        <p:spPr>
          <a:xfrm>
            <a:off x="1411379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0FFB80-F895-F650-FCDB-9B62C09EABF9}"/>
              </a:ext>
            </a:extLst>
          </p:cNvPr>
          <p:cNvSpPr txBox="1"/>
          <p:nvPr/>
        </p:nvSpPr>
        <p:spPr>
          <a:xfrm>
            <a:off x="937319" y="225642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74D048-79DD-6299-9C8D-3D7F2EDB1047}"/>
              </a:ext>
            </a:extLst>
          </p:cNvPr>
          <p:cNvSpPr txBox="1"/>
          <p:nvPr/>
        </p:nvSpPr>
        <p:spPr>
          <a:xfrm>
            <a:off x="1783775" y="2902752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0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F0CE91C6-5CC6-BCC8-7BCC-38350EFCE425}"/>
              </a:ext>
            </a:extLst>
          </p:cNvPr>
          <p:cNvSpPr/>
          <p:nvPr/>
        </p:nvSpPr>
        <p:spPr>
          <a:xfrm>
            <a:off x="4540722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7FB909-0217-ACC1-947E-104287331D3F}"/>
              </a:ext>
            </a:extLst>
          </p:cNvPr>
          <p:cNvSpPr txBox="1"/>
          <p:nvPr/>
        </p:nvSpPr>
        <p:spPr>
          <a:xfrm>
            <a:off x="4066662" y="225642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B24552-792F-2F81-EF5B-129E5DBC502A}"/>
              </a:ext>
            </a:extLst>
          </p:cNvPr>
          <p:cNvSpPr txBox="1"/>
          <p:nvPr/>
        </p:nvSpPr>
        <p:spPr>
          <a:xfrm>
            <a:off x="4914959" y="2890197"/>
            <a:ext cx="15154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D97473-051D-684A-24F4-3D15A64D8BCA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BA2C7F-D24C-A020-2375-682C391B718A}"/>
              </a:ext>
            </a:extLst>
          </p:cNvPr>
          <p:cNvSpPr txBox="1"/>
          <p:nvPr/>
        </p:nvSpPr>
        <p:spPr>
          <a:xfrm>
            <a:off x="8436567" y="2859828"/>
            <a:ext cx="130843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16CDFD-D74A-C9DE-C6FB-B60CEABDAD64}"/>
              </a:ext>
            </a:extLst>
          </p:cNvPr>
          <p:cNvSpPr txBox="1"/>
          <p:nvPr/>
        </p:nvSpPr>
        <p:spPr>
          <a:xfrm>
            <a:off x="1840662" y="2859828"/>
            <a:ext cx="6532494" cy="3693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let </a:t>
            </a:r>
            <a:r>
              <a:rPr lang="en-US" dirty="0" err="1"/>
              <a:t>thread_b</a:t>
            </a:r>
            <a:r>
              <a:rPr lang="en-US" dirty="0"/>
              <a:t> = </a:t>
            </a:r>
            <a:r>
              <a:rPr lang="en-US" dirty="0" err="1"/>
              <a:t>vstd</a:t>
            </a:r>
            <a:r>
              <a:rPr lang="en-US" dirty="0"/>
              <a:t>::thread::spawn(|| { ...</a:t>
            </a:r>
          </a:p>
          <a:p>
            <a:r>
              <a:rPr lang="en-US" dirty="0"/>
              <a:t>    </a:t>
            </a:r>
            <a:r>
              <a:rPr lang="en-US" dirty="0" err="1"/>
              <a:t>open_atomic_invariant</a:t>
            </a:r>
            <a:r>
              <a:rPr lang="en-US" dirty="0"/>
              <a:t>!(</a:t>
            </a:r>
            <a:r>
              <a:rPr lang="en-US" dirty="0" err="1"/>
              <a:t>atomic_inv.borrow</a:t>
            </a:r>
            <a:r>
              <a:rPr lang="en-US" dirty="0"/>
              <a:t>() =&gt; </a:t>
            </a:r>
            <a:r>
              <a:rPr lang="en-US" dirty="0" err="1"/>
              <a:t>count_state</a:t>
            </a:r>
            <a:r>
              <a:rPr lang="en-US" dirty="0"/>
              <a:t> =&gt; {</a:t>
            </a:r>
          </a:p>
          <a:p>
            <a:r>
              <a:rPr lang="en-US" dirty="0"/>
              <a:t>        proof {</a:t>
            </a:r>
          </a:p>
          <a:p>
            <a:r>
              <a:rPr lang="en-US" dirty="0"/>
              <a:t>            </a:t>
            </a:r>
            <a:r>
              <a:rPr lang="en-US" dirty="0" err="1"/>
              <a:t>count_state.inv_frac_b.combine</a:t>
            </a:r>
            <a:r>
              <a:rPr lang="en-US" dirty="0"/>
              <a:t>(</a:t>
            </a:r>
            <a:r>
              <a:rPr lang="en-US" dirty="0" err="1"/>
              <a:t>thread_frac_b</a:t>
            </a:r>
            <a:r>
              <a:rPr lang="en-US" dirty="0"/>
              <a:t>);</a:t>
            </a:r>
          </a:p>
          <a:p>
            <a:r>
              <a:rPr lang="en-US" dirty="0"/>
              <a:t>        }</a:t>
            </a:r>
          </a:p>
          <a:p>
            <a:r>
              <a:rPr lang="en-US" dirty="0"/>
              <a:t>        </a:t>
            </a:r>
            <a:r>
              <a:rPr lang="en-US" dirty="0" err="1"/>
              <a:t>ptr.fetch_add</a:t>
            </a:r>
            <a:r>
              <a:rPr lang="en-US" dirty="0"/>
              <a:t>(Tracked(&amp;mut count_state.atomicu32_perm), 1);</a:t>
            </a:r>
          </a:p>
          <a:p>
            <a:r>
              <a:rPr lang="en-US" dirty="0"/>
              <a:t>        proof {</a:t>
            </a:r>
          </a:p>
          <a:p>
            <a:r>
              <a:rPr lang="en-US" dirty="0"/>
              <a:t>            </a:t>
            </a:r>
            <a:r>
              <a:rPr lang="en-US" dirty="0" err="1"/>
              <a:t>count_state.inv_frac_b.update</a:t>
            </a:r>
            <a:r>
              <a:rPr lang="en-US" dirty="0"/>
              <a:t>(1);</a:t>
            </a:r>
          </a:p>
          <a:p>
            <a:r>
              <a:rPr lang="en-US" dirty="0"/>
              <a:t>            </a:t>
            </a:r>
            <a:r>
              <a:rPr lang="en-US" dirty="0" err="1"/>
              <a:t>thread_frac_b</a:t>
            </a:r>
            <a:r>
              <a:rPr lang="en-US" dirty="0"/>
              <a:t> = </a:t>
            </a:r>
            <a:r>
              <a:rPr lang="en-US" dirty="0" err="1"/>
              <a:t>count_state.inv_frac_b.split</a:t>
            </a:r>
            <a:r>
              <a:rPr lang="en-US" dirty="0"/>
              <a:t>();</a:t>
            </a:r>
          </a:p>
          <a:p>
            <a:r>
              <a:rPr lang="en-US" dirty="0"/>
              <a:t>        }</a:t>
            </a:r>
          </a:p>
          <a:p>
            <a:r>
              <a:rPr lang="en-US" dirty="0"/>
              <a:t>    });</a:t>
            </a:r>
          </a:p>
          <a:p>
            <a:r>
              <a:rPr lang="en-US" dirty="0"/>
              <a:t>    Tracked(</a:t>
            </a:r>
            <a:r>
              <a:rPr lang="en-US" dirty="0" err="1"/>
              <a:t>thread_frac_b</a:t>
            </a:r>
            <a:r>
              <a:rPr lang="en-US" dirty="0"/>
              <a:t>)</a:t>
            </a:r>
          </a:p>
          <a:p>
            <a:r>
              <a:rPr lang="en-US" dirty="0"/>
              <a:t>});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2A81DC-9C70-4366-F5D1-BCF240F607FC}"/>
              </a:ext>
            </a:extLst>
          </p:cNvPr>
          <p:cNvSpPr txBox="1"/>
          <p:nvPr/>
        </p:nvSpPr>
        <p:spPr>
          <a:xfrm>
            <a:off x="8373156" y="5879384"/>
            <a:ext cx="370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open_atomic_invariant</a:t>
            </a:r>
            <a:r>
              <a:rPr lang="en-US" dirty="0"/>
              <a:t> can perform</a:t>
            </a:r>
          </a:p>
          <a:p>
            <a:r>
              <a:rPr lang="en-US" dirty="0"/>
              <a:t>1 exec operation + n proof operations</a:t>
            </a:r>
          </a:p>
        </p:txBody>
      </p:sp>
    </p:spTree>
    <p:extLst>
      <p:ext uri="{BB962C8B-B14F-4D97-AF65-F5344CB8AC3E}">
        <p14:creationId xmlns:p14="http://schemas.microsoft.com/office/powerpoint/2010/main" val="405378508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54C09-BF14-8D20-39A5-E84B012EA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25BBF-4A05-8253-B781-E810372B2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Parent thread joins thread a, thread 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C75CD77-D912-C746-3179-B3A4E6EBFABA}"/>
              </a:ext>
            </a:extLst>
          </p:cNvPr>
          <p:cNvSpPr/>
          <p:nvPr/>
        </p:nvSpPr>
        <p:spPr>
          <a:xfrm>
            <a:off x="1411379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462AF9-2B4A-2915-7856-5A321F8154D2}"/>
              </a:ext>
            </a:extLst>
          </p:cNvPr>
          <p:cNvSpPr txBox="1"/>
          <p:nvPr/>
        </p:nvSpPr>
        <p:spPr>
          <a:xfrm>
            <a:off x="937319" y="225642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B6B745-9F39-0C37-7138-CEA9DAED1924}"/>
              </a:ext>
            </a:extLst>
          </p:cNvPr>
          <p:cNvSpPr txBox="1"/>
          <p:nvPr/>
        </p:nvSpPr>
        <p:spPr>
          <a:xfrm>
            <a:off x="1783775" y="2902752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CA00784-B4C1-6078-5D6D-9B9C1989E019}"/>
              </a:ext>
            </a:extLst>
          </p:cNvPr>
          <p:cNvSpPr/>
          <p:nvPr/>
        </p:nvSpPr>
        <p:spPr>
          <a:xfrm>
            <a:off x="4540722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302032-D5DF-D215-5CE4-373EE74AD7A1}"/>
              </a:ext>
            </a:extLst>
          </p:cNvPr>
          <p:cNvSpPr txBox="1"/>
          <p:nvPr/>
        </p:nvSpPr>
        <p:spPr>
          <a:xfrm>
            <a:off x="4066662" y="225642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7C907D-28F7-113C-7E14-F58037DA1313}"/>
              </a:ext>
            </a:extLst>
          </p:cNvPr>
          <p:cNvSpPr txBox="1"/>
          <p:nvPr/>
        </p:nvSpPr>
        <p:spPr>
          <a:xfrm>
            <a:off x="5000428" y="2852670"/>
            <a:ext cx="15154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CA60FC-9CD2-D41D-FCCF-ECB07597A0C5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DF7F2B-5717-3CC7-37C1-5478E6B06E1D}"/>
              </a:ext>
            </a:extLst>
          </p:cNvPr>
          <p:cNvSpPr txBox="1"/>
          <p:nvPr/>
        </p:nvSpPr>
        <p:spPr>
          <a:xfrm>
            <a:off x="8436567" y="2859828"/>
            <a:ext cx="130843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srgbClr val="000000"/>
                </a:solidFill>
              </a:rPr>
              <a:t>view() == ?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?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9EA5AB-075D-374A-E0FC-FAA7AD710EA5}"/>
              </a:ext>
            </a:extLst>
          </p:cNvPr>
          <p:cNvSpPr/>
          <p:nvPr/>
        </p:nvSpPr>
        <p:spPr>
          <a:xfrm>
            <a:off x="2535872" y="486846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537A09-95E9-2E9E-3FDA-ECCD42921213}"/>
              </a:ext>
            </a:extLst>
          </p:cNvPr>
          <p:cNvSpPr txBox="1"/>
          <p:nvPr/>
        </p:nvSpPr>
        <p:spPr>
          <a:xfrm>
            <a:off x="2029035" y="4277246"/>
            <a:ext cx="1912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parent thread</a:t>
            </a:r>
          </a:p>
        </p:txBody>
      </p:sp>
    </p:spTree>
    <p:extLst>
      <p:ext uri="{BB962C8B-B14F-4D97-AF65-F5344CB8AC3E}">
        <p14:creationId xmlns:p14="http://schemas.microsoft.com/office/powerpoint/2010/main" val="3656489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-3.33333E-6 L -0.0155 0.2967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81" y="1483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7.40741E-7 L 0.10013 0.28542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00" y="1425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3620C-4D1A-2D4A-3A36-C9134A022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07D2E-7D60-8501-7340-82E2EC665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Parent thread joins thread a, thread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658069-C16B-C43B-F0AD-72ECBE521BFF}"/>
              </a:ext>
            </a:extLst>
          </p:cNvPr>
          <p:cNvSpPr txBox="1"/>
          <p:nvPr/>
        </p:nvSpPr>
        <p:spPr>
          <a:xfrm>
            <a:off x="3023451" y="4867573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C23A00-46FA-21B6-F6A3-7D43063A3509}"/>
              </a:ext>
            </a:extLst>
          </p:cNvPr>
          <p:cNvSpPr txBox="1"/>
          <p:nvPr/>
        </p:nvSpPr>
        <p:spPr>
          <a:xfrm>
            <a:off x="4745253" y="4891153"/>
            <a:ext cx="15154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b="1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E853A3-0B39-92BC-731A-E869D7C7A454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A37CF5-24ED-BB0E-46E6-D16BBF826F21}"/>
              </a:ext>
            </a:extLst>
          </p:cNvPr>
          <p:cNvSpPr txBox="1"/>
          <p:nvPr/>
        </p:nvSpPr>
        <p:spPr>
          <a:xfrm>
            <a:off x="8436567" y="2859828"/>
            <a:ext cx="130843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b="1" dirty="0">
                <a:solidFill>
                  <a:srgbClr val="000000"/>
                </a:solidFill>
              </a:rPr>
              <a:t>view() == 1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b="1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F7544D3-DF54-4583-222B-73FE323B7D49}"/>
              </a:ext>
            </a:extLst>
          </p:cNvPr>
          <p:cNvSpPr/>
          <p:nvPr/>
        </p:nvSpPr>
        <p:spPr>
          <a:xfrm>
            <a:off x="2535872" y="486846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24EAEA-C9A7-9153-5774-053182375062}"/>
              </a:ext>
            </a:extLst>
          </p:cNvPr>
          <p:cNvSpPr txBox="1"/>
          <p:nvPr/>
        </p:nvSpPr>
        <p:spPr>
          <a:xfrm>
            <a:off x="2029035" y="4277246"/>
            <a:ext cx="1912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parent thread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11FFA4C-C949-705A-6385-83ABE439F7B2}"/>
              </a:ext>
            </a:extLst>
          </p:cNvPr>
          <p:cNvCxnSpPr>
            <a:stCxn id="6" idx="3"/>
          </p:cNvCxnSpPr>
          <p:nvPr/>
        </p:nvCxnSpPr>
        <p:spPr>
          <a:xfrm flipV="1">
            <a:off x="4527645" y="3346704"/>
            <a:ext cx="3908922" cy="19825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1E6497A-DD95-0756-D5A8-0F6C195E6B75}"/>
              </a:ext>
            </a:extLst>
          </p:cNvPr>
          <p:cNvCxnSpPr>
            <a:stCxn id="9" idx="3"/>
          </p:cNvCxnSpPr>
          <p:nvPr/>
        </p:nvCxnSpPr>
        <p:spPr>
          <a:xfrm flipV="1">
            <a:off x="6260668" y="4517136"/>
            <a:ext cx="2175899" cy="8356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A9459D2-5CCD-BA6D-2D2D-19EF8963B78D}"/>
              </a:ext>
            </a:extLst>
          </p:cNvPr>
          <p:cNvSpPr txBox="1"/>
          <p:nvPr/>
        </p:nvSpPr>
        <p:spPr>
          <a:xfrm>
            <a:off x="6096000" y="3913632"/>
            <a:ext cx="712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agree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57F393-0FF2-342A-B179-6D1CA644EA67}"/>
              </a:ext>
            </a:extLst>
          </p:cNvPr>
          <p:cNvSpPr txBox="1"/>
          <p:nvPr/>
        </p:nvSpPr>
        <p:spPr>
          <a:xfrm>
            <a:off x="6772009" y="4521821"/>
            <a:ext cx="712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agree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50E595-4B7D-81F4-E447-E74AE89D6C76}"/>
              </a:ext>
            </a:extLst>
          </p:cNvPr>
          <p:cNvSpPr txBox="1"/>
          <p:nvPr/>
        </p:nvSpPr>
        <p:spPr>
          <a:xfrm>
            <a:off x="50810" y="1513374"/>
            <a:ext cx="7433445" cy="3693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 if let (Ok(</a:t>
            </a:r>
            <a:r>
              <a:rPr lang="en-US" dirty="0" err="1"/>
              <a:t>join_a</a:t>
            </a:r>
            <a:r>
              <a:rPr lang="en-US" dirty="0"/>
              <a:t>), Ok(</a:t>
            </a:r>
            <a:r>
              <a:rPr lang="en-US" dirty="0" err="1"/>
              <a:t>join_b</a:t>
            </a:r>
            <a:r>
              <a:rPr lang="en-US" dirty="0"/>
              <a:t>)) = (</a:t>
            </a:r>
            <a:r>
              <a:rPr lang="en-US" dirty="0" err="1"/>
              <a:t>thread_a.join</a:t>
            </a:r>
            <a:r>
              <a:rPr lang="en-US" dirty="0"/>
              <a:t>(), </a:t>
            </a:r>
            <a:r>
              <a:rPr lang="en-US" dirty="0" err="1"/>
              <a:t>thread_b.join</a:t>
            </a:r>
            <a:r>
              <a:rPr lang="en-US" dirty="0"/>
              <a:t>()) {</a:t>
            </a:r>
          </a:p>
          <a:p>
            <a:r>
              <a:rPr lang="en-US" dirty="0"/>
              <a:t>        let Tracked(</a:t>
            </a:r>
            <a:r>
              <a:rPr lang="en-US" dirty="0" err="1"/>
              <a:t>thread_frac_a</a:t>
            </a:r>
            <a:r>
              <a:rPr lang="en-US" dirty="0"/>
              <a:t>) = </a:t>
            </a:r>
            <a:r>
              <a:rPr lang="en-US" dirty="0" err="1"/>
              <a:t>join_a</a:t>
            </a:r>
            <a:r>
              <a:rPr lang="en-US" dirty="0"/>
              <a:t>;</a:t>
            </a:r>
          </a:p>
          <a:p>
            <a:r>
              <a:rPr lang="en-US" dirty="0"/>
              <a:t>        let Tracked(</a:t>
            </a:r>
            <a:r>
              <a:rPr lang="en-US" dirty="0" err="1"/>
              <a:t>thread_frac_b</a:t>
            </a:r>
            <a:r>
              <a:rPr lang="en-US" dirty="0"/>
              <a:t>) = </a:t>
            </a:r>
            <a:r>
              <a:rPr lang="en-US" dirty="0" err="1"/>
              <a:t>join_b</a:t>
            </a:r>
            <a:r>
              <a:rPr lang="en-US" dirty="0"/>
              <a:t>;</a:t>
            </a:r>
          </a:p>
          <a:p>
            <a:r>
              <a:rPr lang="en-US" dirty="0"/>
              <a:t>        let n: u32;</a:t>
            </a:r>
          </a:p>
          <a:p>
            <a:r>
              <a:rPr lang="en-US" dirty="0"/>
              <a:t>        </a:t>
            </a:r>
            <a:r>
              <a:rPr lang="en-US" dirty="0" err="1"/>
              <a:t>open_atomic_invariant</a:t>
            </a:r>
            <a:r>
              <a:rPr lang="en-US" dirty="0"/>
              <a:t>!(</a:t>
            </a:r>
            <a:r>
              <a:rPr lang="en-US" dirty="0" err="1"/>
              <a:t>shared_atomic_inv.borrow</a:t>
            </a:r>
            <a:r>
              <a:rPr lang="en-US" dirty="0"/>
              <a:t>() =&gt; </a:t>
            </a:r>
            <a:r>
              <a:rPr lang="en-US" dirty="0" err="1"/>
              <a:t>count_state</a:t>
            </a:r>
            <a:r>
              <a:rPr lang="en-US" dirty="0"/>
              <a:t> =&gt; {</a:t>
            </a:r>
          </a:p>
          <a:p>
            <a:r>
              <a:rPr lang="en-US" dirty="0"/>
              <a:t>            n = </a:t>
            </a:r>
            <a:r>
              <a:rPr lang="en-US" dirty="0" err="1"/>
              <a:t>ptr.load</a:t>
            </a:r>
            <a:r>
              <a:rPr lang="en-US" dirty="0"/>
              <a:t>(Tracked(&amp;mut count_state.atomicu32_perm));</a:t>
            </a:r>
          </a:p>
          <a:p>
            <a:r>
              <a:rPr lang="en-US" dirty="0"/>
              <a:t>            proof {</a:t>
            </a:r>
          </a:p>
          <a:p>
            <a:r>
              <a:rPr lang="en-US" dirty="0"/>
              <a:t>                </a:t>
            </a:r>
            <a:r>
              <a:rPr lang="en-US" dirty="0" err="1"/>
              <a:t>count_state.inv_frac_a.</a:t>
            </a:r>
            <a:r>
              <a:rPr lang="en-US" b="1" dirty="0" err="1"/>
              <a:t>agree</a:t>
            </a:r>
            <a:r>
              <a:rPr lang="en-US" dirty="0"/>
              <a:t>(&amp;</a:t>
            </a:r>
            <a:r>
              <a:rPr lang="en-US" dirty="0" err="1"/>
              <a:t>thread_frac_a</a:t>
            </a:r>
            <a:r>
              <a:rPr lang="en-US" dirty="0"/>
              <a:t>);</a:t>
            </a:r>
          </a:p>
          <a:p>
            <a:r>
              <a:rPr lang="en-US" dirty="0"/>
              <a:t>                </a:t>
            </a:r>
            <a:r>
              <a:rPr lang="en-US" dirty="0" err="1"/>
              <a:t>count_state.inv_frac_b.</a:t>
            </a:r>
            <a:r>
              <a:rPr lang="en-US" b="1" dirty="0" err="1"/>
              <a:t>agree</a:t>
            </a:r>
            <a:r>
              <a:rPr lang="en-US" dirty="0"/>
              <a:t>(&amp;</a:t>
            </a:r>
            <a:r>
              <a:rPr lang="en-US" dirty="0" err="1"/>
              <a:t>thread_frac_b</a:t>
            </a:r>
            <a:r>
              <a:rPr lang="en-US" dirty="0"/>
              <a:t>);</a:t>
            </a:r>
          </a:p>
          <a:p>
            <a:r>
              <a:rPr lang="en-US" dirty="0"/>
              <a:t>            }</a:t>
            </a:r>
          </a:p>
          <a:p>
            <a:r>
              <a:rPr lang="en-US" dirty="0"/>
              <a:t>        });</a:t>
            </a:r>
          </a:p>
          <a:p>
            <a:r>
              <a:rPr lang="en-US" b="1" dirty="0"/>
              <a:t>        assert(n == 2);</a:t>
            </a:r>
          </a:p>
          <a:p>
            <a:r>
              <a:rPr lang="en-US" dirty="0"/>
              <a:t>    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33CE08-35DE-F199-20BE-BEB348E4D47A}"/>
              </a:ext>
            </a:extLst>
          </p:cNvPr>
          <p:cNvSpPr txBox="1"/>
          <p:nvPr/>
        </p:nvSpPr>
        <p:spPr>
          <a:xfrm>
            <a:off x="7128132" y="5313060"/>
            <a:ext cx="3897670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// Invariant tells us 1 + 1 == 2:</a:t>
            </a:r>
          </a:p>
          <a:p>
            <a:r>
              <a:rPr lang="en-US" dirty="0"/>
              <a:t>let ghost </a:t>
            </a:r>
            <a:r>
              <a:rPr lang="en-US" dirty="0" err="1"/>
              <a:t>inv_fn</a:t>
            </a:r>
            <a:r>
              <a:rPr lang="en-US" dirty="0"/>
              <a:t> = |cs: </a:t>
            </a:r>
            <a:r>
              <a:rPr lang="en-US" dirty="0" err="1"/>
              <a:t>CountState</a:t>
            </a:r>
            <a:r>
              <a:rPr lang="en-US" dirty="0"/>
              <a:t>| { …</a:t>
            </a:r>
          </a:p>
          <a:p>
            <a:r>
              <a:rPr lang="en-US" dirty="0"/>
              <a:t>    cs.atomicu32_perm.value() ==</a:t>
            </a:r>
          </a:p>
          <a:p>
            <a:r>
              <a:rPr lang="en-US" dirty="0"/>
              <a:t>        </a:t>
            </a:r>
            <a:r>
              <a:rPr lang="en-US" dirty="0" err="1"/>
              <a:t>cs.inv_frac_a</a:t>
            </a:r>
            <a:r>
              <a:rPr lang="en-US" dirty="0"/>
              <a:t>@ + </a:t>
            </a:r>
            <a:r>
              <a:rPr lang="en-US" dirty="0" err="1"/>
              <a:t>cs.inv_frac_b</a:t>
            </a:r>
            <a:r>
              <a:rPr lang="en-US" dirty="0"/>
              <a:t>@</a:t>
            </a:r>
          </a:p>
          <a:p>
            <a:r>
              <a:rPr lang="en-US" dirty="0"/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967681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CB095-CE5F-66E5-7262-D3920290B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E076-0B3C-D192-5714-F65508895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75D1D3-C11B-EA45-D7FA-5F1FFEC359BE}"/>
              </a:ext>
            </a:extLst>
          </p:cNvPr>
          <p:cNvSpPr/>
          <p:nvPr/>
        </p:nvSpPr>
        <p:spPr>
          <a:xfrm>
            <a:off x="8925169" y="679938"/>
            <a:ext cx="1992923" cy="13833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634B92-E55F-C70A-942C-8599C6AE955A}"/>
              </a:ext>
            </a:extLst>
          </p:cNvPr>
          <p:cNvSpPr txBox="1"/>
          <p:nvPr/>
        </p:nvSpPr>
        <p:spPr>
          <a:xfrm>
            <a:off x="8815754" y="218273"/>
            <a:ext cx="14490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7AC0FE-AC35-7FE1-BE2A-1C739E7A3D7F}"/>
              </a:ext>
            </a:extLst>
          </p:cNvPr>
          <p:cNvSpPr txBox="1"/>
          <p:nvPr/>
        </p:nvSpPr>
        <p:spPr>
          <a:xfrm>
            <a:off x="9025128" y="2529202"/>
            <a:ext cx="25762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invariant:</a:t>
            </a:r>
          </a:p>
          <a:p>
            <a:r>
              <a:rPr lang="en-US" dirty="0"/>
              <a:t>    counter = </a:t>
            </a:r>
            <a:r>
              <a:rPr lang="en-US" dirty="0" err="1"/>
              <a:t>inc_a</a:t>
            </a:r>
            <a:r>
              <a:rPr lang="en-US" dirty="0"/>
              <a:t> + </a:t>
            </a:r>
            <a:r>
              <a:rPr lang="en-US" dirty="0" err="1"/>
              <a:t>inc_b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727E2F-98AA-9037-C588-AFC6C9F162DB}"/>
              </a:ext>
            </a:extLst>
          </p:cNvPr>
          <p:cNvSpPr txBox="1"/>
          <p:nvPr/>
        </p:nvSpPr>
        <p:spPr>
          <a:xfrm>
            <a:off x="612648" y="2529202"/>
            <a:ext cx="9798388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Globally, we have a protocol (a state machine) with an invariant</a:t>
            </a:r>
          </a:p>
          <a:p>
            <a:r>
              <a:rPr lang="en-US" sz="2400" dirty="0"/>
              <a:t>Locally: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thread_a</a:t>
            </a:r>
            <a:r>
              <a:rPr lang="en-US" sz="2400" dirty="0"/>
              <a:t> is in charge of </a:t>
            </a:r>
            <a:r>
              <a:rPr lang="en-US" sz="2400" dirty="0" err="1"/>
              <a:t>inc_a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thread_b</a:t>
            </a:r>
            <a:r>
              <a:rPr lang="en-US" sz="2400" dirty="0"/>
              <a:t> is in charge of </a:t>
            </a:r>
            <a:r>
              <a:rPr lang="en-US" sz="2400" dirty="0" err="1"/>
              <a:t>inc_b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Verus supports two different approaches to express global/local cooperation: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Individual separation-logic-style permissions (a la Iris)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A dedicated macro-based state machine language</a:t>
            </a:r>
          </a:p>
        </p:txBody>
      </p:sp>
    </p:spTree>
    <p:extLst>
      <p:ext uri="{BB962C8B-B14F-4D97-AF65-F5344CB8AC3E}">
        <p14:creationId xmlns:p14="http://schemas.microsoft.com/office/powerpoint/2010/main" val="336018275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8B90C-01E3-0116-414B-AB21C05BF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D37D53-4CD6-D362-66B3-AAE86E633757}"/>
              </a:ext>
            </a:extLst>
          </p:cNvPr>
          <p:cNvSpPr/>
          <p:nvPr/>
        </p:nvSpPr>
        <p:spPr>
          <a:xfrm>
            <a:off x="8925169" y="679938"/>
            <a:ext cx="1992923" cy="13833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B832C0-C5B4-019D-DB06-A951DCAD5C4C}"/>
              </a:ext>
            </a:extLst>
          </p:cNvPr>
          <p:cNvSpPr txBox="1"/>
          <p:nvPr/>
        </p:nvSpPr>
        <p:spPr>
          <a:xfrm>
            <a:off x="8815754" y="218273"/>
            <a:ext cx="14490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EEE8C0-2810-6470-53EB-17F3EE162B7C}"/>
              </a:ext>
            </a:extLst>
          </p:cNvPr>
          <p:cNvSpPr txBox="1"/>
          <p:nvPr/>
        </p:nvSpPr>
        <p:spPr>
          <a:xfrm>
            <a:off x="9025128" y="2529202"/>
            <a:ext cx="25762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invariant:</a:t>
            </a:r>
          </a:p>
          <a:p>
            <a:r>
              <a:rPr lang="en-US" dirty="0"/>
              <a:t>    counter = </a:t>
            </a:r>
            <a:r>
              <a:rPr lang="en-US" dirty="0" err="1"/>
              <a:t>inc_a</a:t>
            </a:r>
            <a:r>
              <a:rPr lang="en-US" dirty="0"/>
              <a:t> + </a:t>
            </a:r>
            <a:r>
              <a:rPr lang="en-US" dirty="0" err="1"/>
              <a:t>inc_b</a:t>
            </a:r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10CDD5-BF71-75B6-A0A2-037D9D5DD1E6}"/>
              </a:ext>
            </a:extLst>
          </p:cNvPr>
          <p:cNvSpPr/>
          <p:nvPr/>
        </p:nvSpPr>
        <p:spPr>
          <a:xfrm>
            <a:off x="2704227" y="1778337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A85272-2E7E-22A9-8C8D-2C5A9F232139}"/>
              </a:ext>
            </a:extLst>
          </p:cNvPr>
          <p:cNvSpPr txBox="1"/>
          <p:nvPr/>
        </p:nvSpPr>
        <p:spPr>
          <a:xfrm>
            <a:off x="3091643" y="1322141"/>
            <a:ext cx="12180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initialize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F0DE3F-89FF-F585-9473-6A146CB4DD63}"/>
              </a:ext>
            </a:extLst>
          </p:cNvPr>
          <p:cNvSpPr/>
          <p:nvPr/>
        </p:nvSpPr>
        <p:spPr>
          <a:xfrm>
            <a:off x="5046079" y="3369797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B64F5BB-C767-FBF6-5B9B-1FC26BF1A025}"/>
              </a:ext>
            </a:extLst>
          </p:cNvPr>
          <p:cNvSpPr/>
          <p:nvPr/>
        </p:nvSpPr>
        <p:spPr>
          <a:xfrm>
            <a:off x="383057" y="3369797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B229F49-ED02-7CEE-7452-7C69793AD0CA}"/>
              </a:ext>
            </a:extLst>
          </p:cNvPr>
          <p:cNvSpPr/>
          <p:nvPr/>
        </p:nvSpPr>
        <p:spPr>
          <a:xfrm>
            <a:off x="2704226" y="4977106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9024F3-9CA8-44FE-327E-7215A7E0F976}"/>
              </a:ext>
            </a:extLst>
          </p:cNvPr>
          <p:cNvSpPr txBox="1"/>
          <p:nvPr/>
        </p:nvSpPr>
        <p:spPr>
          <a:xfrm>
            <a:off x="2974413" y="6341039"/>
            <a:ext cx="10690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finalize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47599C3-E96B-48AB-2644-603826660216}"/>
              </a:ext>
            </a:extLst>
          </p:cNvPr>
          <p:cNvCxnSpPr>
            <a:cxnSpLocks/>
            <a:stCxn id="16" idx="3"/>
            <a:endCxn id="18" idx="0"/>
          </p:cNvCxnSpPr>
          <p:nvPr/>
        </p:nvCxnSpPr>
        <p:spPr>
          <a:xfrm>
            <a:off x="4697150" y="2469999"/>
            <a:ext cx="1345391" cy="899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FB6EEE9-849F-915D-94D7-26B9D6207BA4}"/>
              </a:ext>
            </a:extLst>
          </p:cNvPr>
          <p:cNvCxnSpPr>
            <a:cxnSpLocks/>
            <a:stCxn id="18" idx="2"/>
            <a:endCxn id="20" idx="3"/>
          </p:cNvCxnSpPr>
          <p:nvPr/>
        </p:nvCxnSpPr>
        <p:spPr>
          <a:xfrm flipH="1">
            <a:off x="4697149" y="4753120"/>
            <a:ext cx="1345392" cy="915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932398E-C968-A073-B809-80B814B8989E}"/>
              </a:ext>
            </a:extLst>
          </p:cNvPr>
          <p:cNvCxnSpPr>
            <a:cxnSpLocks/>
            <a:stCxn id="16" idx="1"/>
            <a:endCxn id="19" idx="0"/>
          </p:cNvCxnSpPr>
          <p:nvPr/>
        </p:nvCxnSpPr>
        <p:spPr>
          <a:xfrm flipH="1">
            <a:off x="1379519" y="2469999"/>
            <a:ext cx="1324708" cy="899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86E3636-29F6-3CC8-F3C7-DA9A102414D5}"/>
              </a:ext>
            </a:extLst>
          </p:cNvPr>
          <p:cNvCxnSpPr>
            <a:cxnSpLocks/>
            <a:stCxn id="19" idx="2"/>
            <a:endCxn id="20" idx="1"/>
          </p:cNvCxnSpPr>
          <p:nvPr/>
        </p:nvCxnSpPr>
        <p:spPr>
          <a:xfrm>
            <a:off x="1379519" y="4753120"/>
            <a:ext cx="1324707" cy="915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D7E30DB-7C01-061C-2107-3F8E8F3C2728}"/>
              </a:ext>
            </a:extLst>
          </p:cNvPr>
          <p:cNvSpPr txBox="1"/>
          <p:nvPr/>
        </p:nvSpPr>
        <p:spPr>
          <a:xfrm>
            <a:off x="823783" y="2323147"/>
            <a:ext cx="1212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ECA299C-E50C-551D-A885-E6947574DE6D}"/>
              </a:ext>
            </a:extLst>
          </p:cNvPr>
          <p:cNvSpPr txBox="1"/>
          <p:nvPr/>
        </p:nvSpPr>
        <p:spPr>
          <a:xfrm>
            <a:off x="5368868" y="2323146"/>
            <a:ext cx="12266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5E0D2F-B659-1AA8-5376-7D13BD2CBFF8}"/>
              </a:ext>
            </a:extLst>
          </p:cNvPr>
          <p:cNvSpPr txBox="1"/>
          <p:nvPr/>
        </p:nvSpPr>
        <p:spPr>
          <a:xfrm>
            <a:off x="898872" y="5316861"/>
            <a:ext cx="12266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AE981A6-B7D1-D9D5-C212-63EA557D5253}"/>
              </a:ext>
            </a:extLst>
          </p:cNvPr>
          <p:cNvSpPr txBox="1"/>
          <p:nvPr/>
        </p:nvSpPr>
        <p:spPr>
          <a:xfrm>
            <a:off x="5436446" y="5316861"/>
            <a:ext cx="1212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5650076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2F1CA-8E88-B3FE-646F-AC171C69C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5C665-E5EB-FBCD-D5A1-0EF622904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559D17-441E-20B5-4DDB-5438D9B33194}"/>
              </a:ext>
            </a:extLst>
          </p:cNvPr>
          <p:cNvSpPr txBox="1"/>
          <p:nvPr/>
        </p:nvSpPr>
        <p:spPr>
          <a:xfrm>
            <a:off x="7267204" y="1322141"/>
            <a:ext cx="4778744" cy="535531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// Slightly simplified to fit on slide</a:t>
            </a:r>
          </a:p>
          <a:p>
            <a:r>
              <a:rPr lang="en-US" dirty="0" err="1"/>
              <a:t>tokenized_state_machine</a:t>
            </a:r>
            <a:r>
              <a:rPr lang="en-US" dirty="0"/>
              <a:t>!( Counter {</a:t>
            </a:r>
          </a:p>
          <a:p>
            <a:r>
              <a:rPr lang="en-US" dirty="0"/>
              <a:t>    fields {</a:t>
            </a:r>
          </a:p>
          <a:p>
            <a:r>
              <a:rPr lang="en-US" dirty="0"/>
              <a:t>        counter: int, </a:t>
            </a:r>
            <a:r>
              <a:rPr lang="en-US" dirty="0" err="1"/>
              <a:t>inc_a</a:t>
            </a:r>
            <a:r>
              <a:rPr lang="en-US" dirty="0"/>
              <a:t>: int, </a:t>
            </a:r>
            <a:r>
              <a:rPr lang="en-US" dirty="0" err="1"/>
              <a:t>inc_b</a:t>
            </a:r>
            <a:r>
              <a:rPr lang="en-US" dirty="0"/>
              <a:t>: int,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#[invariant] </a:t>
            </a:r>
            <a:r>
              <a:rPr lang="en-US" dirty="0" err="1"/>
              <a:t>fn</a:t>
            </a:r>
            <a:r>
              <a:rPr lang="en-US" dirty="0"/>
              <a:t> inv(&amp;self) -&gt; bool {</a:t>
            </a:r>
          </a:p>
          <a:p>
            <a:r>
              <a:rPr lang="en-US" dirty="0"/>
              <a:t>        &amp;&amp;&amp; 0 &lt;= </a:t>
            </a:r>
            <a:r>
              <a:rPr lang="en-US" dirty="0" err="1"/>
              <a:t>self.inc_a</a:t>
            </a:r>
            <a:r>
              <a:rPr lang="en-US" dirty="0"/>
              <a:t> &lt; 2</a:t>
            </a:r>
          </a:p>
          <a:p>
            <a:r>
              <a:rPr lang="en-US" dirty="0"/>
              <a:t>        &amp;&amp;&amp; 0 &lt;= </a:t>
            </a:r>
            <a:r>
              <a:rPr lang="en-US" dirty="0" err="1"/>
              <a:t>self.inc_b</a:t>
            </a:r>
            <a:r>
              <a:rPr lang="en-US" dirty="0"/>
              <a:t> &lt; 2</a:t>
            </a:r>
          </a:p>
          <a:p>
            <a:r>
              <a:rPr lang="en-US" dirty="0"/>
              <a:t>        &amp;&amp;&amp; </a:t>
            </a:r>
            <a:r>
              <a:rPr lang="en-US" dirty="0" err="1"/>
              <a:t>self.counter</a:t>
            </a:r>
            <a:r>
              <a:rPr lang="en-US" dirty="0"/>
              <a:t> == </a:t>
            </a:r>
            <a:r>
              <a:rPr lang="en-US" dirty="0" err="1"/>
              <a:t>self.inc_a</a:t>
            </a:r>
            <a:r>
              <a:rPr lang="en-US" dirty="0"/>
              <a:t> + </a:t>
            </a:r>
            <a:r>
              <a:rPr lang="en-US" dirty="0" err="1"/>
              <a:t>self.inc_b</a:t>
            </a:r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    </a:t>
            </a:r>
            <a:r>
              <a:rPr lang="en-US" dirty="0" err="1"/>
              <a:t>init</a:t>
            </a:r>
            <a:r>
              <a:rPr lang="en-US" dirty="0"/>
              <a:t>!{ initialize() {</a:t>
            </a:r>
          </a:p>
          <a:p>
            <a:r>
              <a:rPr lang="en-US" dirty="0"/>
              <a:t>        </a:t>
            </a:r>
            <a:r>
              <a:rPr lang="en-US" dirty="0" err="1"/>
              <a:t>init</a:t>
            </a:r>
            <a:r>
              <a:rPr lang="en-US" dirty="0"/>
              <a:t> counter = 0; </a:t>
            </a:r>
            <a:r>
              <a:rPr lang="en-US" dirty="0" err="1"/>
              <a:t>init</a:t>
            </a:r>
            <a:r>
              <a:rPr lang="en-US" dirty="0"/>
              <a:t> </a:t>
            </a:r>
            <a:r>
              <a:rPr lang="en-US" dirty="0" err="1"/>
              <a:t>inc_a</a:t>
            </a:r>
            <a:r>
              <a:rPr lang="en-US" dirty="0"/>
              <a:t> = 0; </a:t>
            </a:r>
            <a:r>
              <a:rPr lang="en-US" dirty="0" err="1"/>
              <a:t>init</a:t>
            </a:r>
            <a:r>
              <a:rPr lang="en-US" dirty="0"/>
              <a:t> </a:t>
            </a:r>
            <a:r>
              <a:rPr lang="en-US" dirty="0" err="1"/>
              <a:t>inc_b</a:t>
            </a:r>
            <a:r>
              <a:rPr lang="en-US" dirty="0"/>
              <a:t> = 0;</a:t>
            </a:r>
          </a:p>
          <a:p>
            <a:r>
              <a:rPr lang="en-US" dirty="0"/>
              <a:t>    }}</a:t>
            </a:r>
          </a:p>
          <a:p>
            <a:r>
              <a:rPr lang="en-US" dirty="0"/>
              <a:t>    transition!{ </a:t>
            </a:r>
            <a:r>
              <a:rPr lang="en-US" dirty="0" err="1"/>
              <a:t>tr_inc_a</a:t>
            </a:r>
            <a:r>
              <a:rPr lang="en-US" dirty="0"/>
              <a:t>() {</a:t>
            </a:r>
          </a:p>
          <a:p>
            <a:r>
              <a:rPr lang="en-US" dirty="0"/>
              <a:t>        require(</a:t>
            </a:r>
            <a:r>
              <a:rPr lang="en-US" dirty="0" err="1"/>
              <a:t>pre.inc_a</a:t>
            </a:r>
            <a:r>
              <a:rPr lang="en-US" dirty="0"/>
              <a:t> == 0);</a:t>
            </a:r>
          </a:p>
          <a:p>
            <a:r>
              <a:rPr lang="en-US" dirty="0"/>
              <a:t>        update counter = </a:t>
            </a:r>
            <a:r>
              <a:rPr lang="en-US" dirty="0" err="1"/>
              <a:t>pre.counter</a:t>
            </a:r>
            <a:r>
              <a:rPr lang="en-US" dirty="0"/>
              <a:t> + 1;</a:t>
            </a:r>
          </a:p>
          <a:p>
            <a:r>
              <a:rPr lang="en-US" dirty="0"/>
              <a:t>        update </a:t>
            </a:r>
            <a:r>
              <a:rPr lang="en-US" dirty="0" err="1"/>
              <a:t>inc_a</a:t>
            </a:r>
            <a:r>
              <a:rPr lang="en-US" dirty="0"/>
              <a:t> = 1;</a:t>
            </a:r>
          </a:p>
          <a:p>
            <a:r>
              <a:rPr lang="en-US" dirty="0"/>
              <a:t>    }}</a:t>
            </a:r>
          </a:p>
          <a:p>
            <a:r>
              <a:rPr lang="en-US" dirty="0"/>
              <a:t>…}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5FE5D28-EB20-DBD7-AAC2-34C4D85142D4}"/>
              </a:ext>
            </a:extLst>
          </p:cNvPr>
          <p:cNvSpPr/>
          <p:nvPr/>
        </p:nvSpPr>
        <p:spPr>
          <a:xfrm>
            <a:off x="2704227" y="1778337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F75D85-2F5B-6847-EE0A-3F22A3C6E271}"/>
              </a:ext>
            </a:extLst>
          </p:cNvPr>
          <p:cNvSpPr txBox="1"/>
          <p:nvPr/>
        </p:nvSpPr>
        <p:spPr>
          <a:xfrm>
            <a:off x="3091643" y="1322141"/>
            <a:ext cx="12180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initialize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6ADD30B-C6F7-8C28-1D8C-FEC2AD1E2200}"/>
              </a:ext>
            </a:extLst>
          </p:cNvPr>
          <p:cNvSpPr/>
          <p:nvPr/>
        </p:nvSpPr>
        <p:spPr>
          <a:xfrm>
            <a:off x="5046079" y="3369797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FA7772B-47D5-CA85-A718-C0C0E0F77B35}"/>
              </a:ext>
            </a:extLst>
          </p:cNvPr>
          <p:cNvSpPr/>
          <p:nvPr/>
        </p:nvSpPr>
        <p:spPr>
          <a:xfrm>
            <a:off x="383057" y="3369797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FD5FBEF-B4D5-ED06-3730-306DD459E9FB}"/>
              </a:ext>
            </a:extLst>
          </p:cNvPr>
          <p:cNvSpPr/>
          <p:nvPr/>
        </p:nvSpPr>
        <p:spPr>
          <a:xfrm>
            <a:off x="2704226" y="4977106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8D2C583-3890-B2B0-9A6E-4561F56CC13A}"/>
              </a:ext>
            </a:extLst>
          </p:cNvPr>
          <p:cNvSpPr txBox="1"/>
          <p:nvPr/>
        </p:nvSpPr>
        <p:spPr>
          <a:xfrm>
            <a:off x="2974413" y="6341039"/>
            <a:ext cx="10690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finalize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6CCF8F5-6242-8B01-FE15-2BE6C1117AA0}"/>
              </a:ext>
            </a:extLst>
          </p:cNvPr>
          <p:cNvCxnSpPr>
            <a:cxnSpLocks/>
            <a:stCxn id="11" idx="3"/>
            <a:endCxn id="18" idx="0"/>
          </p:cNvCxnSpPr>
          <p:nvPr/>
        </p:nvCxnSpPr>
        <p:spPr>
          <a:xfrm>
            <a:off x="4697150" y="2469999"/>
            <a:ext cx="1345391" cy="899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D64960C-C68C-C53C-5A5F-D32027860234}"/>
              </a:ext>
            </a:extLst>
          </p:cNvPr>
          <p:cNvCxnSpPr>
            <a:cxnSpLocks/>
            <a:stCxn id="18" idx="2"/>
            <a:endCxn id="20" idx="3"/>
          </p:cNvCxnSpPr>
          <p:nvPr/>
        </p:nvCxnSpPr>
        <p:spPr>
          <a:xfrm flipH="1">
            <a:off x="4697149" y="4753120"/>
            <a:ext cx="1345392" cy="915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E378C41-26D3-2E06-8DAC-482EDB02CF29}"/>
              </a:ext>
            </a:extLst>
          </p:cNvPr>
          <p:cNvCxnSpPr>
            <a:cxnSpLocks/>
            <a:stCxn id="11" idx="1"/>
            <a:endCxn id="19" idx="0"/>
          </p:cNvCxnSpPr>
          <p:nvPr/>
        </p:nvCxnSpPr>
        <p:spPr>
          <a:xfrm flipH="1">
            <a:off x="1379519" y="2469999"/>
            <a:ext cx="1324708" cy="899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6F471BE-EFCE-7960-C08A-87EF6EFA6AB0}"/>
              </a:ext>
            </a:extLst>
          </p:cNvPr>
          <p:cNvCxnSpPr>
            <a:cxnSpLocks/>
            <a:stCxn id="19" idx="2"/>
            <a:endCxn id="20" idx="1"/>
          </p:cNvCxnSpPr>
          <p:nvPr/>
        </p:nvCxnSpPr>
        <p:spPr>
          <a:xfrm>
            <a:off x="1379519" y="4753120"/>
            <a:ext cx="1324707" cy="915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A3B29AF-6D47-0C38-6269-4DDEC7F34EBA}"/>
              </a:ext>
            </a:extLst>
          </p:cNvPr>
          <p:cNvSpPr txBox="1"/>
          <p:nvPr/>
        </p:nvSpPr>
        <p:spPr>
          <a:xfrm>
            <a:off x="823783" y="2323147"/>
            <a:ext cx="1212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1D7CC85-3608-6719-27A0-98F3786CE006}"/>
              </a:ext>
            </a:extLst>
          </p:cNvPr>
          <p:cNvSpPr txBox="1"/>
          <p:nvPr/>
        </p:nvSpPr>
        <p:spPr>
          <a:xfrm>
            <a:off x="5368868" y="2323146"/>
            <a:ext cx="12266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4B95883-697E-E99A-150A-9CC7D19983D7}"/>
              </a:ext>
            </a:extLst>
          </p:cNvPr>
          <p:cNvSpPr txBox="1"/>
          <p:nvPr/>
        </p:nvSpPr>
        <p:spPr>
          <a:xfrm>
            <a:off x="898872" y="5316861"/>
            <a:ext cx="12266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90CF513-20D4-8C53-7E8C-FBB70479EA8C}"/>
              </a:ext>
            </a:extLst>
          </p:cNvPr>
          <p:cNvSpPr txBox="1"/>
          <p:nvPr/>
        </p:nvSpPr>
        <p:spPr>
          <a:xfrm>
            <a:off x="5436446" y="5316861"/>
            <a:ext cx="1212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5293166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2F1CA-8E88-B3FE-646F-AC171C69C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5C665-E5EB-FBCD-D5A1-0EF622904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559D17-441E-20B5-4DDB-5438D9B33194}"/>
              </a:ext>
            </a:extLst>
          </p:cNvPr>
          <p:cNvSpPr txBox="1"/>
          <p:nvPr/>
        </p:nvSpPr>
        <p:spPr>
          <a:xfrm>
            <a:off x="7267204" y="1322141"/>
            <a:ext cx="4778744" cy="535531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// Slightly simplified to fit on slide</a:t>
            </a:r>
          </a:p>
          <a:p>
            <a:r>
              <a:rPr lang="en-US" dirty="0" err="1"/>
              <a:t>tokenized_state_machine</a:t>
            </a:r>
            <a:r>
              <a:rPr lang="en-US" dirty="0"/>
              <a:t>!( </a:t>
            </a:r>
            <a:r>
              <a:rPr lang="en-US" b="1" dirty="0"/>
              <a:t>Counter</a:t>
            </a:r>
            <a:r>
              <a:rPr lang="en-US" dirty="0"/>
              <a:t> {</a:t>
            </a:r>
          </a:p>
          <a:p>
            <a:r>
              <a:rPr lang="en-US" dirty="0"/>
              <a:t>    fields {</a:t>
            </a:r>
          </a:p>
          <a:p>
            <a:r>
              <a:rPr lang="en-US" dirty="0"/>
              <a:t>        counter: int, </a:t>
            </a:r>
            <a:r>
              <a:rPr lang="en-US" dirty="0" err="1"/>
              <a:t>inc_a</a:t>
            </a:r>
            <a:r>
              <a:rPr lang="en-US" dirty="0"/>
              <a:t>: int, </a:t>
            </a:r>
            <a:r>
              <a:rPr lang="en-US" dirty="0" err="1"/>
              <a:t>inc_b</a:t>
            </a:r>
            <a:r>
              <a:rPr lang="en-US" dirty="0"/>
              <a:t>: int,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#[invariant] </a:t>
            </a:r>
            <a:r>
              <a:rPr lang="en-US" dirty="0" err="1"/>
              <a:t>fn</a:t>
            </a:r>
            <a:r>
              <a:rPr lang="en-US" dirty="0"/>
              <a:t> inv(&amp;self) -&gt; bool {</a:t>
            </a:r>
          </a:p>
          <a:p>
            <a:r>
              <a:rPr lang="en-US" dirty="0"/>
              <a:t>        &amp;&amp;&amp; 0 &lt;= </a:t>
            </a:r>
            <a:r>
              <a:rPr lang="en-US" dirty="0" err="1"/>
              <a:t>self.inc_a</a:t>
            </a:r>
            <a:r>
              <a:rPr lang="en-US" dirty="0"/>
              <a:t> &lt; 2</a:t>
            </a:r>
          </a:p>
          <a:p>
            <a:r>
              <a:rPr lang="en-US" dirty="0"/>
              <a:t>        &amp;&amp;&amp; 0 &lt;= </a:t>
            </a:r>
            <a:r>
              <a:rPr lang="en-US" dirty="0" err="1"/>
              <a:t>self.inc_b</a:t>
            </a:r>
            <a:r>
              <a:rPr lang="en-US" dirty="0"/>
              <a:t> &lt; 2</a:t>
            </a:r>
          </a:p>
          <a:p>
            <a:r>
              <a:rPr lang="en-US" dirty="0"/>
              <a:t>        &amp;&amp;&amp; </a:t>
            </a:r>
            <a:r>
              <a:rPr lang="en-US" dirty="0" err="1"/>
              <a:t>self.counter</a:t>
            </a:r>
            <a:r>
              <a:rPr lang="en-US" dirty="0"/>
              <a:t> == </a:t>
            </a:r>
            <a:r>
              <a:rPr lang="en-US" dirty="0" err="1"/>
              <a:t>self.inc_a</a:t>
            </a:r>
            <a:r>
              <a:rPr lang="en-US" dirty="0"/>
              <a:t> + </a:t>
            </a:r>
            <a:r>
              <a:rPr lang="en-US" dirty="0" err="1"/>
              <a:t>self.inc_b</a:t>
            </a:r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    </a:t>
            </a:r>
            <a:r>
              <a:rPr lang="en-US" dirty="0" err="1"/>
              <a:t>init</a:t>
            </a:r>
            <a:r>
              <a:rPr lang="en-US" dirty="0"/>
              <a:t>!{ initialize() {</a:t>
            </a:r>
          </a:p>
          <a:p>
            <a:r>
              <a:rPr lang="en-US" dirty="0"/>
              <a:t>        </a:t>
            </a:r>
            <a:r>
              <a:rPr lang="en-US" dirty="0" err="1"/>
              <a:t>init</a:t>
            </a:r>
            <a:r>
              <a:rPr lang="en-US" dirty="0"/>
              <a:t> counter = 0; </a:t>
            </a:r>
            <a:r>
              <a:rPr lang="en-US" dirty="0" err="1"/>
              <a:t>init</a:t>
            </a:r>
            <a:r>
              <a:rPr lang="en-US" dirty="0"/>
              <a:t> </a:t>
            </a:r>
            <a:r>
              <a:rPr lang="en-US" dirty="0" err="1"/>
              <a:t>inc_a</a:t>
            </a:r>
            <a:r>
              <a:rPr lang="en-US" dirty="0"/>
              <a:t> = 0; </a:t>
            </a:r>
            <a:r>
              <a:rPr lang="en-US" dirty="0" err="1"/>
              <a:t>init</a:t>
            </a:r>
            <a:r>
              <a:rPr lang="en-US" dirty="0"/>
              <a:t> </a:t>
            </a:r>
            <a:r>
              <a:rPr lang="en-US" dirty="0" err="1"/>
              <a:t>inc_b</a:t>
            </a:r>
            <a:r>
              <a:rPr lang="en-US" dirty="0"/>
              <a:t> = 0;</a:t>
            </a:r>
          </a:p>
          <a:p>
            <a:r>
              <a:rPr lang="en-US" dirty="0"/>
              <a:t>    }}</a:t>
            </a:r>
          </a:p>
          <a:p>
            <a:r>
              <a:rPr lang="en-US" dirty="0"/>
              <a:t>    transition!{ </a:t>
            </a:r>
            <a:r>
              <a:rPr lang="en-US" dirty="0" err="1"/>
              <a:t>tr_inc_a</a:t>
            </a:r>
            <a:r>
              <a:rPr lang="en-US" dirty="0"/>
              <a:t>() {</a:t>
            </a:r>
          </a:p>
          <a:p>
            <a:r>
              <a:rPr lang="en-US" dirty="0"/>
              <a:t>        require(</a:t>
            </a:r>
            <a:r>
              <a:rPr lang="en-US" dirty="0" err="1"/>
              <a:t>pre.inc_a</a:t>
            </a:r>
            <a:r>
              <a:rPr lang="en-US" dirty="0"/>
              <a:t> == 0);</a:t>
            </a:r>
          </a:p>
          <a:p>
            <a:r>
              <a:rPr lang="en-US" dirty="0"/>
              <a:t>        update counter = </a:t>
            </a:r>
            <a:r>
              <a:rPr lang="en-US" dirty="0" err="1"/>
              <a:t>pre.counter</a:t>
            </a:r>
            <a:r>
              <a:rPr lang="en-US" dirty="0"/>
              <a:t> + 1;</a:t>
            </a:r>
          </a:p>
          <a:p>
            <a:r>
              <a:rPr lang="en-US" dirty="0"/>
              <a:t>        update </a:t>
            </a:r>
            <a:r>
              <a:rPr lang="en-US" dirty="0" err="1"/>
              <a:t>inc_a</a:t>
            </a:r>
            <a:r>
              <a:rPr lang="en-US" dirty="0"/>
              <a:t> = 1;</a:t>
            </a:r>
          </a:p>
          <a:p>
            <a:r>
              <a:rPr lang="en-US" dirty="0"/>
              <a:t>    }}</a:t>
            </a:r>
          </a:p>
          <a:p>
            <a:r>
              <a:rPr lang="en-US" dirty="0"/>
              <a:t>…}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7A0BE5-05FF-6EE0-062F-D8F2F2795FBE}"/>
              </a:ext>
            </a:extLst>
          </p:cNvPr>
          <p:cNvSpPr txBox="1"/>
          <p:nvPr/>
        </p:nvSpPr>
        <p:spPr>
          <a:xfrm>
            <a:off x="2578608" y="2430136"/>
            <a:ext cx="3827715" cy="42473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  <a:p>
            <a:r>
              <a:rPr lang="en-US" dirty="0"/>
              <a:t>let tracked (</a:t>
            </a:r>
          </a:p>
          <a:p>
            <a:r>
              <a:rPr lang="en-US" dirty="0"/>
              <a:t>        Tracked(instance),</a:t>
            </a:r>
          </a:p>
          <a:p>
            <a:r>
              <a:rPr lang="en-US" dirty="0"/>
              <a:t>        Tracked(counter),</a:t>
            </a:r>
          </a:p>
          <a:p>
            <a:r>
              <a:rPr lang="en-US" dirty="0"/>
              <a:t>        Tracked(</a:t>
            </a:r>
            <a:r>
              <a:rPr lang="en-US" dirty="0" err="1"/>
              <a:t>inc_a</a:t>
            </a:r>
            <a:r>
              <a:rPr lang="en-US" dirty="0"/>
              <a:t>),</a:t>
            </a:r>
          </a:p>
          <a:p>
            <a:r>
              <a:rPr lang="en-US" dirty="0"/>
              <a:t>        Tracked(</a:t>
            </a:r>
            <a:r>
              <a:rPr lang="en-US" dirty="0" err="1"/>
              <a:t>inc_b</a:t>
            </a:r>
            <a:r>
              <a:rPr lang="en-US" dirty="0"/>
              <a:t>),</a:t>
            </a:r>
          </a:p>
          <a:p>
            <a:r>
              <a:rPr lang="en-US" dirty="0"/>
              <a:t>    ) = </a:t>
            </a:r>
            <a:r>
              <a:rPr lang="en-US" b="1" dirty="0"/>
              <a:t>Counter</a:t>
            </a:r>
            <a:r>
              <a:rPr lang="en-US" dirty="0"/>
              <a:t>::Instance::initialize();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let </a:t>
            </a:r>
            <a:r>
              <a:rPr lang="en-US" dirty="0" err="1"/>
              <a:t>thread_a</a:t>
            </a:r>
            <a:r>
              <a:rPr lang="en-US" dirty="0"/>
              <a:t> = </a:t>
            </a:r>
            <a:r>
              <a:rPr lang="en-US" dirty="0" err="1"/>
              <a:t>vstd</a:t>
            </a:r>
            <a:r>
              <a:rPr lang="en-US" dirty="0"/>
              <a:t>::thread::spawn(|| {</a:t>
            </a:r>
          </a:p>
          <a:p>
            <a:r>
              <a:rPr lang="en-US" dirty="0"/>
              <a:t>    … </a:t>
            </a:r>
            <a:r>
              <a:rPr lang="en-US" dirty="0" err="1"/>
              <a:t>inc_a</a:t>
            </a:r>
            <a:r>
              <a:rPr lang="en-US" dirty="0"/>
              <a:t> …</a:t>
            </a:r>
          </a:p>
          <a:p>
            <a:r>
              <a:rPr lang="en-US" dirty="0"/>
              <a:t>});</a:t>
            </a:r>
          </a:p>
          <a:p>
            <a:r>
              <a:rPr lang="en-US" dirty="0"/>
              <a:t>let </a:t>
            </a:r>
            <a:r>
              <a:rPr lang="en-US" dirty="0" err="1"/>
              <a:t>thread_b</a:t>
            </a:r>
            <a:r>
              <a:rPr lang="en-US" dirty="0"/>
              <a:t> = </a:t>
            </a:r>
            <a:r>
              <a:rPr lang="en-US" dirty="0" err="1"/>
              <a:t>vstd</a:t>
            </a:r>
            <a:r>
              <a:rPr lang="en-US" dirty="0"/>
              <a:t>::thread::spawn(|| {</a:t>
            </a:r>
          </a:p>
          <a:p>
            <a:r>
              <a:rPr lang="en-US" dirty="0"/>
              <a:t>    … </a:t>
            </a:r>
            <a:r>
              <a:rPr lang="en-US" dirty="0" err="1"/>
              <a:t>inc_b</a:t>
            </a:r>
            <a:r>
              <a:rPr lang="en-US" dirty="0"/>
              <a:t> …</a:t>
            </a:r>
          </a:p>
          <a:p>
            <a:r>
              <a:rPr lang="en-US" dirty="0"/>
              <a:t>});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979067-2F5A-9273-841D-3CFA802CA0F9}"/>
              </a:ext>
            </a:extLst>
          </p:cNvPr>
          <p:cNvSpPr txBox="1"/>
          <p:nvPr/>
        </p:nvSpPr>
        <p:spPr>
          <a:xfrm>
            <a:off x="2501765" y="1644914"/>
            <a:ext cx="41205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State machine generates</a:t>
            </a:r>
          </a:p>
          <a:p>
            <a:r>
              <a:rPr lang="en-US" sz="2400" dirty="0"/>
              <a:t>tracked permissions for threads</a:t>
            </a:r>
          </a:p>
        </p:txBody>
      </p:sp>
    </p:spTree>
    <p:extLst>
      <p:ext uri="{BB962C8B-B14F-4D97-AF65-F5344CB8AC3E}">
        <p14:creationId xmlns:p14="http://schemas.microsoft.com/office/powerpoint/2010/main" val="129182619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B968C-6ED2-A2B6-74B7-7FD26AB24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F0E00-1E14-3797-4C94-97CF750EE9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Any questions?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2866B6-2D5D-CB9E-B7C1-517E804C37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801745"/>
      </p:ext>
    </p:extLst>
  </p:cSld>
  <p:clrMapOvr>
    <a:masterClrMapping/>
  </p:clrMapOvr>
</p:sld>
</file>

<file path=ppt/theme/theme1.xml><?xml version="1.0" encoding="utf-8"?>
<a:theme xmlns:a="http://schemas.openxmlformats.org/drawingml/2006/main" name="ParnoTheme">
  <a:themeElements>
    <a:clrScheme name="ParnoColors">
      <a:dk1>
        <a:srgbClr val="000000"/>
      </a:dk1>
      <a:lt1>
        <a:srgbClr val="FFFFFF"/>
      </a:lt1>
      <a:dk2>
        <a:srgbClr val="323232"/>
      </a:dk2>
      <a:lt2>
        <a:srgbClr val="E3DED1"/>
      </a:lt2>
      <a:accent1>
        <a:srgbClr val="000000"/>
      </a:accent1>
      <a:accent2>
        <a:srgbClr val="BF504D"/>
      </a:accent2>
      <a:accent3>
        <a:srgbClr val="1B587C"/>
      </a:accent3>
      <a:accent4>
        <a:srgbClr val="4E8542"/>
      </a:accent4>
      <a:accent5>
        <a:srgbClr val="604878"/>
      </a:accent5>
      <a:accent6>
        <a:srgbClr val="FF7C00"/>
      </a:accent6>
      <a:hlink>
        <a:srgbClr val="4433FF"/>
      </a:hlink>
      <a:folHlink>
        <a:srgbClr val="4433FF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57150"/>
      </a:spPr>
      <a:bodyPr rtlCol="0" anchor="ctr"/>
      <a:lstStyle>
        <a:defPPr algn="ctr">
          <a:defRPr/>
        </a:defPPr>
      </a:lstStyle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>
        <a:ln w="76200">
          <a:tailEnd type="triangle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4" id="{E9C60EF5-7114-0249-B0FB-EF094C1EE4CB}" vid="{7823EB03-3643-4144-9C99-9FBAD3E4E186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ParnoTheme</Template>
  <TotalTime>9949</TotalTime>
  <Words>14932</Words>
  <Application>Microsoft Office PowerPoint</Application>
  <PresentationFormat>Widescreen</PresentationFormat>
  <Paragraphs>2181</Paragraphs>
  <Slides>100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100</vt:i4>
      </vt:variant>
    </vt:vector>
  </HeadingPairs>
  <TitlesOfParts>
    <vt:vector size="113" baseType="lpstr">
      <vt:lpstr>Aptos</vt:lpstr>
      <vt:lpstr>Aptos Display</vt:lpstr>
      <vt:lpstr>Arial</vt:lpstr>
      <vt:lpstr>Calibri</vt:lpstr>
      <vt:lpstr>Calibri Light</vt:lpstr>
      <vt:lpstr>Cascadia Mono</vt:lpstr>
      <vt:lpstr>DIN-Light</vt:lpstr>
      <vt:lpstr>Source Code Pro</vt:lpstr>
      <vt:lpstr>System Font Regular</vt:lpstr>
      <vt:lpstr>ParnoTheme</vt:lpstr>
      <vt:lpstr>1_Office Theme</vt:lpstr>
      <vt:lpstr>Office Theme</vt:lpstr>
      <vt:lpstr>2_Office Theme</vt:lpstr>
      <vt:lpstr>Verifying Rust Code with Verus</vt:lpstr>
      <vt:lpstr>Verus: Floyd-Hoare Logic for Rust</vt:lpstr>
      <vt:lpstr>Verus demo</vt:lpstr>
      <vt:lpstr>Verus demo</vt:lpstr>
      <vt:lpstr>Why write systems code in Rust?</vt:lpstr>
      <vt:lpstr>Why write systems code in Rust?</vt:lpstr>
      <vt:lpstr>Goal: verification for systems programmers</vt:lpstr>
      <vt:lpstr>Goal: verification for systems programmers</vt:lpstr>
      <vt:lpstr>Example systems projects (&gt;= 250K total public LoC)</vt:lpstr>
      <vt:lpstr>Outline of lectures</vt:lpstr>
      <vt:lpstr>Verification condition (VC) generation</vt:lpstr>
      <vt:lpstr>Verification condition generation</vt:lpstr>
      <vt:lpstr>Verification condition generation</vt:lpstr>
      <vt:lpstr>Weakest preconditions</vt:lpstr>
      <vt:lpstr>Weakest preconditions via SSA (static single assignment)</vt:lpstr>
      <vt:lpstr>Verification condition generation</vt:lpstr>
      <vt:lpstr>Using SMT solvers</vt:lpstr>
      <vt:lpstr>Decidable and undecidable theories</vt:lpstr>
      <vt:lpstr>SMT components used by Verus</vt:lpstr>
      <vt:lpstr>Congruence for uninterpreted functions</vt:lpstr>
      <vt:lpstr>Example: uninterp funcs + arithmetic</vt:lpstr>
      <vt:lpstr>Interpreted functions (nonrecursive)</vt:lpstr>
      <vt:lpstr>Interpreted functions (recursive)</vt:lpstr>
      <vt:lpstr>Assert-by for bit vector, nonlinear arith</vt:lpstr>
      <vt:lpstr>Assert-by for bit vector, nonlinear arith</vt:lpstr>
      <vt:lpstr>Quantifiers</vt:lpstr>
      <vt:lpstr>Quantifiers</vt:lpstr>
      <vt:lpstr>Quantifiers</vt:lpstr>
      <vt:lpstr>Quantifiers</vt:lpstr>
      <vt:lpstr>Quantifiers</vt:lpstr>
      <vt:lpstr>Quantifiers</vt:lpstr>
      <vt:lpstr>Quantifiers</vt:lpstr>
      <vt:lpstr>Quantifiers</vt:lpstr>
      <vt:lpstr>Quantifiers</vt:lpstr>
      <vt:lpstr>Quantifiers</vt:lpstr>
      <vt:lpstr>Quantifiers</vt:lpstr>
      <vt:lpstr>Higher-order features, vstd library</vt:lpstr>
      <vt:lpstr>Higher-order features: spec_fn</vt:lpstr>
      <vt:lpstr>Verus’s vstd library: Seq, Set, Map, etc.</vt:lpstr>
      <vt:lpstr>Axioms and lemmas via function calls</vt:lpstr>
      <vt:lpstr>Axioms and lemmas via broadcast</vt:lpstr>
      <vt:lpstr>Broadcast groups and defaults</vt:lpstr>
      <vt:lpstr>Equality via extensionality</vt:lpstr>
      <vt:lpstr>Equality via extensionality</vt:lpstr>
      <vt:lpstr>Decidable and undecidable theories</vt:lpstr>
      <vt:lpstr>Decidability, undecidability, automation</vt:lpstr>
      <vt:lpstr>Generics and traits (briefly)</vt:lpstr>
      <vt:lpstr>Rust feature: generics</vt:lpstr>
      <vt:lpstr>Rust feature: traits (aka Haskell type classes)</vt:lpstr>
      <vt:lpstr>Verus View trait: exec value -&gt; spec value</vt:lpstr>
      <vt:lpstr>Ownership, &amp;, &amp;mut</vt:lpstr>
      <vt:lpstr>Why write systems code in Rust?</vt:lpstr>
      <vt:lpstr>Ownership in Rust</vt:lpstr>
      <vt:lpstr>Borrowing in Rust</vt:lpstr>
      <vt:lpstr>Borrowing in Rust</vt:lpstr>
      <vt:lpstr>Mutation in Rust</vt:lpstr>
      <vt:lpstr>Mutation + aliasing is annoying for verification</vt:lpstr>
      <vt:lpstr>Classical verification (e.g. Dafny): one big heap</vt:lpstr>
      <vt:lpstr>Rust verification: no heap needed</vt:lpstr>
      <vt:lpstr>Rust &amp;mut is powerful and complex</vt:lpstr>
      <vt:lpstr>SMT encoding of &amp;mut</vt:lpstr>
      <vt:lpstr>SMT encoding of &amp;mut</vt:lpstr>
      <vt:lpstr>SMT encoding of &amp;mut</vt:lpstr>
      <vt:lpstr>SMT encoding of &amp;mut</vt:lpstr>
      <vt:lpstr>SMT encoding of &amp;mut</vt:lpstr>
      <vt:lpstr>SMT encoding of &amp;mut</vt:lpstr>
      <vt:lpstr>Prophecy and soundness</vt:lpstr>
      <vt:lpstr>Verifying Unsafe Rust code</vt:lpstr>
      <vt:lpstr>Separation logic / Rust ownership</vt:lpstr>
      <vt:lpstr>Brief introduction to separation logic</vt:lpstr>
      <vt:lpstr>Separation Logic ↦ and * is like “tracked PointsTo” and , in Verus</vt:lpstr>
      <vt:lpstr>Separation Logic ↦ and * is like “tracked PointsTo” and , in Verus</vt:lpstr>
      <vt:lpstr>Ownership checking in proof and exec code</vt:lpstr>
      <vt:lpstr>Verus can verify safety of “unsafe” Rust code</vt:lpstr>
      <vt:lpstr>Fractional permissions in separation logic</vt:lpstr>
      <vt:lpstr>Fractional permissions: Verus example</vt:lpstr>
      <vt:lpstr>Concurrency</vt:lpstr>
      <vt:lpstr>Concurrency via ownership/separation</vt:lpstr>
      <vt:lpstr>Concurrency with shared state</vt:lpstr>
      <vt:lpstr>Concurrency: global protocol, local actions</vt:lpstr>
      <vt:lpstr>Example: concurrent count-to-2</vt:lpstr>
      <vt:lpstr>Concurrent count-to-2, unverified Rust code</vt:lpstr>
      <vt:lpstr>State machine for count-to-2</vt:lpstr>
      <vt:lpstr>State machine for count-to-2</vt:lpstr>
      <vt:lpstr>State machine for count-to-2</vt:lpstr>
      <vt:lpstr>Individual separation-logic-style permissions</vt:lpstr>
      <vt:lpstr>Individual separation-logic-style permissions</vt:lpstr>
      <vt:lpstr>Individual separation-logic-style permissions</vt:lpstr>
      <vt:lpstr>Thread b performs fetch_add</vt:lpstr>
      <vt:lpstr>Thread b performs fetch_add</vt:lpstr>
      <vt:lpstr>Thread b performs fetch_add</vt:lpstr>
      <vt:lpstr>Thread b performs fetch_add</vt:lpstr>
      <vt:lpstr>Thread b performs fetch_add</vt:lpstr>
      <vt:lpstr>Parent thread joins thread a, thread b</vt:lpstr>
      <vt:lpstr>Parent thread joins thread a, thread b</vt:lpstr>
      <vt:lpstr>State machine for count-to-2</vt:lpstr>
      <vt:lpstr>State machine for count-to-2</vt:lpstr>
      <vt:lpstr>State machine for count-to-2</vt:lpstr>
      <vt:lpstr>State machine for count-to-2</vt:lpstr>
      <vt:lpstr>Any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Chris Hawblitzel</cp:lastModifiedBy>
  <cp:revision>202</cp:revision>
  <dcterms:created xsi:type="dcterms:W3CDTF">2024-10-22T23:37:27Z</dcterms:created>
  <dcterms:modified xsi:type="dcterms:W3CDTF">2026-05-25T13:29:42Z</dcterms:modified>
</cp:coreProperties>
</file>