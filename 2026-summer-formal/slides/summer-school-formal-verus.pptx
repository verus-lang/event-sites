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  <p:sldMasterId id="2147483733" r:id="rId2"/>
    <p:sldMasterId id="2147483745" r:id="rId3"/>
    <p:sldMasterId id="2147483757" r:id="rId4"/>
  </p:sldMasterIdLst>
  <p:notesMasterIdLst>
    <p:notesMasterId r:id="rId103"/>
  </p:notesMasterIdLst>
  <p:sldIdLst>
    <p:sldId id="257" r:id="rId5"/>
    <p:sldId id="2147480069" r:id="rId6"/>
    <p:sldId id="335" r:id="rId7"/>
    <p:sldId id="336" r:id="rId8"/>
    <p:sldId id="332" r:id="rId9"/>
    <p:sldId id="333" r:id="rId10"/>
    <p:sldId id="2147480070" r:id="rId11"/>
    <p:sldId id="2147480145" r:id="rId12"/>
    <p:sldId id="2147480144" r:id="rId13"/>
    <p:sldId id="300" r:id="rId14"/>
    <p:sldId id="2147480071" r:id="rId15"/>
    <p:sldId id="2147480073" r:id="rId16"/>
    <p:sldId id="2147480074" r:id="rId17"/>
    <p:sldId id="2147480075" r:id="rId18"/>
    <p:sldId id="2147480141" r:id="rId19"/>
    <p:sldId id="260" r:id="rId20"/>
    <p:sldId id="301" r:id="rId21"/>
    <p:sldId id="302" r:id="rId22"/>
    <p:sldId id="303" r:id="rId23"/>
    <p:sldId id="312" r:id="rId24"/>
    <p:sldId id="313" r:id="rId25"/>
    <p:sldId id="311" r:id="rId26"/>
    <p:sldId id="310" r:id="rId27"/>
    <p:sldId id="315" r:id="rId28"/>
    <p:sldId id="288" r:id="rId29"/>
    <p:sldId id="294" r:id="rId30"/>
    <p:sldId id="304" r:id="rId31"/>
    <p:sldId id="305" r:id="rId32"/>
    <p:sldId id="295" r:id="rId33"/>
    <p:sldId id="296" r:id="rId34"/>
    <p:sldId id="297" r:id="rId35"/>
    <p:sldId id="314" r:id="rId36"/>
    <p:sldId id="298" r:id="rId37"/>
    <p:sldId id="299" r:id="rId38"/>
    <p:sldId id="2147480077" r:id="rId39"/>
    <p:sldId id="2147480143" r:id="rId40"/>
    <p:sldId id="2147480076" r:id="rId41"/>
    <p:sldId id="2147480079" r:id="rId42"/>
    <p:sldId id="308" r:id="rId43"/>
    <p:sldId id="2147480078" r:id="rId44"/>
    <p:sldId id="2147480081" r:id="rId45"/>
    <p:sldId id="309" r:id="rId46"/>
    <p:sldId id="2147480083" r:id="rId47"/>
    <p:sldId id="2147480082" r:id="rId48"/>
    <p:sldId id="2147480142" r:id="rId49"/>
    <p:sldId id="2147480086" r:id="rId50"/>
    <p:sldId id="2147480084" r:id="rId51"/>
    <p:sldId id="2147480085" r:id="rId52"/>
    <p:sldId id="2147480139" r:id="rId53"/>
    <p:sldId id="2147480092" r:id="rId54"/>
    <p:sldId id="2147480088" r:id="rId55"/>
    <p:sldId id="2147480089" r:id="rId56"/>
    <p:sldId id="2147480090" r:id="rId57"/>
    <p:sldId id="2147480091" r:id="rId58"/>
    <p:sldId id="2147480094" r:id="rId59"/>
    <p:sldId id="2147480095" r:id="rId60"/>
    <p:sldId id="2147480098" r:id="rId61"/>
    <p:sldId id="2147480100" r:id="rId62"/>
    <p:sldId id="2147480099" r:id="rId63"/>
    <p:sldId id="2147480101" r:id="rId64"/>
    <p:sldId id="2147480104" r:id="rId65"/>
    <p:sldId id="2147480103" r:id="rId66"/>
    <p:sldId id="2147480105" r:id="rId67"/>
    <p:sldId id="2147480106" r:id="rId68"/>
    <p:sldId id="2147480102" r:id="rId69"/>
    <p:sldId id="2147480137" r:id="rId70"/>
    <p:sldId id="2147480096" r:id="rId71"/>
    <p:sldId id="2147480111" r:id="rId72"/>
    <p:sldId id="2147480113" r:id="rId73"/>
    <p:sldId id="2147480112" r:id="rId74"/>
    <p:sldId id="327" r:id="rId75"/>
    <p:sldId id="2147480068" r:id="rId76"/>
    <p:sldId id="2147480114" r:id="rId77"/>
    <p:sldId id="2147480115" r:id="rId78"/>
    <p:sldId id="2147480138" r:id="rId79"/>
    <p:sldId id="2147480116" r:id="rId80"/>
    <p:sldId id="328" r:id="rId81"/>
    <p:sldId id="329" r:id="rId82"/>
    <p:sldId id="330" r:id="rId83"/>
    <p:sldId id="2147480117" r:id="rId84"/>
    <p:sldId id="2147480118" r:id="rId85"/>
    <p:sldId id="2147480120" r:id="rId86"/>
    <p:sldId id="2147480135" r:id="rId87"/>
    <p:sldId id="2147480121" r:id="rId88"/>
    <p:sldId id="2147480132" r:id="rId89"/>
    <p:sldId id="2147480133" r:id="rId90"/>
    <p:sldId id="2147480125" r:id="rId91"/>
    <p:sldId id="2147480127" r:id="rId92"/>
    <p:sldId id="2147480128" r:id="rId93"/>
    <p:sldId id="2147480129" r:id="rId94"/>
    <p:sldId id="2147480134" r:id="rId95"/>
    <p:sldId id="2147480130" r:id="rId96"/>
    <p:sldId id="2147480131" r:id="rId97"/>
    <p:sldId id="2147480136" r:id="rId98"/>
    <p:sldId id="331" r:id="rId99"/>
    <p:sldId id="2147480123" r:id="rId100"/>
    <p:sldId id="2147480124" r:id="rId101"/>
    <p:sldId id="2147480140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05" d="100"/>
          <a:sy n="105" d="100"/>
        </p:scale>
        <p:origin x="12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ableStyles" Target="tableStyle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notesMaster" Target="notesMasters/notesMaster1.xml"/><Relationship Id="rId108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Hawblitzel" userId="a8c48eef2a52f1db" providerId="LiveId" clId="{3B76E6B8-BC45-4E45-91C6-F0F33EC631A4}"/>
    <pc:docChg chg="undo redo custSel addSld delSld modSld sldOrd modMainMaster">
      <pc:chgData name="Chris Hawblitzel" userId="a8c48eef2a52f1db" providerId="LiveId" clId="{3B76E6B8-BC45-4E45-91C6-F0F33EC631A4}" dt="2026-05-12T15:40:07.093" v="18923"/>
      <pc:docMkLst>
        <pc:docMk/>
      </pc:docMkLst>
      <pc:sldChg chg="addSp delSp modSp mod modClrScheme modAnim chgLayout">
        <pc:chgData name="Chris Hawblitzel" userId="a8c48eef2a52f1db" providerId="LiveId" clId="{3B76E6B8-BC45-4E45-91C6-F0F33EC631A4}" dt="2026-05-12T15:18:36.595" v="18255"/>
        <pc:sldMkLst>
          <pc:docMk/>
          <pc:sldMk cId="36427644" sldId="257"/>
        </pc:sldMkLst>
        <pc:spChg chg="mod ord">
          <ac:chgData name="Chris Hawblitzel" userId="a8c48eef2a52f1db" providerId="LiveId" clId="{3B76E6B8-BC45-4E45-91C6-F0F33EC631A4}" dt="2026-05-10T01:36:08.088" v="2131" actId="14100"/>
          <ac:spMkLst>
            <pc:docMk/>
            <pc:sldMk cId="36427644" sldId="257"/>
            <ac:spMk id="2" creationId="{2D837FAB-52CF-4E00-1987-3C45864E0B98}"/>
          </ac:spMkLst>
        </pc:spChg>
        <pc:spChg chg="mod ord">
          <ac:chgData name="Chris Hawblitzel" userId="a8c48eef2a52f1db" providerId="LiveId" clId="{3B76E6B8-BC45-4E45-91C6-F0F33EC631A4}" dt="2026-05-10T01:36:11.813" v="2132" actId="1076"/>
          <ac:spMkLst>
            <pc:docMk/>
            <pc:sldMk cId="36427644" sldId="257"/>
            <ac:spMk id="3" creationId="{10E87210-B2FE-C40F-1BEC-5250D48BCFA6}"/>
          </ac:spMkLst>
        </pc:spChg>
        <pc:spChg chg="mod">
          <ac:chgData name="Chris Hawblitzel" userId="a8c48eef2a52f1db" providerId="LiveId" clId="{3B76E6B8-BC45-4E45-91C6-F0F33EC631A4}" dt="2026-05-09T19:27:29.781" v="490" actId="403"/>
          <ac:spMkLst>
            <pc:docMk/>
            <pc:sldMk cId="36427644" sldId="257"/>
            <ac:spMk id="6" creationId="{98CC68F4-F0CD-1B4C-1803-813EBE1EEF8B}"/>
          </ac:spMkLst>
        </pc:spChg>
        <pc:picChg chg="add mod">
          <ac:chgData name="Chris Hawblitzel" userId="a8c48eef2a52f1db" providerId="LiveId" clId="{3B76E6B8-BC45-4E45-91C6-F0F33EC631A4}" dt="2026-05-09T19:36:34.055" v="514" actId="1076"/>
          <ac:picMkLst>
            <pc:docMk/>
            <pc:sldMk cId="36427644" sldId="257"/>
            <ac:picMk id="11" creationId="{10D914D2-7854-CB53-B1EA-A8FE1C386EDD}"/>
          </ac:picMkLst>
        </pc:picChg>
      </pc:sldChg>
      <pc:sldChg chg="delSp modSp mod modClrScheme chgLayout">
        <pc:chgData name="Chris Hawblitzel" userId="a8c48eef2a52f1db" providerId="LiveId" clId="{3B76E6B8-BC45-4E45-91C6-F0F33EC631A4}" dt="2026-05-09T22:35:03.718" v="1612" actId="478"/>
        <pc:sldMkLst>
          <pc:docMk/>
          <pc:sldMk cId="2352792657" sldId="260"/>
        </pc:sldMkLst>
        <pc:spChg chg="mod ord">
          <ac:chgData name="Chris Hawblitzel" userId="a8c48eef2a52f1db" providerId="LiveId" clId="{3B76E6B8-BC45-4E45-91C6-F0F33EC631A4}" dt="2026-05-09T22:32:33.971" v="1595" actId="700"/>
          <ac:spMkLst>
            <pc:docMk/>
            <pc:sldMk cId="2352792657" sldId="260"/>
            <ac:spMk id="2" creationId="{00000000-0000-0000-0000-000000000000}"/>
          </ac:spMkLst>
        </pc:spChg>
      </pc:sldChg>
      <pc:sldChg chg="add del">
        <pc:chgData name="Chris Hawblitzel" userId="a8c48eef2a52f1db" providerId="LiveId" clId="{3B76E6B8-BC45-4E45-91C6-F0F33EC631A4}" dt="2026-05-12T00:06:43.419" v="10849" actId="47"/>
        <pc:sldMkLst>
          <pc:docMk/>
          <pc:sldMk cId="3900759469" sldId="263"/>
        </pc:sldMkLst>
      </pc:sldChg>
      <pc:sldChg chg="add del">
        <pc:chgData name="Chris Hawblitzel" userId="a8c48eef2a52f1db" providerId="LiveId" clId="{3B76E6B8-BC45-4E45-91C6-F0F33EC631A4}" dt="2026-05-12T00:06:40.996" v="10848" actId="47"/>
        <pc:sldMkLst>
          <pc:docMk/>
          <pc:sldMk cId="1553148883" sldId="264"/>
        </pc:sldMkLst>
      </pc:sldChg>
      <pc:sldChg chg="addSp modSp add del mod ord modAnim">
        <pc:chgData name="Chris Hawblitzel" userId="a8c48eef2a52f1db" providerId="LiveId" clId="{3B76E6B8-BC45-4E45-91C6-F0F33EC631A4}" dt="2026-05-12T15:39:34.260" v="18920" actId="47"/>
        <pc:sldMkLst>
          <pc:docMk/>
          <pc:sldMk cId="1614992963" sldId="265"/>
        </pc:sldMkLst>
        <pc:spChg chg="mod">
          <ac:chgData name="Chris Hawblitzel" userId="a8c48eef2a52f1db" providerId="LiveId" clId="{3B76E6B8-BC45-4E45-91C6-F0F33EC631A4}" dt="2026-05-12T13:40:31.582" v="15968" actId="20577"/>
          <ac:spMkLst>
            <pc:docMk/>
            <pc:sldMk cId="1614992963" sldId="265"/>
            <ac:spMk id="2" creationId="{629C389E-F683-3F42-227D-3357705B9F5C}"/>
          </ac:spMkLst>
        </pc:spChg>
        <pc:spChg chg="mod">
          <ac:chgData name="Chris Hawblitzel" userId="a8c48eef2a52f1db" providerId="LiveId" clId="{3B76E6B8-BC45-4E45-91C6-F0F33EC631A4}" dt="2026-05-12T13:39:08.561" v="15950" actId="1076"/>
          <ac:spMkLst>
            <pc:docMk/>
            <pc:sldMk cId="1614992963" sldId="265"/>
            <ac:spMk id="3" creationId="{5A9ECE76-3048-4682-5A04-F710CE628708}"/>
          </ac:spMkLst>
        </pc:spChg>
        <pc:spChg chg="mod">
          <ac:chgData name="Chris Hawblitzel" userId="a8c48eef2a52f1db" providerId="LiveId" clId="{3B76E6B8-BC45-4E45-91C6-F0F33EC631A4}" dt="2026-05-12T13:39:03.921" v="15949" actId="1076"/>
          <ac:spMkLst>
            <pc:docMk/>
            <pc:sldMk cId="1614992963" sldId="265"/>
            <ac:spMk id="4" creationId="{35D4957D-60DC-D3BE-B1B3-D702FF116646}"/>
          </ac:spMkLst>
        </pc:spChg>
        <pc:spChg chg="add mod">
          <ac:chgData name="Chris Hawblitzel" userId="a8c48eef2a52f1db" providerId="LiveId" clId="{3B76E6B8-BC45-4E45-91C6-F0F33EC631A4}" dt="2026-05-12T13:37:37.644" v="15929" actId="113"/>
          <ac:spMkLst>
            <pc:docMk/>
            <pc:sldMk cId="1614992963" sldId="265"/>
            <ac:spMk id="5" creationId="{A5CC9385-3801-A72E-A116-EB419CC8659D}"/>
          </ac:spMkLst>
        </pc:spChg>
        <pc:spChg chg="add mod">
          <ac:chgData name="Chris Hawblitzel" userId="a8c48eef2a52f1db" providerId="LiveId" clId="{3B76E6B8-BC45-4E45-91C6-F0F33EC631A4}" dt="2026-05-12T13:38:05.532" v="15944" actId="1076"/>
          <ac:spMkLst>
            <pc:docMk/>
            <pc:sldMk cId="1614992963" sldId="265"/>
            <ac:spMk id="6" creationId="{763D6CF8-6E5E-8F67-8FD2-2A27300CFA4C}"/>
          </ac:spMkLst>
        </pc:spChg>
        <pc:spChg chg="mod">
          <ac:chgData name="Chris Hawblitzel" userId="a8c48eef2a52f1db" providerId="LiveId" clId="{3B76E6B8-BC45-4E45-91C6-F0F33EC631A4}" dt="2026-05-12T13:39:08.561" v="15950" actId="1076"/>
          <ac:spMkLst>
            <pc:docMk/>
            <pc:sldMk cId="1614992963" sldId="265"/>
            <ac:spMk id="7" creationId="{731EE4CB-5E2F-DF09-3CD8-F3DE0716AF04}"/>
          </ac:spMkLst>
        </pc:spChg>
        <pc:spChg chg="mod">
          <ac:chgData name="Chris Hawblitzel" userId="a8c48eef2a52f1db" providerId="LiveId" clId="{3B76E6B8-BC45-4E45-91C6-F0F33EC631A4}" dt="2026-05-12T13:39:03.921" v="15949" actId="1076"/>
          <ac:spMkLst>
            <pc:docMk/>
            <pc:sldMk cId="1614992963" sldId="265"/>
            <ac:spMk id="8" creationId="{E8AD99A1-DFBC-83A8-36DD-BCC176E13224}"/>
          </ac:spMkLst>
        </pc:spChg>
      </pc:sldChg>
      <pc:sldChg chg="add del">
        <pc:chgData name="Chris Hawblitzel" userId="a8c48eef2a52f1db" providerId="LiveId" clId="{3B76E6B8-BC45-4E45-91C6-F0F33EC631A4}" dt="2026-05-12T00:06:36.874" v="10847" actId="47"/>
        <pc:sldMkLst>
          <pc:docMk/>
          <pc:sldMk cId="243396617" sldId="266"/>
        </pc:sldMkLst>
      </pc:sldChg>
      <pc:sldChg chg="delSp mod">
        <pc:chgData name="Chris Hawblitzel" userId="a8c48eef2a52f1db" providerId="LiveId" clId="{3B76E6B8-BC45-4E45-91C6-F0F33EC631A4}" dt="2026-05-09T22:34:07.842" v="1602" actId="478"/>
        <pc:sldMkLst>
          <pc:docMk/>
          <pc:sldMk cId="3864248483" sldId="288"/>
        </pc:sldMkLst>
      </pc:sldChg>
      <pc:sldChg chg="delSp mod">
        <pc:chgData name="Chris Hawblitzel" userId="a8c48eef2a52f1db" providerId="LiveId" clId="{3B76E6B8-BC45-4E45-91C6-F0F33EC631A4}" dt="2026-05-09T22:34:11.198" v="1603" actId="478"/>
        <pc:sldMkLst>
          <pc:docMk/>
          <pc:sldMk cId="3500564191" sldId="294"/>
        </pc:sldMkLst>
      </pc:sldChg>
      <pc:sldChg chg="delSp mod">
        <pc:chgData name="Chris Hawblitzel" userId="a8c48eef2a52f1db" providerId="LiveId" clId="{3B76E6B8-BC45-4E45-91C6-F0F33EC631A4}" dt="2026-05-09T22:35:32.265" v="1620" actId="478"/>
        <pc:sldMkLst>
          <pc:docMk/>
          <pc:sldMk cId="519796337" sldId="295"/>
        </pc:sldMkLst>
      </pc:sldChg>
      <pc:sldChg chg="delSp mod">
        <pc:chgData name="Chris Hawblitzel" userId="a8c48eef2a52f1db" providerId="LiveId" clId="{3B76E6B8-BC45-4E45-91C6-F0F33EC631A4}" dt="2026-05-09T22:35:34.926" v="1621" actId="478"/>
        <pc:sldMkLst>
          <pc:docMk/>
          <pc:sldMk cId="3435721003" sldId="296"/>
        </pc:sldMkLst>
      </pc:sldChg>
      <pc:sldChg chg="delSp mod">
        <pc:chgData name="Chris Hawblitzel" userId="a8c48eef2a52f1db" providerId="LiveId" clId="{3B76E6B8-BC45-4E45-91C6-F0F33EC631A4}" dt="2026-05-09T22:35:38.114" v="1622" actId="478"/>
        <pc:sldMkLst>
          <pc:docMk/>
          <pc:sldMk cId="1386696710" sldId="297"/>
        </pc:sldMkLst>
      </pc:sldChg>
      <pc:sldChg chg="delSp mod">
        <pc:chgData name="Chris Hawblitzel" userId="a8c48eef2a52f1db" providerId="LiveId" clId="{3B76E6B8-BC45-4E45-91C6-F0F33EC631A4}" dt="2026-05-09T22:35:43.987" v="1624" actId="478"/>
        <pc:sldMkLst>
          <pc:docMk/>
          <pc:sldMk cId="1338474992" sldId="298"/>
        </pc:sldMkLst>
      </pc:sldChg>
      <pc:sldChg chg="delSp mod">
        <pc:chgData name="Chris Hawblitzel" userId="a8c48eef2a52f1db" providerId="LiveId" clId="{3B76E6B8-BC45-4E45-91C6-F0F33EC631A4}" dt="2026-05-09T22:35:46.252" v="1625" actId="478"/>
        <pc:sldMkLst>
          <pc:docMk/>
          <pc:sldMk cId="2856878915" sldId="299"/>
        </pc:sldMkLst>
      </pc:sldChg>
      <pc:sldChg chg="delSp modSp mod modClrScheme chgLayout">
        <pc:chgData name="Chris Hawblitzel" userId="a8c48eef2a52f1db" providerId="LiveId" clId="{3B76E6B8-BC45-4E45-91C6-F0F33EC631A4}" dt="2026-05-10T01:37:38.054" v="2138" actId="700"/>
        <pc:sldMkLst>
          <pc:docMk/>
          <pc:sldMk cId="205277776" sldId="300"/>
        </pc:sldMkLst>
        <pc:spChg chg="mod ord">
          <ac:chgData name="Chris Hawblitzel" userId="a8c48eef2a52f1db" providerId="LiveId" clId="{3B76E6B8-BC45-4E45-91C6-F0F33EC631A4}" dt="2026-05-10T01:37:38.054" v="2138" actId="700"/>
          <ac:spMkLst>
            <pc:docMk/>
            <pc:sldMk cId="205277776" sldId="300"/>
            <ac:spMk id="2" creationId="{8AEA386F-E5E1-D60E-E001-25115FA93A7B}"/>
          </ac:spMkLst>
        </pc:spChg>
        <pc:spChg chg="mod">
          <ac:chgData name="Chris Hawblitzel" userId="a8c48eef2a52f1db" providerId="LiveId" clId="{3B76E6B8-BC45-4E45-91C6-F0F33EC631A4}" dt="2026-05-10T00:17:48.610" v="1931" actId="403"/>
          <ac:spMkLst>
            <pc:docMk/>
            <pc:sldMk cId="205277776" sldId="300"/>
            <ac:spMk id="4" creationId="{ADF9D6D8-95ED-B38B-992D-BB78386C6AA1}"/>
          </ac:spMkLst>
        </pc:spChg>
        <pc:spChg chg="mod">
          <ac:chgData name="Chris Hawblitzel" userId="a8c48eef2a52f1db" providerId="LiveId" clId="{3B76E6B8-BC45-4E45-91C6-F0F33EC631A4}" dt="2026-05-10T00:18:03.984" v="1935" actId="1076"/>
          <ac:spMkLst>
            <pc:docMk/>
            <pc:sldMk cId="205277776" sldId="300"/>
            <ac:spMk id="5" creationId="{3D70F4AA-6FEC-B77D-76BC-20322F95B3C4}"/>
          </ac:spMkLst>
        </pc:spChg>
        <pc:spChg chg="mod">
          <ac:chgData name="Chris Hawblitzel" userId="a8c48eef2a52f1db" providerId="LiveId" clId="{3B76E6B8-BC45-4E45-91C6-F0F33EC631A4}" dt="2026-05-09T21:16:28.698" v="845" actId="20577"/>
          <ac:spMkLst>
            <pc:docMk/>
            <pc:sldMk cId="205277776" sldId="300"/>
            <ac:spMk id="15" creationId="{05F4BC41-225F-E96C-6F2D-A320E1E75D53}"/>
          </ac:spMkLst>
        </pc:spChg>
        <pc:cxnChg chg="mod">
          <ac:chgData name="Chris Hawblitzel" userId="a8c48eef2a52f1db" providerId="LiveId" clId="{3B76E6B8-BC45-4E45-91C6-F0F33EC631A4}" dt="2026-05-10T00:17:55.541" v="1933" actId="14100"/>
          <ac:cxnSpMkLst>
            <pc:docMk/>
            <pc:sldMk cId="205277776" sldId="300"/>
            <ac:cxnSpMk id="22" creationId="{84D0AC0C-089F-59F1-74C0-739D37384EAD}"/>
          </ac:cxnSpMkLst>
        </pc:cxnChg>
        <pc:cxnChg chg="mod">
          <ac:chgData name="Chris Hawblitzel" userId="a8c48eef2a52f1db" providerId="LiveId" clId="{3B76E6B8-BC45-4E45-91C6-F0F33EC631A4}" dt="2026-05-10T00:18:06.560" v="1936" actId="14100"/>
          <ac:cxnSpMkLst>
            <pc:docMk/>
            <pc:sldMk cId="205277776" sldId="300"/>
            <ac:cxnSpMk id="25" creationId="{16273976-1E90-53DB-1D38-0717F3DFC037}"/>
          </ac:cxnSpMkLst>
        </pc:cxnChg>
        <pc:cxnChg chg="mod">
          <ac:chgData name="Chris Hawblitzel" userId="a8c48eef2a52f1db" providerId="LiveId" clId="{3B76E6B8-BC45-4E45-91C6-F0F33EC631A4}" dt="2026-05-10T00:18:09.633" v="1937" actId="14100"/>
          <ac:cxnSpMkLst>
            <pc:docMk/>
            <pc:sldMk cId="205277776" sldId="300"/>
            <ac:cxnSpMk id="29" creationId="{88532A2C-5402-046E-A1A5-C509C18E6BFD}"/>
          </ac:cxnSpMkLst>
        </pc:cxnChg>
      </pc:sldChg>
      <pc:sldChg chg="delSp modSp mod modClrScheme chgLayout">
        <pc:chgData name="Chris Hawblitzel" userId="a8c48eef2a52f1db" providerId="LiveId" clId="{3B76E6B8-BC45-4E45-91C6-F0F33EC631A4}" dt="2026-05-09T22:35:06.678" v="1613" actId="478"/>
        <pc:sldMkLst>
          <pc:docMk/>
          <pc:sldMk cId="2196998623" sldId="301"/>
        </pc:sldMkLst>
        <pc:spChg chg="mod ord">
          <ac:chgData name="Chris Hawblitzel" userId="a8c48eef2a52f1db" providerId="LiveId" clId="{3B76E6B8-BC45-4E45-91C6-F0F33EC631A4}" dt="2026-05-09T22:32:10.425" v="1593" actId="700"/>
          <ac:spMkLst>
            <pc:docMk/>
            <pc:sldMk cId="2196998623" sldId="301"/>
            <ac:spMk id="2" creationId="{EB52A4B4-64E0-5465-A0CE-26B987F26D3B}"/>
          </ac:spMkLst>
        </pc:spChg>
      </pc:sldChg>
      <pc:sldChg chg="delSp modSp mod modClrScheme chgLayout">
        <pc:chgData name="Chris Hawblitzel" userId="a8c48eef2a52f1db" providerId="LiveId" clId="{3B76E6B8-BC45-4E45-91C6-F0F33EC631A4}" dt="2026-05-09T22:35:09.229" v="1614" actId="478"/>
        <pc:sldMkLst>
          <pc:docMk/>
          <pc:sldMk cId="197431462" sldId="302"/>
        </pc:sldMkLst>
        <pc:spChg chg="mod ord">
          <ac:chgData name="Chris Hawblitzel" userId="a8c48eef2a52f1db" providerId="LiveId" clId="{3B76E6B8-BC45-4E45-91C6-F0F33EC631A4}" dt="2026-05-09T22:31:41.249" v="1591" actId="700"/>
          <ac:spMkLst>
            <pc:docMk/>
            <pc:sldMk cId="197431462" sldId="302"/>
            <ac:spMk id="2" creationId="{EB52A4B4-64E0-5465-A0CE-26B987F26D3B}"/>
          </ac:spMkLst>
        </pc:spChg>
      </pc:sldChg>
      <pc:sldChg chg="delSp mod">
        <pc:chgData name="Chris Hawblitzel" userId="a8c48eef2a52f1db" providerId="LiveId" clId="{3B76E6B8-BC45-4E45-91C6-F0F33EC631A4}" dt="2026-05-09T22:35:14.795" v="1616" actId="478"/>
        <pc:sldMkLst>
          <pc:docMk/>
          <pc:sldMk cId="1330201366" sldId="303"/>
        </pc:sldMkLst>
      </pc:sldChg>
      <pc:sldChg chg="delSp mod">
        <pc:chgData name="Chris Hawblitzel" userId="a8c48eef2a52f1db" providerId="LiveId" clId="{3B76E6B8-BC45-4E45-91C6-F0F33EC631A4}" dt="2026-05-09T22:34:15.164" v="1604" actId="478"/>
        <pc:sldMkLst>
          <pc:docMk/>
          <pc:sldMk cId="3877036378" sldId="304"/>
        </pc:sldMkLst>
      </pc:sldChg>
      <pc:sldChg chg="delSp mod">
        <pc:chgData name="Chris Hawblitzel" userId="a8c48eef2a52f1db" providerId="LiveId" clId="{3B76E6B8-BC45-4E45-91C6-F0F33EC631A4}" dt="2026-05-09T22:35:27.648" v="1619" actId="478"/>
        <pc:sldMkLst>
          <pc:docMk/>
          <pc:sldMk cId="2119737118" sldId="305"/>
        </pc:sldMkLst>
      </pc:sldChg>
      <pc:sldChg chg="addSp delSp modSp mod modClrScheme chgLayout">
        <pc:chgData name="Chris Hawblitzel" userId="a8c48eef2a52f1db" providerId="LiveId" clId="{3B76E6B8-BC45-4E45-91C6-F0F33EC631A4}" dt="2026-05-10T17:29:11.820" v="5149" actId="20577"/>
        <pc:sldMkLst>
          <pc:docMk/>
          <pc:sldMk cId="3541455191" sldId="308"/>
        </pc:sldMkLst>
        <pc:spChg chg="mod ord">
          <ac:chgData name="Chris Hawblitzel" userId="a8c48eef2a52f1db" providerId="LiveId" clId="{3B76E6B8-BC45-4E45-91C6-F0F33EC631A4}" dt="2026-05-10T17:29:11.820" v="5149" actId="20577"/>
          <ac:spMkLst>
            <pc:docMk/>
            <pc:sldMk cId="3541455191" sldId="308"/>
            <ac:spMk id="2" creationId="{2C390AED-EC94-A7C3-76F9-C5B20220F0F3}"/>
          </ac:spMkLst>
        </pc:spChg>
        <pc:spChg chg="add mod">
          <ac:chgData name="Chris Hawblitzel" userId="a8c48eef2a52f1db" providerId="LiveId" clId="{3B76E6B8-BC45-4E45-91C6-F0F33EC631A4}" dt="2026-05-10T11:35:22.852" v="3251" actId="6549"/>
          <ac:spMkLst>
            <pc:docMk/>
            <pc:sldMk cId="3541455191" sldId="308"/>
            <ac:spMk id="5" creationId="{C050D26F-E355-2B46-583E-00B1DF3DAE9C}"/>
          </ac:spMkLst>
        </pc:spChg>
        <pc:spChg chg="add mod">
          <ac:chgData name="Chris Hawblitzel" userId="a8c48eef2a52f1db" providerId="LiveId" clId="{3B76E6B8-BC45-4E45-91C6-F0F33EC631A4}" dt="2026-05-10T11:28:22.295" v="3172"/>
          <ac:spMkLst>
            <pc:docMk/>
            <pc:sldMk cId="3541455191" sldId="308"/>
            <ac:spMk id="6" creationId="{9ADB469E-DE49-CCED-C6DF-FD905E4D1E38}"/>
          </ac:spMkLst>
        </pc:spChg>
        <pc:cxnChg chg="add mod">
          <ac:chgData name="Chris Hawblitzel" userId="a8c48eef2a52f1db" providerId="LiveId" clId="{3B76E6B8-BC45-4E45-91C6-F0F33EC631A4}" dt="2026-05-10T11:26:36.960" v="3112" actId="14100"/>
          <ac:cxnSpMkLst>
            <pc:docMk/>
            <pc:sldMk cId="3541455191" sldId="308"/>
            <ac:cxnSpMk id="8" creationId="{138986AF-3E65-AB0A-34D8-BB52B08402A9}"/>
          </ac:cxnSpMkLst>
        </pc:cxnChg>
        <pc:cxnChg chg="add mod">
          <ac:chgData name="Chris Hawblitzel" userId="a8c48eef2a52f1db" providerId="LiveId" clId="{3B76E6B8-BC45-4E45-91C6-F0F33EC631A4}" dt="2026-05-10T11:27:02.984" v="3123" actId="14100"/>
          <ac:cxnSpMkLst>
            <pc:docMk/>
            <pc:sldMk cId="3541455191" sldId="308"/>
            <ac:cxnSpMk id="12" creationId="{26B75CA0-5517-F237-3733-7502C7B36C0C}"/>
          </ac:cxnSpMkLst>
        </pc:cxnChg>
      </pc:sldChg>
      <pc:sldChg chg="delSp modSp mod delAnim">
        <pc:chgData name="Chris Hawblitzel" userId="a8c48eef2a52f1db" providerId="LiveId" clId="{3B76E6B8-BC45-4E45-91C6-F0F33EC631A4}" dt="2026-05-10T16:33:33.654" v="4911" actId="20577"/>
        <pc:sldMkLst>
          <pc:docMk/>
          <pc:sldMk cId="4217269912" sldId="309"/>
        </pc:sldMkLst>
        <pc:spChg chg="mod">
          <ac:chgData name="Chris Hawblitzel" userId="a8c48eef2a52f1db" providerId="LiveId" clId="{3B76E6B8-BC45-4E45-91C6-F0F33EC631A4}" dt="2026-05-10T00:46:46.401" v="1996" actId="20577"/>
          <ac:spMkLst>
            <pc:docMk/>
            <pc:sldMk cId="4217269912" sldId="309"/>
            <ac:spMk id="2" creationId="{203356A4-3BD5-FF44-00B3-7C1D30EDB7A0}"/>
          </ac:spMkLst>
        </pc:spChg>
        <pc:spChg chg="mod">
          <ac:chgData name="Chris Hawblitzel" userId="a8c48eef2a52f1db" providerId="LiveId" clId="{3B76E6B8-BC45-4E45-91C6-F0F33EC631A4}" dt="2026-05-10T16:33:33.654" v="4911" actId="20577"/>
          <ac:spMkLst>
            <pc:docMk/>
            <pc:sldMk cId="4217269912" sldId="309"/>
            <ac:spMk id="4" creationId="{703DEB53-5977-F91E-E627-08203116C8CE}"/>
          </ac:spMkLst>
        </pc:spChg>
      </pc:sldChg>
      <pc:sldChg chg="delSp mod ord">
        <pc:chgData name="Chris Hawblitzel" userId="a8c48eef2a52f1db" providerId="LiveId" clId="{3B76E6B8-BC45-4E45-91C6-F0F33EC631A4}" dt="2026-05-10T01:21:51.181" v="2023"/>
        <pc:sldMkLst>
          <pc:docMk/>
          <pc:sldMk cId="2473316877" sldId="310"/>
        </pc:sldMkLst>
      </pc:sldChg>
      <pc:sldChg chg="delSp mod ord">
        <pc:chgData name="Chris Hawblitzel" userId="a8c48eef2a52f1db" providerId="LiveId" clId="{3B76E6B8-BC45-4E45-91C6-F0F33EC631A4}" dt="2026-05-10T01:21:51.181" v="2023"/>
        <pc:sldMkLst>
          <pc:docMk/>
          <pc:sldMk cId="1277829258" sldId="311"/>
        </pc:sldMkLst>
      </pc:sldChg>
      <pc:sldChg chg="delSp mod ord">
        <pc:chgData name="Chris Hawblitzel" userId="a8c48eef2a52f1db" providerId="LiveId" clId="{3B76E6B8-BC45-4E45-91C6-F0F33EC631A4}" dt="2026-05-10T01:21:51.181" v="2023"/>
        <pc:sldMkLst>
          <pc:docMk/>
          <pc:sldMk cId="3086762143" sldId="312"/>
        </pc:sldMkLst>
      </pc:sldChg>
      <pc:sldChg chg="delSp mod ord">
        <pc:chgData name="Chris Hawblitzel" userId="a8c48eef2a52f1db" providerId="LiveId" clId="{3B76E6B8-BC45-4E45-91C6-F0F33EC631A4}" dt="2026-05-10T01:21:51.181" v="2023"/>
        <pc:sldMkLst>
          <pc:docMk/>
          <pc:sldMk cId="851077950" sldId="313"/>
        </pc:sldMkLst>
      </pc:sldChg>
      <pc:sldChg chg="delSp mod">
        <pc:chgData name="Chris Hawblitzel" userId="a8c48eef2a52f1db" providerId="LiveId" clId="{3B76E6B8-BC45-4E45-91C6-F0F33EC631A4}" dt="2026-05-09T22:35:41.511" v="1623" actId="478"/>
        <pc:sldMkLst>
          <pc:docMk/>
          <pc:sldMk cId="4155479347" sldId="314"/>
        </pc:sldMkLst>
      </pc:sldChg>
      <pc:sldChg chg="delSp mod">
        <pc:chgData name="Chris Hawblitzel" userId="a8c48eef2a52f1db" providerId="LiveId" clId="{3B76E6B8-BC45-4E45-91C6-F0F33EC631A4}" dt="2026-05-09T22:35:20.993" v="1618" actId="478"/>
        <pc:sldMkLst>
          <pc:docMk/>
          <pc:sldMk cId="1425598914" sldId="315"/>
        </pc:sldMkLst>
      </pc:sldChg>
      <pc:sldChg chg="add del">
        <pc:chgData name="Chris Hawblitzel" userId="a8c48eef2a52f1db" providerId="LiveId" clId="{3B76E6B8-BC45-4E45-91C6-F0F33EC631A4}" dt="2026-05-12T00:01:46.332" v="10840" actId="47"/>
        <pc:sldMkLst>
          <pc:docMk/>
          <pc:sldMk cId="2682923654" sldId="319"/>
        </pc:sldMkLst>
      </pc:sldChg>
      <pc:sldChg chg="add del">
        <pc:chgData name="Chris Hawblitzel" userId="a8c48eef2a52f1db" providerId="LiveId" clId="{3B76E6B8-BC45-4E45-91C6-F0F33EC631A4}" dt="2026-05-12T00:01:54.410" v="10841" actId="47"/>
        <pc:sldMkLst>
          <pc:docMk/>
          <pc:sldMk cId="356390877" sldId="322"/>
        </pc:sldMkLst>
      </pc:sldChg>
      <pc:sldChg chg="add del">
        <pc:chgData name="Chris Hawblitzel" userId="a8c48eef2a52f1db" providerId="LiveId" clId="{3B76E6B8-BC45-4E45-91C6-F0F33EC631A4}" dt="2026-05-12T00:01:59.937" v="10842" actId="47"/>
        <pc:sldMkLst>
          <pc:docMk/>
          <pc:sldMk cId="1301941543" sldId="323"/>
        </pc:sldMkLst>
      </pc:sldChg>
      <pc:sldChg chg="add del">
        <pc:chgData name="Chris Hawblitzel" userId="a8c48eef2a52f1db" providerId="LiveId" clId="{3B76E6B8-BC45-4E45-91C6-F0F33EC631A4}" dt="2026-05-12T02:18:22.660" v="13114" actId="47"/>
        <pc:sldMkLst>
          <pc:docMk/>
          <pc:sldMk cId="1496821231" sldId="324"/>
        </pc:sldMkLst>
      </pc:sldChg>
      <pc:sldChg chg="add del ord">
        <pc:chgData name="Chris Hawblitzel" userId="a8c48eef2a52f1db" providerId="LiveId" clId="{3B76E6B8-BC45-4E45-91C6-F0F33EC631A4}" dt="2026-05-12T13:32:54.629" v="15796" actId="47"/>
        <pc:sldMkLst>
          <pc:docMk/>
          <pc:sldMk cId="463364443" sldId="325"/>
        </pc:sldMkLst>
      </pc:sldChg>
      <pc:sldChg chg="delSp modSp add del mod ord">
        <pc:chgData name="Chris Hawblitzel" userId="a8c48eef2a52f1db" providerId="LiveId" clId="{3B76E6B8-BC45-4E45-91C6-F0F33EC631A4}" dt="2026-05-12T15:23:13.873" v="18265"/>
        <pc:sldMkLst>
          <pc:docMk/>
          <pc:sldMk cId="2874102004" sldId="327"/>
        </pc:sldMkLst>
        <pc:spChg chg="mod">
          <ac:chgData name="Chris Hawblitzel" userId="a8c48eef2a52f1db" providerId="LiveId" clId="{3B76E6B8-BC45-4E45-91C6-F0F33EC631A4}" dt="2026-05-12T13:34:04.160" v="15831" actId="20577"/>
          <ac:spMkLst>
            <pc:docMk/>
            <pc:sldMk cId="2874102004" sldId="327"/>
            <ac:spMk id="2" creationId="{5359DD96-63B9-43F0-BC9D-133888EF0AE0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5" creationId="{9F734FEA-30B5-42B6-B27B-4E9160840E80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6" creationId="{170F933E-D8A2-405D-8E2C-097F72C9D717}"/>
          </ac:spMkLst>
        </pc:spChg>
        <pc:spChg chg="del">
          <ac:chgData name="Chris Hawblitzel" userId="a8c48eef2a52f1db" providerId="LiveId" clId="{3B76E6B8-BC45-4E45-91C6-F0F33EC631A4}" dt="2026-05-12T13:34:08.223" v="15832" actId="478"/>
          <ac:spMkLst>
            <pc:docMk/>
            <pc:sldMk cId="2874102004" sldId="327"/>
            <ac:spMk id="7" creationId="{B6878A7C-52AD-4201-81BF-D7FBB81500CD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9" creationId="{FECADED4-FD58-4998-9FFA-7507CC112B2D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17" creationId="{29DAA85B-DAC6-44CF-ACFC-395F4334D28E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19" creationId="{F300B9B1-6FCA-40D3-A98C-3ACB37F8AB54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21" creationId="{1EFC3C65-3B70-4216-AE00-678A1A77AC83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23" creationId="{57F3996C-D95E-4D0D-9ADE-3294F5611396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24" creationId="{83350814-10D3-4CC1-B8D0-3BD8084E00A3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25" creationId="{66EC14FE-52EE-4BFA-BF4D-FBF17DE9A238}"/>
          </ac:spMkLst>
        </pc:spChg>
        <pc:spChg chg="mod">
          <ac:chgData name="Chris Hawblitzel" userId="a8c48eef2a52f1db" providerId="LiveId" clId="{3B76E6B8-BC45-4E45-91C6-F0F33EC631A4}" dt="2026-05-12T13:34:16.957" v="15868" actId="1038"/>
          <ac:spMkLst>
            <pc:docMk/>
            <pc:sldMk cId="2874102004" sldId="327"/>
            <ac:spMk id="26" creationId="{0A53C260-F4FD-4FA7-8196-118AEC092827}"/>
          </ac:spMkLst>
        </pc:spChg>
      </pc:sldChg>
      <pc:sldChg chg="addSp delSp modSp add del mod ord">
        <pc:chgData name="Chris Hawblitzel" userId="a8c48eef2a52f1db" providerId="LiveId" clId="{3B76E6B8-BC45-4E45-91C6-F0F33EC631A4}" dt="2026-05-12T13:02:33.547" v="15515" actId="1076"/>
        <pc:sldMkLst>
          <pc:docMk/>
          <pc:sldMk cId="2074742567" sldId="328"/>
        </pc:sldMkLst>
        <pc:spChg chg="mod">
          <ac:chgData name="Chris Hawblitzel" userId="a8c48eef2a52f1db" providerId="LiveId" clId="{3B76E6B8-BC45-4E45-91C6-F0F33EC631A4}" dt="2026-05-12T12:59:20.998" v="15248" actId="20577"/>
          <ac:spMkLst>
            <pc:docMk/>
            <pc:sldMk cId="2074742567" sldId="328"/>
            <ac:spMk id="2" creationId="{1E2CB787-02C0-455F-C7DB-1EABBDDB5B0D}"/>
          </ac:spMkLst>
        </pc:spChg>
        <pc:spChg chg="add mod">
          <ac:chgData name="Chris Hawblitzel" userId="a8c48eef2a52f1db" providerId="LiveId" clId="{3B76E6B8-BC45-4E45-91C6-F0F33EC631A4}" dt="2026-05-12T13:02:33.547" v="15515" actId="1076"/>
          <ac:spMkLst>
            <pc:docMk/>
            <pc:sldMk cId="2074742567" sldId="328"/>
            <ac:spMk id="4" creationId="{DF4F83C5-24AC-86D6-36C8-F5D6AF5098CF}"/>
          </ac:spMkLst>
        </pc:spChg>
        <pc:spChg chg="del">
          <ac:chgData name="Chris Hawblitzel" userId="a8c48eef2a52f1db" providerId="LiveId" clId="{3B76E6B8-BC45-4E45-91C6-F0F33EC631A4}" dt="2026-05-12T12:59:06.482" v="15230" actId="478"/>
          <ac:spMkLst>
            <pc:docMk/>
            <pc:sldMk cId="2074742567" sldId="328"/>
            <ac:spMk id="33" creationId="{022EFF19-C1C6-7A79-3952-5570ECC556D7}"/>
          </ac:spMkLst>
        </pc:spChg>
      </pc:sldChg>
      <pc:sldChg chg="delSp modSp add del mod">
        <pc:chgData name="Chris Hawblitzel" userId="a8c48eef2a52f1db" providerId="LiveId" clId="{3B76E6B8-BC45-4E45-91C6-F0F33EC631A4}" dt="2026-05-12T13:05:29.456" v="15637" actId="478"/>
        <pc:sldMkLst>
          <pc:docMk/>
          <pc:sldMk cId="1833658897" sldId="329"/>
        </pc:sldMkLst>
        <pc:spChg chg="mod">
          <ac:chgData name="Chris Hawblitzel" userId="a8c48eef2a52f1db" providerId="LiveId" clId="{3B76E6B8-BC45-4E45-91C6-F0F33EC631A4}" dt="2026-05-12T13:04:25.736" v="15546" actId="20577"/>
          <ac:spMkLst>
            <pc:docMk/>
            <pc:sldMk cId="1833658897" sldId="329"/>
            <ac:spMk id="2" creationId="{1E2CB787-02C0-455F-C7DB-1EABBDDB5B0D}"/>
          </ac:spMkLst>
        </pc:spChg>
        <pc:spChg chg="mod">
          <ac:chgData name="Chris Hawblitzel" userId="a8c48eef2a52f1db" providerId="LiveId" clId="{3B76E6B8-BC45-4E45-91C6-F0F33EC631A4}" dt="2026-05-12T13:05:00.022" v="15616" actId="20577"/>
          <ac:spMkLst>
            <pc:docMk/>
            <pc:sldMk cId="1833658897" sldId="329"/>
            <ac:spMk id="8" creationId="{AC407AE8-0A2F-29AE-93EF-E76511196167}"/>
          </ac:spMkLst>
        </pc:spChg>
        <pc:spChg chg="mod">
          <ac:chgData name="Chris Hawblitzel" userId="a8c48eef2a52f1db" providerId="LiveId" clId="{3B76E6B8-BC45-4E45-91C6-F0F33EC631A4}" dt="2026-05-12T13:05:20.623" v="15636" actId="20577"/>
          <ac:spMkLst>
            <pc:docMk/>
            <pc:sldMk cId="1833658897" sldId="329"/>
            <ac:spMk id="9" creationId="{205D050D-3BCE-AA4E-4AC9-58E10CB5B606}"/>
          </ac:spMkLst>
        </pc:spChg>
        <pc:spChg chg="del">
          <ac:chgData name="Chris Hawblitzel" userId="a8c48eef2a52f1db" providerId="LiveId" clId="{3B76E6B8-BC45-4E45-91C6-F0F33EC631A4}" dt="2026-05-12T13:05:29.456" v="15637" actId="478"/>
          <ac:spMkLst>
            <pc:docMk/>
            <pc:sldMk cId="1833658897" sldId="329"/>
            <ac:spMk id="19" creationId="{F792D5DA-EB2E-93D7-8720-C69EF9DBBB5E}"/>
          </ac:spMkLst>
        </pc:spChg>
      </pc:sldChg>
      <pc:sldChg chg="add del">
        <pc:chgData name="Chris Hawblitzel" userId="a8c48eef2a52f1db" providerId="LiveId" clId="{3B76E6B8-BC45-4E45-91C6-F0F33EC631A4}" dt="2026-05-08T21:49:38.297" v="2"/>
        <pc:sldMkLst>
          <pc:docMk/>
          <pc:sldMk cId="3404129814" sldId="330"/>
        </pc:sldMkLst>
      </pc:sldChg>
      <pc:sldChg chg="addSp delSp modSp add del mod ord">
        <pc:chgData name="Chris Hawblitzel" userId="a8c48eef2a52f1db" providerId="LiveId" clId="{3B76E6B8-BC45-4E45-91C6-F0F33EC631A4}" dt="2026-05-12T14:13:03.977" v="17111"/>
        <pc:sldMkLst>
          <pc:docMk/>
          <pc:sldMk cId="1756500760" sldId="331"/>
        </pc:sldMkLst>
        <pc:spChg chg="mod">
          <ac:chgData name="Chris Hawblitzel" userId="a8c48eef2a52f1db" providerId="LiveId" clId="{3B76E6B8-BC45-4E45-91C6-F0F33EC631A4}" dt="2026-05-12T13:22:40.845" v="15734" actId="20577"/>
          <ac:spMkLst>
            <pc:docMk/>
            <pc:sldMk cId="1756500760" sldId="331"/>
            <ac:spMk id="3" creationId="{C9D37D53-4CD6-D362-66B3-AAE86E633757}"/>
          </ac:spMkLst>
        </pc:spChg>
        <pc:spChg chg="del mod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5" creationId="{D38E227F-FA25-AC7D-676B-946EFC851D0D}"/>
          </ac:spMkLst>
        </pc:spChg>
        <pc:spChg chg="del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6" creationId="{BA4EB146-90B8-0494-EB58-FB9DE907DF3A}"/>
          </ac:spMkLst>
        </pc:spChg>
        <pc:spChg chg="del mod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7" creationId="{11BAA14F-3622-C449-0C5F-FCBCC2F29487}"/>
          </ac:spMkLst>
        </pc:spChg>
        <pc:spChg chg="del mod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8" creationId="{841B6657-2B89-E8DC-66FD-D0881B0C427B}"/>
          </ac:spMkLst>
        </pc:spChg>
        <pc:spChg chg="del mod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9" creationId="{FAE1D026-4C71-F091-DFF4-071D44C223B6}"/>
          </ac:spMkLst>
        </pc:spChg>
        <pc:spChg chg="del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10" creationId="{BE5E5CDF-EAA0-3E00-EC34-CCF8D80A4C4F}"/>
          </ac:spMkLst>
        </pc:spChg>
        <pc:spChg chg="add mod">
          <ac:chgData name="Chris Hawblitzel" userId="a8c48eef2a52f1db" providerId="LiveId" clId="{3B76E6B8-BC45-4E45-91C6-F0F33EC631A4}" dt="2026-05-12T13:23:24.560" v="15783" actId="20577"/>
          <ac:spMkLst>
            <pc:docMk/>
            <pc:sldMk cId="1756500760" sldId="331"/>
            <ac:spMk id="11" creationId="{89EEE8C0-2810-6470-53EB-17F3EE162B7C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16" creationId="{0610CDD5-BF71-75B6-A0A2-037D9D5DD1E6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17" creationId="{1BA85272-2E7E-22A9-8C8D-2C5A9F232139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18" creationId="{16F0DE3F-89FF-F585-9473-6A146CB4DD63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19" creationId="{9B64F5BB-C767-FBF6-5B9B-1FC26BF1A025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20" creationId="{BB229F49-ED02-7CEE-7452-7C69793AD0CA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21" creationId="{D59024F3-9CA8-44FE-327E-7215A7E0F976}"/>
          </ac:spMkLst>
        </pc:spChg>
        <pc:spChg chg="del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26" creationId="{4FD2A40B-9721-A0B3-F0DA-3D4C3A2C352C}"/>
          </ac:spMkLst>
        </pc:spChg>
        <pc:spChg chg="del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27" creationId="{398C3D41-5CB4-AFDE-83B6-14AF9452D017}"/>
          </ac:spMkLst>
        </pc:spChg>
        <pc:spChg chg="del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28" creationId="{132030C6-4583-E70A-62D5-1128D28D294B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29" creationId="{BD7E30DB-7C01-061C-2107-3F8E8F3C2728}"/>
          </ac:spMkLst>
        </pc:spChg>
        <pc:spChg chg="del">
          <ac:chgData name="Chris Hawblitzel" userId="a8c48eef2a52f1db" providerId="LiveId" clId="{3B76E6B8-BC45-4E45-91C6-F0F33EC631A4}" dt="2026-05-12T14:13:03.580" v="17110" actId="478"/>
          <ac:spMkLst>
            <pc:docMk/>
            <pc:sldMk cId="1756500760" sldId="331"/>
            <ac:spMk id="30" creationId="{75241C81-92E6-1179-7A50-90A122C236AF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31" creationId="{0ECA299C-E50C-551D-A885-E6947574DE6D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32" creationId="{775E0D2F-B659-1AA8-5376-7D13BD2CBFF8}"/>
          </ac:spMkLst>
        </pc:spChg>
        <pc:spChg chg="add mod">
          <ac:chgData name="Chris Hawblitzel" userId="a8c48eef2a52f1db" providerId="LiveId" clId="{3B76E6B8-BC45-4E45-91C6-F0F33EC631A4}" dt="2026-05-12T14:13:03.977" v="17111"/>
          <ac:spMkLst>
            <pc:docMk/>
            <pc:sldMk cId="1756500760" sldId="331"/>
            <ac:spMk id="33" creationId="{4AE981A6-B7D1-D9D5-C212-63EA557D5253}"/>
          </ac:spMkLst>
        </pc:spChg>
      </pc:sldChg>
      <pc:sldChg chg="modSp add del mod ord">
        <pc:chgData name="Chris Hawblitzel" userId="a8c48eef2a52f1db" providerId="LiveId" clId="{3B76E6B8-BC45-4E45-91C6-F0F33EC631A4}" dt="2026-05-10T12:42:35.696" v="4555" actId="14100"/>
        <pc:sldMkLst>
          <pc:docMk/>
          <pc:sldMk cId="3694894834" sldId="332"/>
        </pc:sldMkLst>
        <pc:spChg chg="mod">
          <ac:chgData name="Chris Hawblitzel" userId="a8c48eef2a52f1db" providerId="LiveId" clId="{3B76E6B8-BC45-4E45-91C6-F0F33EC631A4}" dt="2026-05-10T12:42:35.696" v="4555" actId="14100"/>
          <ac:spMkLst>
            <pc:docMk/>
            <pc:sldMk cId="3694894834" sldId="332"/>
            <ac:spMk id="22" creationId="{D6DA60C0-5267-47F6-AF7C-7DF60D7F26E4}"/>
          </ac:spMkLst>
        </pc:spChg>
        <pc:cxnChg chg="mod">
          <ac:chgData name="Chris Hawblitzel" userId="a8c48eef2a52f1db" providerId="LiveId" clId="{3B76E6B8-BC45-4E45-91C6-F0F33EC631A4}" dt="2026-05-10T12:42:35.696" v="4555" actId="14100"/>
          <ac:cxnSpMkLst>
            <pc:docMk/>
            <pc:sldMk cId="3694894834" sldId="332"/>
            <ac:cxnSpMk id="24" creationId="{F03FA2CD-CD2B-45A7-B793-A2180C5BFB8C}"/>
          </ac:cxnSpMkLst>
        </pc:cxnChg>
      </pc:sldChg>
      <pc:sldChg chg="modSp add del mod ord modClrScheme chgLayout">
        <pc:chgData name="Chris Hawblitzel" userId="a8c48eef2a52f1db" providerId="LiveId" clId="{3B76E6B8-BC45-4E45-91C6-F0F33EC631A4}" dt="2026-05-10T01:37:16.528" v="2136" actId="700"/>
        <pc:sldMkLst>
          <pc:docMk/>
          <pc:sldMk cId="1140677978" sldId="333"/>
        </pc:sldMkLst>
        <pc:spChg chg="mod ord">
          <ac:chgData name="Chris Hawblitzel" userId="a8c48eef2a52f1db" providerId="LiveId" clId="{3B76E6B8-BC45-4E45-91C6-F0F33EC631A4}" dt="2026-05-10T01:37:16.528" v="2136" actId="700"/>
          <ac:spMkLst>
            <pc:docMk/>
            <pc:sldMk cId="1140677978" sldId="333"/>
            <ac:spMk id="2" creationId="{6FFA9354-5BD5-FB7E-6C15-16BEDAB248A7}"/>
          </ac:spMkLst>
        </pc:spChg>
        <pc:spChg chg="mod">
          <ac:chgData name="Chris Hawblitzel" userId="a8c48eef2a52f1db" providerId="LiveId" clId="{3B76E6B8-BC45-4E45-91C6-F0F33EC631A4}" dt="2026-05-09T21:20:18.051" v="873" actId="20577"/>
          <ac:spMkLst>
            <pc:docMk/>
            <pc:sldMk cId="1140677978" sldId="333"/>
            <ac:spMk id="3" creationId="{C1DD35A3-02D2-9806-6E13-317417F2F0CB}"/>
          </ac:spMkLst>
        </pc:spChg>
      </pc:sldChg>
      <pc:sldChg chg="delSp add del mod">
        <pc:chgData name="Chris Hawblitzel" userId="a8c48eef2a52f1db" providerId="LiveId" clId="{3B76E6B8-BC45-4E45-91C6-F0F33EC631A4}" dt="2026-05-12T00:05:58.212" v="10845" actId="47"/>
        <pc:sldMkLst>
          <pc:docMk/>
          <pc:sldMk cId="3719055608" sldId="334"/>
        </pc:sldMkLst>
      </pc:sldChg>
      <pc:sldChg chg="delSp modSp add del mod ord">
        <pc:chgData name="Chris Hawblitzel" userId="a8c48eef2a52f1db" providerId="LiveId" clId="{3B76E6B8-BC45-4E45-91C6-F0F33EC631A4}" dt="2026-05-09T22:34:30.947" v="1606" actId="478"/>
        <pc:sldMkLst>
          <pc:docMk/>
          <pc:sldMk cId="1159451321" sldId="335"/>
        </pc:sldMkLst>
        <pc:spChg chg="mod">
          <ac:chgData name="Chris Hawblitzel" userId="a8c48eef2a52f1db" providerId="LiveId" clId="{3B76E6B8-BC45-4E45-91C6-F0F33EC631A4}" dt="2026-05-09T21:34:04.244" v="902" actId="2711"/>
          <ac:spMkLst>
            <pc:docMk/>
            <pc:sldMk cId="1159451321" sldId="335"/>
            <ac:spMk id="5" creationId="{38A9105B-F06B-8045-C32B-149CB5334E22}"/>
          </ac:spMkLst>
        </pc:spChg>
      </pc:sldChg>
      <pc:sldChg chg="delSp modSp add del mod ord">
        <pc:chgData name="Chris Hawblitzel" userId="a8c48eef2a52f1db" providerId="LiveId" clId="{3B76E6B8-BC45-4E45-91C6-F0F33EC631A4}" dt="2026-05-09T22:34:40.269" v="1607" actId="478"/>
        <pc:sldMkLst>
          <pc:docMk/>
          <pc:sldMk cId="452022518" sldId="336"/>
        </pc:sldMkLst>
        <pc:spChg chg="mod">
          <ac:chgData name="Chris Hawblitzel" userId="a8c48eef2a52f1db" providerId="LiveId" clId="{3B76E6B8-BC45-4E45-91C6-F0F33EC631A4}" dt="2026-05-09T21:34:23.029" v="903" actId="2711"/>
          <ac:spMkLst>
            <pc:docMk/>
            <pc:sldMk cId="452022518" sldId="336"/>
            <ac:spMk id="5" creationId="{38A9105B-F06B-8045-C32B-149CB5334E22}"/>
          </ac:spMkLst>
        </pc:spChg>
      </pc:sldChg>
      <pc:sldChg chg="delSp modSp add del mod">
        <pc:chgData name="Chris Hawblitzel" userId="a8c48eef2a52f1db" providerId="LiveId" clId="{3B76E6B8-BC45-4E45-91C6-F0F33EC631A4}" dt="2026-05-12T00:06:27.748" v="10846" actId="47"/>
        <pc:sldMkLst>
          <pc:docMk/>
          <pc:sldMk cId="2341825542" sldId="501"/>
        </pc:sldMkLst>
      </pc:sldChg>
      <pc:sldChg chg="delSp modSp add del mod">
        <pc:chgData name="Chris Hawblitzel" userId="a8c48eef2a52f1db" providerId="LiveId" clId="{3B76E6B8-BC45-4E45-91C6-F0F33EC631A4}" dt="2026-05-12T00:05:48.658" v="10844" actId="47"/>
        <pc:sldMkLst>
          <pc:docMk/>
          <pc:sldMk cId="211766674" sldId="2147480066"/>
        </pc:sldMkLst>
      </pc:sldChg>
      <pc:sldChg chg="delSp modSp add del mod">
        <pc:chgData name="Chris Hawblitzel" userId="a8c48eef2a52f1db" providerId="LiveId" clId="{3B76E6B8-BC45-4E45-91C6-F0F33EC631A4}" dt="2026-05-12T00:05:11.926" v="10843" actId="47"/>
        <pc:sldMkLst>
          <pc:docMk/>
          <pc:sldMk cId="3458217597" sldId="2147480067"/>
        </pc:sldMkLst>
      </pc:sldChg>
      <pc:sldChg chg="addSp delSp modSp add del mod ord delAnim modAnim">
        <pc:chgData name="Chris Hawblitzel" userId="a8c48eef2a52f1db" providerId="LiveId" clId="{3B76E6B8-BC45-4E45-91C6-F0F33EC631A4}" dt="2026-05-12T03:12:35.892" v="14491" actId="20577"/>
        <pc:sldMkLst>
          <pc:docMk/>
          <pc:sldMk cId="2340759115" sldId="2147480068"/>
        </pc:sldMkLst>
        <pc:spChg chg="add mod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3" creationId="{7B2CC69E-4E53-C58B-9881-8A9BF902D84A}"/>
          </ac:spMkLst>
        </pc:spChg>
        <pc:spChg chg="mod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5" creationId="{49FE6413-FD12-4D07-C2F8-D2AEE5696793}"/>
          </ac:spMkLst>
        </pc:spChg>
        <pc:spChg chg="mod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11" creationId="{0F75D05C-E10A-BA52-393B-FB056DD6E666}"/>
          </ac:spMkLst>
        </pc:spChg>
        <pc:spChg chg="mod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12" creationId="{7C370380-F7EE-4FD3-69C8-20E2BB8004D7}"/>
          </ac:spMkLst>
        </pc:spChg>
        <pc:spChg chg="add mod">
          <ac:chgData name="Chris Hawblitzel" userId="a8c48eef2a52f1db" providerId="LiveId" clId="{3B76E6B8-BC45-4E45-91C6-F0F33EC631A4}" dt="2026-05-12T03:10:18.764" v="14313" actId="571"/>
          <ac:spMkLst>
            <pc:docMk/>
            <pc:sldMk cId="2340759115" sldId="2147480068"/>
            <ac:spMk id="23" creationId="{4FE2B7C8-470B-C231-A03D-31D7D4DFBBEB}"/>
          </ac:spMkLst>
        </pc:spChg>
        <pc:spChg chg="mod topLvl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25" creationId="{4B97F7BE-839C-46DE-57CB-366DB7857B48}"/>
          </ac:spMkLst>
        </pc:spChg>
        <pc:spChg chg="add mod">
          <ac:chgData name="Chris Hawblitzel" userId="a8c48eef2a52f1db" providerId="LiveId" clId="{3B76E6B8-BC45-4E45-91C6-F0F33EC631A4}" dt="2026-05-12T03:10:26.845" v="14316" actId="1076"/>
          <ac:spMkLst>
            <pc:docMk/>
            <pc:sldMk cId="2340759115" sldId="2147480068"/>
            <ac:spMk id="28" creationId="{8CEA428D-9240-8587-37A1-21667820AE3D}"/>
          </ac:spMkLst>
        </pc:spChg>
        <pc:spChg chg="add mod">
          <ac:chgData name="Chris Hawblitzel" userId="a8c48eef2a52f1db" providerId="LiveId" clId="{3B76E6B8-BC45-4E45-91C6-F0F33EC631A4}" dt="2026-05-12T03:10:26.845" v="14316" actId="1076"/>
          <ac:spMkLst>
            <pc:docMk/>
            <pc:sldMk cId="2340759115" sldId="2147480068"/>
            <ac:spMk id="30" creationId="{5160F5D9-3ED5-230A-581E-887A39C140FE}"/>
          </ac:spMkLst>
        </pc:spChg>
        <pc:spChg chg="add mod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31" creationId="{6D663AE3-5E6C-62FC-9276-73874CC2034C}"/>
          </ac:spMkLst>
        </pc:spChg>
        <pc:spChg chg="add mod">
          <ac:chgData name="Chris Hawblitzel" userId="a8c48eef2a52f1db" providerId="LiveId" clId="{3B76E6B8-BC45-4E45-91C6-F0F33EC631A4}" dt="2026-05-12T03:12:00.055" v="14457" actId="1076"/>
          <ac:spMkLst>
            <pc:docMk/>
            <pc:sldMk cId="2340759115" sldId="2147480068"/>
            <ac:spMk id="32" creationId="{8AC76811-1F01-886A-8F99-A6271C2F7D3D}"/>
          </ac:spMkLst>
        </pc:spChg>
        <pc:spChg chg="del">
          <ac:chgData name="Chris Hawblitzel" userId="a8c48eef2a52f1db" providerId="LiveId" clId="{3B76E6B8-BC45-4E45-91C6-F0F33EC631A4}" dt="2026-05-12T03:07:23.860" v="14279" actId="478"/>
          <ac:spMkLst>
            <pc:docMk/>
            <pc:sldMk cId="2340759115" sldId="2147480068"/>
            <ac:spMk id="33" creationId="{9C0266DD-AE36-263D-D751-323D96B11776}"/>
          </ac:spMkLst>
        </pc:spChg>
        <pc:spChg chg="add mod">
          <ac:chgData name="Chris Hawblitzel" userId="a8c48eef2a52f1db" providerId="LiveId" clId="{3B76E6B8-BC45-4E45-91C6-F0F33EC631A4}" dt="2026-05-12T03:12:35.892" v="14491" actId="20577"/>
          <ac:spMkLst>
            <pc:docMk/>
            <pc:sldMk cId="2340759115" sldId="2147480068"/>
            <ac:spMk id="35" creationId="{F9264E22-DE21-C508-C11B-29745D55A12F}"/>
          </ac:spMkLst>
        </pc:spChg>
        <pc:spChg chg="mod topLvl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43" creationId="{7E1ED618-B2C0-CEDA-CD65-43B720B72C38}"/>
          </ac:spMkLst>
        </pc:spChg>
        <pc:spChg chg="mod topLvl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44" creationId="{A9F12710-36D8-D031-FEA0-3BB28D8DD4C1}"/>
          </ac:spMkLst>
        </pc:spChg>
        <pc:spChg chg="mod topLvl">
          <ac:chgData name="Chris Hawblitzel" userId="a8c48eef2a52f1db" providerId="LiveId" clId="{3B76E6B8-BC45-4E45-91C6-F0F33EC631A4}" dt="2026-05-12T03:12:16.329" v="14459" actId="1076"/>
          <ac:spMkLst>
            <pc:docMk/>
            <pc:sldMk cId="2340759115" sldId="2147480068"/>
            <ac:spMk id="45" creationId="{2E1FD236-21A5-3BBC-E3EC-E6573D8FD62E}"/>
          </ac:spMkLst>
        </pc:spChg>
        <pc:grpChg chg="del">
          <ac:chgData name="Chris Hawblitzel" userId="a8c48eef2a52f1db" providerId="LiveId" clId="{3B76E6B8-BC45-4E45-91C6-F0F33EC631A4}" dt="2026-05-12T03:12:09.156" v="14458" actId="165"/>
          <ac:grpSpMkLst>
            <pc:docMk/>
            <pc:sldMk cId="2340759115" sldId="2147480068"/>
            <ac:grpSpMk id="34" creationId="{59FBEEB7-0768-8B88-71C5-71AAB1000BA0}"/>
          </ac:grpSpMkLst>
        </pc:grpChg>
        <pc:grpChg chg="add del">
          <ac:chgData name="Chris Hawblitzel" userId="a8c48eef2a52f1db" providerId="LiveId" clId="{3B76E6B8-BC45-4E45-91C6-F0F33EC631A4}" dt="2026-05-12T03:09:11.575" v="14283" actId="165"/>
          <ac:grpSpMkLst>
            <pc:docMk/>
            <pc:sldMk cId="2340759115" sldId="2147480068"/>
            <ac:grpSpMk id="46" creationId="{2721668A-8277-EEC7-8548-8A50D58ADD2E}"/>
          </ac:grpSpMkLst>
        </pc:grpChg>
        <pc:cxnChg chg="mod topLvl">
          <ac:chgData name="Chris Hawblitzel" userId="a8c48eef2a52f1db" providerId="LiveId" clId="{3B76E6B8-BC45-4E45-91C6-F0F33EC631A4}" dt="2026-05-12T03:12:09.156" v="14458" actId="165"/>
          <ac:cxnSpMkLst>
            <pc:docMk/>
            <pc:sldMk cId="2340759115" sldId="2147480068"/>
            <ac:cxnSpMk id="22" creationId="{24FE478D-4BE7-A476-7981-9B34DA282991}"/>
          </ac:cxnSpMkLst>
        </pc:cxnChg>
        <pc:cxnChg chg="add mod">
          <ac:chgData name="Chris Hawblitzel" userId="a8c48eef2a52f1db" providerId="LiveId" clId="{3B76E6B8-BC45-4E45-91C6-F0F33EC631A4}" dt="2026-05-12T03:10:26.845" v="14316" actId="1076"/>
          <ac:cxnSpMkLst>
            <pc:docMk/>
            <pc:sldMk cId="2340759115" sldId="2147480068"/>
            <ac:cxnSpMk id="24" creationId="{4CFF4046-8027-FD83-C7D3-575E60470E27}"/>
          </ac:cxnSpMkLst>
        </pc:cxnChg>
        <pc:cxnChg chg="mod topLvl">
          <ac:chgData name="Chris Hawblitzel" userId="a8c48eef2a52f1db" providerId="LiveId" clId="{3B76E6B8-BC45-4E45-91C6-F0F33EC631A4}" dt="2026-05-12T03:12:09.156" v="14458" actId="165"/>
          <ac:cxnSpMkLst>
            <pc:docMk/>
            <pc:sldMk cId="2340759115" sldId="2147480068"/>
            <ac:cxnSpMk id="26" creationId="{CB8C85CC-DDAB-2C17-2B09-815EA1298CB7}"/>
          </ac:cxnSpMkLst>
        </pc:cxnChg>
        <pc:cxnChg chg="add mod">
          <ac:chgData name="Chris Hawblitzel" userId="a8c48eef2a52f1db" providerId="LiveId" clId="{3B76E6B8-BC45-4E45-91C6-F0F33EC631A4}" dt="2026-05-12T03:10:26.845" v="14316" actId="1076"/>
          <ac:cxnSpMkLst>
            <pc:docMk/>
            <pc:sldMk cId="2340759115" sldId="2147480068"/>
            <ac:cxnSpMk id="27" creationId="{8C13EA6B-D88B-A14F-8FEC-A68638B12E3A}"/>
          </ac:cxnSpMkLst>
        </pc:cxnChg>
        <pc:cxnChg chg="mod topLvl">
          <ac:chgData name="Chris Hawblitzel" userId="a8c48eef2a52f1db" providerId="LiveId" clId="{3B76E6B8-BC45-4E45-91C6-F0F33EC631A4}" dt="2026-05-12T03:12:09.156" v="14458" actId="165"/>
          <ac:cxnSpMkLst>
            <pc:docMk/>
            <pc:sldMk cId="2340759115" sldId="2147480068"/>
            <ac:cxnSpMk id="29" creationId="{3E61A562-30A9-72AD-7813-44932007103D}"/>
          </ac:cxnSpMkLst>
        </pc:cxnChg>
      </pc:sldChg>
      <pc:sldChg chg="delSp modSp new mod modClrScheme chgLayout">
        <pc:chgData name="Chris Hawblitzel" userId="a8c48eef2a52f1db" providerId="LiveId" clId="{3B76E6B8-BC45-4E45-91C6-F0F33EC631A4}" dt="2026-05-10T01:36:52.789" v="2135" actId="700"/>
        <pc:sldMkLst>
          <pc:docMk/>
          <pc:sldMk cId="719541263" sldId="2147480069"/>
        </pc:sldMkLst>
        <pc:spChg chg="mod ord">
          <ac:chgData name="Chris Hawblitzel" userId="a8c48eef2a52f1db" providerId="LiveId" clId="{3B76E6B8-BC45-4E45-91C6-F0F33EC631A4}" dt="2026-05-10T01:36:52.789" v="2135" actId="700"/>
          <ac:spMkLst>
            <pc:docMk/>
            <pc:sldMk cId="719541263" sldId="2147480069"/>
            <ac:spMk id="2" creationId="{136CB647-FE6D-6B5B-AC80-E72382F4AEC1}"/>
          </ac:spMkLst>
        </pc:spChg>
        <pc:spChg chg="mod ord">
          <ac:chgData name="Chris Hawblitzel" userId="a8c48eef2a52f1db" providerId="LiveId" clId="{3B76E6B8-BC45-4E45-91C6-F0F33EC631A4}" dt="2026-05-10T01:36:52.789" v="2135" actId="700"/>
          <ac:spMkLst>
            <pc:docMk/>
            <pc:sldMk cId="719541263" sldId="2147480069"/>
            <ac:spMk id="3" creationId="{D683C0D0-0112-1492-69DC-BBBD7C28ABA2}"/>
          </ac:spMkLst>
        </pc:spChg>
      </pc:sldChg>
      <pc:sldChg chg="addSp modSp new mod modAnim">
        <pc:chgData name="Chris Hawblitzel" userId="a8c48eef2a52f1db" providerId="LiveId" clId="{3B76E6B8-BC45-4E45-91C6-F0F33EC631A4}" dt="2026-05-12T15:40:07.093" v="18923"/>
        <pc:sldMkLst>
          <pc:docMk/>
          <pc:sldMk cId="3025241297" sldId="2147480070"/>
        </pc:sldMkLst>
        <pc:spChg chg="mod">
          <ac:chgData name="Chris Hawblitzel" userId="a8c48eef2a52f1db" providerId="LiveId" clId="{3B76E6B8-BC45-4E45-91C6-F0F33EC631A4}" dt="2026-05-09T19:40:02.515" v="603" actId="20577"/>
          <ac:spMkLst>
            <pc:docMk/>
            <pc:sldMk cId="3025241297" sldId="2147480070"/>
            <ac:spMk id="2" creationId="{0FF0CD39-5456-65D2-0E34-31CE4AB584E3}"/>
          </ac:spMkLst>
        </pc:spChg>
        <pc:spChg chg="mod">
          <ac:chgData name="Chris Hawblitzel" userId="a8c48eef2a52f1db" providerId="LiveId" clId="{3B76E6B8-BC45-4E45-91C6-F0F33EC631A4}" dt="2026-05-09T20:49:19.365" v="817" actId="20577"/>
          <ac:spMkLst>
            <pc:docMk/>
            <pc:sldMk cId="3025241297" sldId="2147480070"/>
            <ac:spMk id="3" creationId="{F1E32C0C-A7CA-2642-2687-AA72CC81E9B2}"/>
          </ac:spMkLst>
        </pc:spChg>
        <pc:spChg chg="add mod">
          <ac:chgData name="Chris Hawblitzel" userId="a8c48eef2a52f1db" providerId="LiveId" clId="{3B76E6B8-BC45-4E45-91C6-F0F33EC631A4}" dt="2026-05-09T21:33:15.673" v="901" actId="1076"/>
          <ac:spMkLst>
            <pc:docMk/>
            <pc:sldMk cId="3025241297" sldId="2147480070"/>
            <ac:spMk id="4" creationId="{FBA18FDB-D3AF-DA3E-355A-07EA70C25FB8}"/>
          </ac:spMkLst>
        </pc:spChg>
        <pc:spChg chg="add mod">
          <ac:chgData name="Chris Hawblitzel" userId="a8c48eef2a52f1db" providerId="LiveId" clId="{3B76E6B8-BC45-4E45-91C6-F0F33EC631A4}" dt="2026-05-09T21:32:45.473" v="897" actId="2711"/>
          <ac:spMkLst>
            <pc:docMk/>
            <pc:sldMk cId="3025241297" sldId="2147480070"/>
            <ac:spMk id="5" creationId="{90CCAA3C-EFFB-CC8F-AF4B-C5BC05049316}"/>
          </ac:spMkLst>
        </pc:spChg>
        <pc:spChg chg="add mod">
          <ac:chgData name="Chris Hawblitzel" userId="a8c48eef2a52f1db" providerId="LiveId" clId="{3B76E6B8-BC45-4E45-91C6-F0F33EC631A4}" dt="2026-05-09T20:54:55.814" v="839" actId="20577"/>
          <ac:spMkLst>
            <pc:docMk/>
            <pc:sldMk cId="3025241297" sldId="2147480070"/>
            <ac:spMk id="6" creationId="{23191AE4-08AE-4CE0-C26F-3331A4911DD7}"/>
          </ac:spMkLst>
        </pc:spChg>
        <pc:spChg chg="add mod">
          <ac:chgData name="Chris Hawblitzel" userId="a8c48eef2a52f1db" providerId="LiveId" clId="{3B76E6B8-BC45-4E45-91C6-F0F33EC631A4}" dt="2026-05-12T15:39:30.978" v="18919" actId="1076"/>
          <ac:spMkLst>
            <pc:docMk/>
            <pc:sldMk cId="3025241297" sldId="2147480070"/>
            <ac:spMk id="7" creationId="{B9C36442-77BB-BB8A-90E3-5C1D3E7A78EA}"/>
          </ac:spMkLst>
        </pc:spChg>
        <pc:cxnChg chg="add mod">
          <ac:chgData name="Chris Hawblitzel" userId="a8c48eef2a52f1db" providerId="LiveId" clId="{3B76E6B8-BC45-4E45-91C6-F0F33EC631A4}" dt="2026-05-09T20:49:01.472" v="813" actId="14100"/>
          <ac:cxnSpMkLst>
            <pc:docMk/>
            <pc:sldMk cId="3025241297" sldId="2147480070"/>
            <ac:cxnSpMk id="8" creationId="{7C9395B7-9A67-AAE8-A217-3D1141EDA18C}"/>
          </ac:cxnSpMkLst>
        </pc:cxnChg>
        <pc:cxnChg chg="add mod">
          <ac:chgData name="Chris Hawblitzel" userId="a8c48eef2a52f1db" providerId="LiveId" clId="{3B76E6B8-BC45-4E45-91C6-F0F33EC631A4}" dt="2026-05-09T20:49:06.140" v="814" actId="14100"/>
          <ac:cxnSpMkLst>
            <pc:docMk/>
            <pc:sldMk cId="3025241297" sldId="2147480070"/>
            <ac:cxnSpMk id="10" creationId="{A8A8EA0C-765F-71DE-8B7B-18412C6519E1}"/>
          </ac:cxnSpMkLst>
        </pc:cxnChg>
        <pc:cxnChg chg="add">
          <ac:chgData name="Chris Hawblitzel" userId="a8c48eef2a52f1db" providerId="LiveId" clId="{3B76E6B8-BC45-4E45-91C6-F0F33EC631A4}" dt="2026-05-12T15:39:51.929" v="18921" actId="11529"/>
          <ac:cxnSpMkLst>
            <pc:docMk/>
            <pc:sldMk cId="3025241297" sldId="2147480070"/>
            <ac:cxnSpMk id="11" creationId="{ADEC6CD6-D10C-5F66-CA80-3FEFAE287A4A}"/>
          </ac:cxnSpMkLst>
        </pc:cxnChg>
        <pc:cxnChg chg="add mod">
          <ac:chgData name="Chris Hawblitzel" userId="a8c48eef2a52f1db" providerId="LiveId" clId="{3B76E6B8-BC45-4E45-91C6-F0F33EC631A4}" dt="2026-05-09T20:48:47.727" v="811" actId="14100"/>
          <ac:cxnSpMkLst>
            <pc:docMk/>
            <pc:sldMk cId="3025241297" sldId="2147480070"/>
            <ac:cxnSpMk id="12" creationId="{14B50213-0769-8D5C-BDC8-9401DDE90F46}"/>
          </ac:cxnSpMkLst>
        </pc:cxnChg>
        <pc:cxnChg chg="add">
          <ac:chgData name="Chris Hawblitzel" userId="a8c48eef2a52f1db" providerId="LiveId" clId="{3B76E6B8-BC45-4E45-91C6-F0F33EC631A4}" dt="2026-05-12T15:39:59.299" v="18922" actId="11529"/>
          <ac:cxnSpMkLst>
            <pc:docMk/>
            <pc:sldMk cId="3025241297" sldId="2147480070"/>
            <ac:cxnSpMk id="14" creationId="{0D807A73-62ED-AF2F-B4D4-56A5D02D25AC}"/>
          </ac:cxnSpMkLst>
        </pc:cxnChg>
      </pc:sldChg>
      <pc:sldChg chg="addSp delSp modSp add mod modClrScheme delAnim modAnim chgLayout">
        <pc:chgData name="Chris Hawblitzel" userId="a8c48eef2a52f1db" providerId="LiveId" clId="{3B76E6B8-BC45-4E45-91C6-F0F33EC631A4}" dt="2026-05-10T17:27:01.662" v="5098" actId="20577"/>
        <pc:sldMkLst>
          <pc:docMk/>
          <pc:sldMk cId="184036217" sldId="2147480071"/>
        </pc:sldMkLst>
        <pc:spChg chg="mod ord">
          <ac:chgData name="Chris Hawblitzel" userId="a8c48eef2a52f1db" providerId="LiveId" clId="{3B76E6B8-BC45-4E45-91C6-F0F33EC631A4}" dt="2026-05-09T22:28:36.603" v="1586" actId="700"/>
          <ac:spMkLst>
            <pc:docMk/>
            <pc:sldMk cId="184036217" sldId="2147480071"/>
            <ac:spMk id="2" creationId="{413046AE-6E7B-57E9-3887-61E1C77ED121}"/>
          </ac:spMkLst>
        </pc:spChg>
        <pc:spChg chg="mod">
          <ac:chgData name="Chris Hawblitzel" userId="a8c48eef2a52f1db" providerId="LiveId" clId="{3B76E6B8-BC45-4E45-91C6-F0F33EC631A4}" dt="2026-05-10T00:12:21.722" v="1920" actId="1076"/>
          <ac:spMkLst>
            <pc:docMk/>
            <pc:sldMk cId="184036217" sldId="2147480071"/>
            <ac:spMk id="4" creationId="{C5A3AF93-CBC1-95EE-7315-596B5B365DEF}"/>
          </ac:spMkLst>
        </pc:spChg>
        <pc:spChg chg="mod">
          <ac:chgData name="Chris Hawblitzel" userId="a8c48eef2a52f1db" providerId="LiveId" clId="{3B76E6B8-BC45-4E45-91C6-F0F33EC631A4}" dt="2026-05-10T17:27:01.662" v="5098" actId="20577"/>
          <ac:spMkLst>
            <pc:docMk/>
            <pc:sldMk cId="184036217" sldId="2147480071"/>
            <ac:spMk id="5" creationId="{D8F3A560-8F26-C012-7123-8B9D9BCC41CC}"/>
          </ac:spMkLst>
        </pc:spChg>
        <pc:spChg chg="mod">
          <ac:chgData name="Chris Hawblitzel" userId="a8c48eef2a52f1db" providerId="LiveId" clId="{3B76E6B8-BC45-4E45-91C6-F0F33EC631A4}" dt="2026-05-10T00:12:17.771" v="1919" actId="1076"/>
          <ac:spMkLst>
            <pc:docMk/>
            <pc:sldMk cId="184036217" sldId="2147480071"/>
            <ac:spMk id="6" creationId="{5A1268C3-BED4-1557-84F6-00F5F96B5218}"/>
          </ac:spMkLst>
        </pc:spChg>
        <pc:spChg chg="mod">
          <ac:chgData name="Chris Hawblitzel" userId="a8c48eef2a52f1db" providerId="LiveId" clId="{3B76E6B8-BC45-4E45-91C6-F0F33EC631A4}" dt="2026-05-10T00:12:06.500" v="1917" actId="1076"/>
          <ac:spMkLst>
            <pc:docMk/>
            <pc:sldMk cId="184036217" sldId="2147480071"/>
            <ac:spMk id="7" creationId="{AC4E14F7-DFE0-1AB8-D439-585B70F242E6}"/>
          </ac:spMkLst>
        </pc:spChg>
        <pc:spChg chg="add mod">
          <ac:chgData name="Chris Hawblitzel" userId="a8c48eef2a52f1db" providerId="LiveId" clId="{3B76E6B8-BC45-4E45-91C6-F0F33EC631A4}" dt="2026-05-10T00:12:06.500" v="1917" actId="1076"/>
          <ac:spMkLst>
            <pc:docMk/>
            <pc:sldMk cId="184036217" sldId="2147480071"/>
            <ac:spMk id="8" creationId="{E24F3402-61D4-7505-AAC3-3674274EC3DF}"/>
          </ac:spMkLst>
        </pc:spChg>
        <pc:spChg chg="add mod">
          <ac:chgData name="Chris Hawblitzel" userId="a8c48eef2a52f1db" providerId="LiveId" clId="{3B76E6B8-BC45-4E45-91C6-F0F33EC631A4}" dt="2026-05-10T00:18:44.766" v="1950" actId="6549"/>
          <ac:spMkLst>
            <pc:docMk/>
            <pc:sldMk cId="184036217" sldId="2147480071"/>
            <ac:spMk id="16" creationId="{65A33E2E-574C-4CAC-CB60-CF6119CCBC1F}"/>
          </ac:spMkLst>
        </pc:spChg>
        <pc:spChg chg="add mod">
          <ac:chgData name="Chris Hawblitzel" userId="a8c48eef2a52f1db" providerId="LiveId" clId="{3B76E6B8-BC45-4E45-91C6-F0F33EC631A4}" dt="2026-05-10T00:20:40.390" v="1968"/>
          <ac:spMkLst>
            <pc:docMk/>
            <pc:sldMk cId="184036217" sldId="2147480071"/>
            <ac:spMk id="17" creationId="{8B0FEC41-0107-715F-8B36-7E927E8F9360}"/>
          </ac:spMkLst>
        </pc:spChg>
        <pc:spChg chg="add mod">
          <ac:chgData name="Chris Hawblitzel" userId="a8c48eef2a52f1db" providerId="LiveId" clId="{3B76E6B8-BC45-4E45-91C6-F0F33EC631A4}" dt="2026-05-10T00:20:40.390" v="1968"/>
          <ac:spMkLst>
            <pc:docMk/>
            <pc:sldMk cId="184036217" sldId="2147480071"/>
            <ac:spMk id="18" creationId="{53F5E99F-4DE6-9E4E-AF9B-5EF1455B4D8D}"/>
          </ac:spMkLst>
        </pc:spChg>
      </pc:sldChg>
      <pc:sldChg chg="addSp delSp modSp add mod modClrScheme addAnim delAnim modAnim chgLayout">
        <pc:chgData name="Chris Hawblitzel" userId="a8c48eef2a52f1db" providerId="LiveId" clId="{3B76E6B8-BC45-4E45-91C6-F0F33EC631A4}" dt="2026-05-10T17:24:00.481" v="5096" actId="1076"/>
        <pc:sldMkLst>
          <pc:docMk/>
          <pc:sldMk cId="1799037714" sldId="2147480073"/>
        </pc:sldMkLst>
        <pc:spChg chg="mod ord">
          <ac:chgData name="Chris Hawblitzel" userId="a8c48eef2a52f1db" providerId="LiveId" clId="{3B76E6B8-BC45-4E45-91C6-F0F33EC631A4}" dt="2026-05-09T22:28:52.746" v="1588" actId="700"/>
          <ac:spMkLst>
            <pc:docMk/>
            <pc:sldMk cId="1799037714" sldId="2147480073"/>
            <ac:spMk id="2" creationId="{81F1D827-5BBA-6224-50C1-2DA1A708987A}"/>
          </ac:spMkLst>
        </pc:spChg>
        <pc:spChg chg="mod">
          <ac:chgData name="Chris Hawblitzel" userId="a8c48eef2a52f1db" providerId="LiveId" clId="{3B76E6B8-BC45-4E45-91C6-F0F33EC631A4}" dt="2026-05-09T22:41:41.261" v="1652" actId="693"/>
          <ac:spMkLst>
            <pc:docMk/>
            <pc:sldMk cId="1799037714" sldId="2147480073"/>
            <ac:spMk id="4" creationId="{821C6992-32F9-0031-67B8-393E3A60DE8C}"/>
          </ac:spMkLst>
        </pc:spChg>
        <pc:spChg chg="mod">
          <ac:chgData name="Chris Hawblitzel" userId="a8c48eef2a52f1db" providerId="LiveId" clId="{3B76E6B8-BC45-4E45-91C6-F0F33EC631A4}" dt="2026-05-09T22:42:36.140" v="1655" actId="1076"/>
          <ac:spMkLst>
            <pc:docMk/>
            <pc:sldMk cId="1799037714" sldId="2147480073"/>
            <ac:spMk id="5" creationId="{173490F1-B791-0AEC-68B5-C047ABD89CBA}"/>
          </ac:spMkLst>
        </pc:spChg>
        <pc:spChg chg="mod">
          <ac:chgData name="Chris Hawblitzel" userId="a8c48eef2a52f1db" providerId="LiveId" clId="{3B76E6B8-BC45-4E45-91C6-F0F33EC631A4}" dt="2026-05-09T22:40:12.482" v="1641" actId="1076"/>
          <ac:spMkLst>
            <pc:docMk/>
            <pc:sldMk cId="1799037714" sldId="2147480073"/>
            <ac:spMk id="6" creationId="{F0903569-7532-51EE-D654-5FCC5E8B58D5}"/>
          </ac:spMkLst>
        </pc:spChg>
        <pc:spChg chg="add mod ord">
          <ac:chgData name="Chris Hawblitzel" userId="a8c48eef2a52f1db" providerId="LiveId" clId="{3B76E6B8-BC45-4E45-91C6-F0F33EC631A4}" dt="2026-05-09T22:42:39.635" v="1656" actId="1076"/>
          <ac:spMkLst>
            <pc:docMk/>
            <pc:sldMk cId="1799037714" sldId="2147480073"/>
            <ac:spMk id="7" creationId="{82AFCB70-95C5-2FB4-B5FB-6C0B1D7B672A}"/>
          </ac:spMkLst>
        </pc:spChg>
        <pc:spChg chg="add mod">
          <ac:chgData name="Chris Hawblitzel" userId="a8c48eef2a52f1db" providerId="LiveId" clId="{3B76E6B8-BC45-4E45-91C6-F0F33EC631A4}" dt="2026-05-09T22:46:47.338" v="1711" actId="1076"/>
          <ac:spMkLst>
            <pc:docMk/>
            <pc:sldMk cId="1799037714" sldId="2147480073"/>
            <ac:spMk id="8" creationId="{EB0054E6-F054-F78F-6C41-E403B1322215}"/>
          </ac:spMkLst>
        </pc:spChg>
        <pc:spChg chg="mod">
          <ac:chgData name="Chris Hawblitzel" userId="a8c48eef2a52f1db" providerId="LiveId" clId="{3B76E6B8-BC45-4E45-91C6-F0F33EC631A4}" dt="2026-05-09T22:46:55.257" v="1712" actId="1076"/>
          <ac:spMkLst>
            <pc:docMk/>
            <pc:sldMk cId="1799037714" sldId="2147480073"/>
            <ac:spMk id="9" creationId="{074D6C61-9465-0B90-9A1A-DAEE43D0E610}"/>
          </ac:spMkLst>
        </pc:spChg>
        <pc:spChg chg="mod">
          <ac:chgData name="Chris Hawblitzel" userId="a8c48eef2a52f1db" providerId="LiveId" clId="{3B76E6B8-BC45-4E45-91C6-F0F33EC631A4}" dt="2026-05-09T22:44:48.834" v="1688" actId="20577"/>
          <ac:spMkLst>
            <pc:docMk/>
            <pc:sldMk cId="1799037714" sldId="2147480073"/>
            <ac:spMk id="10" creationId="{7F5DCC25-F5CB-DD94-9186-EF5A59712957}"/>
          </ac:spMkLst>
        </pc:spChg>
        <pc:spChg chg="mod">
          <ac:chgData name="Chris Hawblitzel" userId="a8c48eef2a52f1db" providerId="LiveId" clId="{3B76E6B8-BC45-4E45-91C6-F0F33EC631A4}" dt="2026-05-09T22:46:47.338" v="1711" actId="1076"/>
          <ac:spMkLst>
            <pc:docMk/>
            <pc:sldMk cId="1799037714" sldId="2147480073"/>
            <ac:spMk id="11" creationId="{E2E95247-1D9B-AF0E-500D-EDC7AB5E89CC}"/>
          </ac:spMkLst>
        </pc:spChg>
        <pc:spChg chg="add mod">
          <ac:chgData name="Chris Hawblitzel" userId="a8c48eef2a52f1db" providerId="LiveId" clId="{3B76E6B8-BC45-4E45-91C6-F0F33EC631A4}" dt="2026-05-10T17:23:10.213" v="5093" actId="1076"/>
          <ac:spMkLst>
            <pc:docMk/>
            <pc:sldMk cId="1799037714" sldId="2147480073"/>
            <ac:spMk id="12" creationId="{C180E80E-C330-AD42-28AB-F8D319E1BFB6}"/>
          </ac:spMkLst>
        </pc:spChg>
        <pc:spChg chg="add">
          <ac:chgData name="Chris Hawblitzel" userId="a8c48eef2a52f1db" providerId="LiveId" clId="{3B76E6B8-BC45-4E45-91C6-F0F33EC631A4}" dt="2026-05-09T22:45:25.214" v="1691" actId="11529"/>
          <ac:spMkLst>
            <pc:docMk/>
            <pc:sldMk cId="1799037714" sldId="2147480073"/>
            <ac:spMk id="13" creationId="{AF1569C2-4D81-E791-1C9A-E03B00220E59}"/>
          </ac:spMkLst>
        </pc:spChg>
        <pc:spChg chg="add mod">
          <ac:chgData name="Chris Hawblitzel" userId="a8c48eef2a52f1db" providerId="LiveId" clId="{3B76E6B8-BC45-4E45-91C6-F0F33EC631A4}" dt="2026-05-09T22:45:39.249" v="1693" actId="197"/>
          <ac:spMkLst>
            <pc:docMk/>
            <pc:sldMk cId="1799037714" sldId="2147480073"/>
            <ac:spMk id="14" creationId="{2BBC1368-BB28-68FC-CBC5-51836E11FE56}"/>
          </ac:spMkLst>
        </pc:spChg>
        <pc:spChg chg="add mod">
          <ac:chgData name="Chris Hawblitzel" userId="a8c48eef2a52f1db" providerId="LiveId" clId="{3B76E6B8-BC45-4E45-91C6-F0F33EC631A4}" dt="2026-05-09T22:46:13.091" v="1705" actId="1076"/>
          <ac:spMkLst>
            <pc:docMk/>
            <pc:sldMk cId="1799037714" sldId="2147480073"/>
            <ac:spMk id="15" creationId="{40E59E4C-4645-5AE8-7962-C495714A0750}"/>
          </ac:spMkLst>
        </pc:spChg>
        <pc:spChg chg="add mod">
          <ac:chgData name="Chris Hawblitzel" userId="a8c48eef2a52f1db" providerId="LiveId" clId="{3B76E6B8-BC45-4E45-91C6-F0F33EC631A4}" dt="2026-05-09T22:46:30.341" v="1708" actId="571"/>
          <ac:spMkLst>
            <pc:docMk/>
            <pc:sldMk cId="1799037714" sldId="2147480073"/>
            <ac:spMk id="18" creationId="{3942BCF0-CF98-D9A8-58E0-34BB2B81806C}"/>
          </ac:spMkLst>
        </pc:spChg>
        <pc:spChg chg="add mod">
          <ac:chgData name="Chris Hawblitzel" userId="a8c48eef2a52f1db" providerId="LiveId" clId="{3B76E6B8-BC45-4E45-91C6-F0F33EC631A4}" dt="2026-05-10T17:24:00.481" v="5096" actId="1076"/>
          <ac:spMkLst>
            <pc:docMk/>
            <pc:sldMk cId="1799037714" sldId="2147480073"/>
            <ac:spMk id="19" creationId="{A612FCA5-BED4-D8D9-AF10-9CE2BD0F9C59}"/>
          </ac:spMkLst>
        </pc:spChg>
        <pc:spChg chg="add mod">
          <ac:chgData name="Chris Hawblitzel" userId="a8c48eef2a52f1db" providerId="LiveId" clId="{3B76E6B8-BC45-4E45-91C6-F0F33EC631A4}" dt="2026-05-10T17:23:58.014" v="5095" actId="1076"/>
          <ac:spMkLst>
            <pc:docMk/>
            <pc:sldMk cId="1799037714" sldId="2147480073"/>
            <ac:spMk id="20" creationId="{12B651D8-9E2F-46BC-C823-7F520D645177}"/>
          </ac:spMkLst>
        </pc:spChg>
      </pc:sldChg>
      <pc:sldChg chg="delSp modSp add mod delAnim modAnim">
        <pc:chgData name="Chris Hawblitzel" userId="a8c48eef2a52f1db" providerId="LiveId" clId="{3B76E6B8-BC45-4E45-91C6-F0F33EC631A4}" dt="2026-05-10T17:15:34.365" v="5075"/>
        <pc:sldMkLst>
          <pc:docMk/>
          <pc:sldMk cId="2054281957" sldId="2147480074"/>
        </pc:sldMkLst>
        <pc:spChg chg="mod">
          <ac:chgData name="Chris Hawblitzel" userId="a8c48eef2a52f1db" providerId="LiveId" clId="{3B76E6B8-BC45-4E45-91C6-F0F33EC631A4}" dt="2026-05-09T22:49:51.791" v="1776" actId="20577"/>
          <ac:spMkLst>
            <pc:docMk/>
            <pc:sldMk cId="2054281957" sldId="2147480074"/>
            <ac:spMk id="2" creationId="{D31E187F-913C-1804-6D29-077494DDF3DB}"/>
          </ac:spMkLst>
        </pc:spChg>
        <pc:spChg chg="mod">
          <ac:chgData name="Chris Hawblitzel" userId="a8c48eef2a52f1db" providerId="LiveId" clId="{3B76E6B8-BC45-4E45-91C6-F0F33EC631A4}" dt="2026-05-09T22:50:57.944" v="1804" actId="20577"/>
          <ac:spMkLst>
            <pc:docMk/>
            <pc:sldMk cId="2054281957" sldId="2147480074"/>
            <ac:spMk id="5" creationId="{6DA2C2DB-FFA7-4F6F-9CE9-7F18F0FEED80}"/>
          </ac:spMkLst>
        </pc:spChg>
        <pc:spChg chg="mod">
          <ac:chgData name="Chris Hawblitzel" userId="a8c48eef2a52f1db" providerId="LiveId" clId="{3B76E6B8-BC45-4E45-91C6-F0F33EC631A4}" dt="2026-05-09T22:53:57.677" v="1905" actId="1076"/>
          <ac:spMkLst>
            <pc:docMk/>
            <pc:sldMk cId="2054281957" sldId="2147480074"/>
            <ac:spMk id="6" creationId="{F8652EE9-A7C0-ED28-FB7E-8BD41007EA48}"/>
          </ac:spMkLst>
        </pc:spChg>
        <pc:spChg chg="mod">
          <ac:chgData name="Chris Hawblitzel" userId="a8c48eef2a52f1db" providerId="LiveId" clId="{3B76E6B8-BC45-4E45-91C6-F0F33EC631A4}" dt="2026-05-09T22:54:25.875" v="1911" actId="1076"/>
          <ac:spMkLst>
            <pc:docMk/>
            <pc:sldMk cId="2054281957" sldId="2147480074"/>
            <ac:spMk id="7" creationId="{A35C8E76-9A3F-ACA1-A39F-0A4FB89C580A}"/>
          </ac:spMkLst>
        </pc:spChg>
        <pc:spChg chg="mod">
          <ac:chgData name="Chris Hawblitzel" userId="a8c48eef2a52f1db" providerId="LiveId" clId="{3B76E6B8-BC45-4E45-91C6-F0F33EC631A4}" dt="2026-05-10T00:14:54.116" v="1927" actId="20577"/>
          <ac:spMkLst>
            <pc:docMk/>
            <pc:sldMk cId="2054281957" sldId="2147480074"/>
            <ac:spMk id="8" creationId="{E0EE0BAA-D3A1-41AC-DD34-8F66FE862A4F}"/>
          </ac:spMkLst>
        </pc:spChg>
        <pc:spChg chg="mod">
          <ac:chgData name="Chris Hawblitzel" userId="a8c48eef2a52f1db" providerId="LiveId" clId="{3B76E6B8-BC45-4E45-91C6-F0F33EC631A4}" dt="2026-05-09T22:54:02.544" v="1907" actId="1076"/>
          <ac:spMkLst>
            <pc:docMk/>
            <pc:sldMk cId="2054281957" sldId="2147480074"/>
            <ac:spMk id="9" creationId="{A8C90554-3F9F-3C5B-67BF-B6D1DB162DBA}"/>
          </ac:spMkLst>
        </pc:spChg>
        <pc:spChg chg="mod">
          <ac:chgData name="Chris Hawblitzel" userId="a8c48eef2a52f1db" providerId="LiveId" clId="{3B76E6B8-BC45-4E45-91C6-F0F33EC631A4}" dt="2026-05-09T22:51:52.191" v="1826" actId="20577"/>
          <ac:spMkLst>
            <pc:docMk/>
            <pc:sldMk cId="2054281957" sldId="2147480074"/>
            <ac:spMk id="10" creationId="{5A023158-9486-F76F-CB94-C4865E79292A}"/>
          </ac:spMkLst>
        </pc:spChg>
        <pc:spChg chg="mod">
          <ac:chgData name="Chris Hawblitzel" userId="a8c48eef2a52f1db" providerId="LiveId" clId="{3B76E6B8-BC45-4E45-91C6-F0F33EC631A4}" dt="2026-05-10T00:14:50.680" v="1926" actId="20577"/>
          <ac:spMkLst>
            <pc:docMk/>
            <pc:sldMk cId="2054281957" sldId="2147480074"/>
            <ac:spMk id="11" creationId="{8205B10B-EF9A-C35B-49FB-EBF90119A5B1}"/>
          </ac:spMkLst>
        </pc:spChg>
        <pc:spChg chg="mod">
          <ac:chgData name="Chris Hawblitzel" userId="a8c48eef2a52f1db" providerId="LiveId" clId="{3B76E6B8-BC45-4E45-91C6-F0F33EC631A4}" dt="2026-05-10T00:14:56.820" v="1928" actId="20577"/>
          <ac:spMkLst>
            <pc:docMk/>
            <pc:sldMk cId="2054281957" sldId="2147480074"/>
            <ac:spMk id="12" creationId="{CE79D8F7-93A3-9891-0FD7-AA8C5FC11D2D}"/>
          </ac:spMkLst>
        </pc:spChg>
        <pc:spChg chg="mod">
          <ac:chgData name="Chris Hawblitzel" userId="a8c48eef2a52f1db" providerId="LiveId" clId="{3B76E6B8-BC45-4E45-91C6-F0F33EC631A4}" dt="2026-05-09T22:54:00.463" v="1906" actId="1076"/>
          <ac:spMkLst>
            <pc:docMk/>
            <pc:sldMk cId="2054281957" sldId="2147480074"/>
            <ac:spMk id="15" creationId="{A4A97D72-FB2E-FF0B-33A5-2553B0835CDF}"/>
          </ac:spMkLst>
        </pc:spChg>
        <pc:spChg chg="mod">
          <ac:chgData name="Chris Hawblitzel" userId="a8c48eef2a52f1db" providerId="LiveId" clId="{3B76E6B8-BC45-4E45-91C6-F0F33EC631A4}" dt="2026-05-09T23:00:56.273" v="1912" actId="1076"/>
          <ac:spMkLst>
            <pc:docMk/>
            <pc:sldMk cId="2054281957" sldId="2147480074"/>
            <ac:spMk id="19" creationId="{8447CCE1-A306-B901-B513-70C245336A35}"/>
          </ac:spMkLst>
        </pc:spChg>
        <pc:spChg chg="mod">
          <ac:chgData name="Chris Hawblitzel" userId="a8c48eef2a52f1db" providerId="LiveId" clId="{3B76E6B8-BC45-4E45-91C6-F0F33EC631A4}" dt="2026-05-09T23:00:59.730" v="1913" actId="1076"/>
          <ac:spMkLst>
            <pc:docMk/>
            <pc:sldMk cId="2054281957" sldId="2147480074"/>
            <ac:spMk id="20" creationId="{A560FA36-97D7-D6C1-F6C9-2A0B410E96ED}"/>
          </ac:spMkLst>
        </pc:spChg>
      </pc:sldChg>
      <pc:sldChg chg="addSp modSp add mod modAnim">
        <pc:chgData name="Chris Hawblitzel" userId="a8c48eef2a52f1db" providerId="LiveId" clId="{3B76E6B8-BC45-4E45-91C6-F0F33EC631A4}" dt="2026-05-10T17:27:22.781" v="5144" actId="20577"/>
        <pc:sldMkLst>
          <pc:docMk/>
          <pc:sldMk cId="2050032913" sldId="2147480075"/>
        </pc:sldMkLst>
        <pc:spChg chg="add mod">
          <ac:chgData name="Chris Hawblitzel" userId="a8c48eef2a52f1db" providerId="LiveId" clId="{3B76E6B8-BC45-4E45-91C6-F0F33EC631A4}" dt="2026-05-10T00:15:01.090" v="1929" actId="20577"/>
          <ac:spMkLst>
            <pc:docMk/>
            <pc:sldMk cId="2050032913" sldId="2147480075"/>
            <ac:spMk id="3" creationId="{53663785-1120-5287-739A-5BD2CBD6187D}"/>
          </ac:spMkLst>
        </pc:spChg>
        <pc:spChg chg="mod">
          <ac:chgData name="Chris Hawblitzel" userId="a8c48eef2a52f1db" providerId="LiveId" clId="{3B76E6B8-BC45-4E45-91C6-F0F33EC631A4}" dt="2026-05-10T17:27:22.781" v="5144" actId="20577"/>
          <ac:spMkLst>
            <pc:docMk/>
            <pc:sldMk cId="2050032913" sldId="2147480075"/>
            <ac:spMk id="5" creationId="{32AD0434-ECED-7599-3BC8-F69C1C295903}"/>
          </ac:spMkLst>
        </pc:spChg>
        <pc:spChg chg="mod">
          <ac:chgData name="Chris Hawblitzel" userId="a8c48eef2a52f1db" providerId="LiveId" clId="{3B76E6B8-BC45-4E45-91C6-F0F33EC631A4}" dt="2026-05-10T00:20:20.831" v="1965" actId="1076"/>
          <ac:spMkLst>
            <pc:docMk/>
            <pc:sldMk cId="2050032913" sldId="2147480075"/>
            <ac:spMk id="11" creationId="{726DBE48-9CEE-3F7F-3758-CB8E0C4B1CEC}"/>
          </ac:spMkLst>
        </pc:spChg>
        <pc:spChg chg="mod">
          <ac:chgData name="Chris Hawblitzel" userId="a8c48eef2a52f1db" providerId="LiveId" clId="{3B76E6B8-BC45-4E45-91C6-F0F33EC631A4}" dt="2026-05-10T00:20:18.700" v="1964" actId="1076"/>
          <ac:spMkLst>
            <pc:docMk/>
            <pc:sldMk cId="2050032913" sldId="2147480075"/>
            <ac:spMk id="12" creationId="{085A5E73-E94B-C794-BF27-13F6E7863636}"/>
          </ac:spMkLst>
        </pc:spChg>
        <pc:spChg chg="mod">
          <ac:chgData name="Chris Hawblitzel" userId="a8c48eef2a52f1db" providerId="LiveId" clId="{3B76E6B8-BC45-4E45-91C6-F0F33EC631A4}" dt="2026-05-10T00:18:59.952" v="1963" actId="6549"/>
          <ac:spMkLst>
            <pc:docMk/>
            <pc:sldMk cId="2050032913" sldId="2147480075"/>
            <ac:spMk id="16" creationId="{02221652-47BD-769C-0040-4C80CF2B0C1C}"/>
          </ac:spMkLst>
        </pc:spChg>
      </pc:sldChg>
      <pc:sldChg chg="addSp modSp add mod ord modClrScheme modAnim chgLayout">
        <pc:chgData name="Chris Hawblitzel" userId="a8c48eef2a52f1db" providerId="LiveId" clId="{3B76E6B8-BC45-4E45-91C6-F0F33EC631A4}" dt="2026-05-10T16:29:54.549" v="4865" actId="20577"/>
        <pc:sldMkLst>
          <pc:docMk/>
          <pc:sldMk cId="1269856650" sldId="2147480076"/>
        </pc:sldMkLst>
        <pc:spChg chg="mod ord">
          <ac:chgData name="Chris Hawblitzel" userId="a8c48eef2a52f1db" providerId="LiveId" clId="{3B76E6B8-BC45-4E45-91C6-F0F33EC631A4}" dt="2026-05-10T10:51:47.859" v="2811" actId="700"/>
          <ac:spMkLst>
            <pc:docMk/>
            <pc:sldMk cId="1269856650" sldId="2147480076"/>
            <ac:spMk id="2" creationId="{60C89EF9-6964-A867-4C29-9136C0335CBA}"/>
          </ac:spMkLst>
        </pc:spChg>
        <pc:spChg chg="add mod">
          <ac:chgData name="Chris Hawblitzel" userId="a8c48eef2a52f1db" providerId="LiveId" clId="{3B76E6B8-BC45-4E45-91C6-F0F33EC631A4}" dt="2026-05-10T10:37:20.111" v="2725" actId="113"/>
          <ac:spMkLst>
            <pc:docMk/>
            <pc:sldMk cId="1269856650" sldId="2147480076"/>
            <ac:spMk id="3" creationId="{9D8C9D54-E6EB-B2DE-4A74-4679C7BF16E6}"/>
          </ac:spMkLst>
        </pc:spChg>
        <pc:spChg chg="add mod">
          <ac:chgData name="Chris Hawblitzel" userId="a8c48eef2a52f1db" providerId="LiveId" clId="{3B76E6B8-BC45-4E45-91C6-F0F33EC631A4}" dt="2026-05-10T16:29:54.549" v="4865" actId="20577"/>
          <ac:spMkLst>
            <pc:docMk/>
            <pc:sldMk cId="1269856650" sldId="2147480076"/>
            <ac:spMk id="4" creationId="{13B708C0-9EDE-0BA7-1A1F-47C46A09B668}"/>
          </ac:spMkLst>
        </pc:spChg>
        <pc:spChg chg="mod">
          <ac:chgData name="Chris Hawblitzel" userId="a8c48eef2a52f1db" providerId="LiveId" clId="{3B76E6B8-BC45-4E45-91C6-F0F33EC631A4}" dt="2026-05-10T10:37:15.994" v="2724" actId="113"/>
          <ac:spMkLst>
            <pc:docMk/>
            <pc:sldMk cId="1269856650" sldId="2147480076"/>
            <ac:spMk id="5" creationId="{06CB125C-FFCD-8641-A393-36A22F68CE21}"/>
          </ac:spMkLst>
        </pc:spChg>
        <pc:spChg chg="add mod">
          <ac:chgData name="Chris Hawblitzel" userId="a8c48eef2a52f1db" providerId="LiveId" clId="{3B76E6B8-BC45-4E45-91C6-F0F33EC631A4}" dt="2026-05-10T16:26:38.929" v="4849" actId="1076"/>
          <ac:spMkLst>
            <pc:docMk/>
            <pc:sldMk cId="1269856650" sldId="2147480076"/>
            <ac:spMk id="6" creationId="{FACC21BE-7F93-19C0-4DAA-A5398754AB44}"/>
          </ac:spMkLst>
        </pc:spChg>
        <pc:cxnChg chg="add">
          <ac:chgData name="Chris Hawblitzel" userId="a8c48eef2a52f1db" providerId="LiveId" clId="{3B76E6B8-BC45-4E45-91C6-F0F33EC631A4}" dt="2026-05-10T16:24:07.982" v="4846" actId="11529"/>
          <ac:cxnSpMkLst>
            <pc:docMk/>
            <pc:sldMk cId="1269856650" sldId="2147480076"/>
            <ac:cxnSpMk id="8" creationId="{17832A37-77A6-5BE1-DBE3-DB08A557E734}"/>
          </ac:cxnSpMkLst>
        </pc:cxnChg>
        <pc:cxnChg chg="add">
          <ac:chgData name="Chris Hawblitzel" userId="a8c48eef2a52f1db" providerId="LiveId" clId="{3B76E6B8-BC45-4E45-91C6-F0F33EC631A4}" dt="2026-05-10T16:24:28.967" v="4847" actId="11529"/>
          <ac:cxnSpMkLst>
            <pc:docMk/>
            <pc:sldMk cId="1269856650" sldId="2147480076"/>
            <ac:cxnSpMk id="10" creationId="{38F3D312-9A98-18DB-FF43-F76F8007844E}"/>
          </ac:cxnSpMkLst>
        </pc:cxnChg>
      </pc:sldChg>
      <pc:sldChg chg="addSp modSp add mod modClrScheme chgLayout">
        <pc:chgData name="Chris Hawblitzel" userId="a8c48eef2a52f1db" providerId="LiveId" clId="{3B76E6B8-BC45-4E45-91C6-F0F33EC631A4}" dt="2026-05-10T17:31:21.200" v="5172" actId="20577"/>
        <pc:sldMkLst>
          <pc:docMk/>
          <pc:sldMk cId="134058646" sldId="2147480077"/>
        </pc:sldMkLst>
        <pc:spChg chg="mod ord">
          <ac:chgData name="Chris Hawblitzel" userId="a8c48eef2a52f1db" providerId="LiveId" clId="{3B76E6B8-BC45-4E45-91C6-F0F33EC631A4}" dt="2026-05-10T01:38:30.496" v="2171" actId="20577"/>
          <ac:spMkLst>
            <pc:docMk/>
            <pc:sldMk cId="134058646" sldId="2147480077"/>
            <ac:spMk id="2" creationId="{60C89EF9-6964-A867-4C29-9136C0335CBA}"/>
          </ac:spMkLst>
        </pc:spChg>
        <pc:spChg chg="add mod">
          <ac:chgData name="Chris Hawblitzel" userId="a8c48eef2a52f1db" providerId="LiveId" clId="{3B76E6B8-BC45-4E45-91C6-F0F33EC631A4}" dt="2026-05-10T17:31:21.200" v="5172" actId="20577"/>
          <ac:spMkLst>
            <pc:docMk/>
            <pc:sldMk cId="134058646" sldId="2147480077"/>
            <ac:spMk id="3" creationId="{D8FB7248-0D81-78BC-733F-AE6BBD5319F1}"/>
          </ac:spMkLst>
        </pc:spChg>
        <pc:spChg chg="mod">
          <ac:chgData name="Chris Hawblitzel" userId="a8c48eef2a52f1db" providerId="LiveId" clId="{3B76E6B8-BC45-4E45-91C6-F0F33EC631A4}" dt="2026-05-10T17:30:59.762" v="5157" actId="13822"/>
          <ac:spMkLst>
            <pc:docMk/>
            <pc:sldMk cId="134058646" sldId="2147480077"/>
            <ac:spMk id="5" creationId="{06CB125C-FFCD-8641-A393-36A22F68CE21}"/>
          </ac:spMkLst>
        </pc:spChg>
      </pc:sldChg>
      <pc:sldChg chg="addSp delSp modSp add mod">
        <pc:chgData name="Chris Hawblitzel" userId="a8c48eef2a52f1db" providerId="LiveId" clId="{3B76E6B8-BC45-4E45-91C6-F0F33EC631A4}" dt="2026-05-10T16:31:50.905" v="4876" actId="20577"/>
        <pc:sldMkLst>
          <pc:docMk/>
          <pc:sldMk cId="2865695070" sldId="2147480078"/>
        </pc:sldMkLst>
        <pc:spChg chg="mod">
          <ac:chgData name="Chris Hawblitzel" userId="a8c48eef2a52f1db" providerId="LiveId" clId="{3B76E6B8-BC45-4E45-91C6-F0F33EC631A4}" dt="2026-05-10T11:12:07.976" v="2851" actId="20577"/>
          <ac:spMkLst>
            <pc:docMk/>
            <pc:sldMk cId="2865695070" sldId="2147480078"/>
            <ac:spMk id="2" creationId="{24D073DE-B6F9-0DEF-6132-0A7A1034FDE4}"/>
          </ac:spMkLst>
        </pc:spChg>
        <pc:spChg chg="add mod">
          <ac:chgData name="Chris Hawblitzel" userId="a8c48eef2a52f1db" providerId="LiveId" clId="{3B76E6B8-BC45-4E45-91C6-F0F33EC631A4}" dt="2026-05-10T11:22:32.231" v="3068" actId="1076"/>
          <ac:spMkLst>
            <pc:docMk/>
            <pc:sldMk cId="2865695070" sldId="2147480078"/>
            <ac:spMk id="3" creationId="{6CE8B24A-F510-9773-EB69-9B271D7EA924}"/>
          </ac:spMkLst>
        </pc:spChg>
        <pc:spChg chg="add mod">
          <ac:chgData name="Chris Hawblitzel" userId="a8c48eef2a52f1db" providerId="LiveId" clId="{3B76E6B8-BC45-4E45-91C6-F0F33EC631A4}" dt="2026-05-10T11:20:51.738" v="3047" actId="1076"/>
          <ac:spMkLst>
            <pc:docMk/>
            <pc:sldMk cId="2865695070" sldId="2147480078"/>
            <ac:spMk id="4" creationId="{E8E262EC-7BB5-A00A-D584-F409578AC7D4}"/>
          </ac:spMkLst>
        </pc:spChg>
        <pc:spChg chg="add del mod">
          <ac:chgData name="Chris Hawblitzel" userId="a8c48eef2a52f1db" providerId="LiveId" clId="{3B76E6B8-BC45-4E45-91C6-F0F33EC631A4}" dt="2026-05-10T11:35:28.407" v="3256" actId="20577"/>
          <ac:spMkLst>
            <pc:docMk/>
            <pc:sldMk cId="2865695070" sldId="2147480078"/>
            <ac:spMk id="5" creationId="{78DF14CB-F61B-3E3D-A896-0910DF0C2B56}"/>
          </ac:spMkLst>
        </pc:spChg>
        <pc:spChg chg="add mod">
          <ac:chgData name="Chris Hawblitzel" userId="a8c48eef2a52f1db" providerId="LiveId" clId="{3B76E6B8-BC45-4E45-91C6-F0F33EC631A4}" dt="2026-05-10T11:22:32.231" v="3068" actId="1076"/>
          <ac:spMkLst>
            <pc:docMk/>
            <pc:sldMk cId="2865695070" sldId="2147480078"/>
            <ac:spMk id="7" creationId="{5F98CDE4-558A-774B-C5D2-3677D2EAD2B2}"/>
          </ac:spMkLst>
        </pc:spChg>
        <pc:spChg chg="add mod">
          <ac:chgData name="Chris Hawblitzel" userId="a8c48eef2a52f1db" providerId="LiveId" clId="{3B76E6B8-BC45-4E45-91C6-F0F33EC631A4}" dt="2026-05-10T16:31:50.905" v="4876" actId="20577"/>
          <ac:spMkLst>
            <pc:docMk/>
            <pc:sldMk cId="2865695070" sldId="2147480078"/>
            <ac:spMk id="13" creationId="{780DB5B9-1997-F9DD-5FC1-5128156EE87D}"/>
          </ac:spMkLst>
        </pc:spChg>
        <pc:cxnChg chg="add mod">
          <ac:chgData name="Chris Hawblitzel" userId="a8c48eef2a52f1db" providerId="LiveId" clId="{3B76E6B8-BC45-4E45-91C6-F0F33EC631A4}" dt="2026-05-10T11:22:25.357" v="3067" actId="14100"/>
          <ac:cxnSpMkLst>
            <pc:docMk/>
            <pc:sldMk cId="2865695070" sldId="2147480078"/>
            <ac:cxnSpMk id="11" creationId="{7AB5B10F-3F3C-1965-6E20-6EDD8D83C5FA}"/>
          </ac:cxnSpMkLst>
        </pc:cxnChg>
      </pc:sldChg>
      <pc:sldChg chg="delSp modSp add mod">
        <pc:chgData name="Chris Hawblitzel" userId="a8c48eef2a52f1db" providerId="LiveId" clId="{3B76E6B8-BC45-4E45-91C6-F0F33EC631A4}" dt="2026-05-10T17:29:18.148" v="5154" actId="20577"/>
        <pc:sldMkLst>
          <pc:docMk/>
          <pc:sldMk cId="3624587328" sldId="2147480079"/>
        </pc:sldMkLst>
        <pc:spChg chg="mod">
          <ac:chgData name="Chris Hawblitzel" userId="a8c48eef2a52f1db" providerId="LiveId" clId="{3B76E6B8-BC45-4E45-91C6-F0F33EC631A4}" dt="2026-05-10T17:29:18.148" v="5154" actId="20577"/>
          <ac:spMkLst>
            <pc:docMk/>
            <pc:sldMk cId="3624587328" sldId="2147480079"/>
            <ac:spMk id="2" creationId="{4549BE5F-48B6-C09B-F1C3-AE0868ECCD19}"/>
          </ac:spMkLst>
        </pc:spChg>
        <pc:spChg chg="mod">
          <ac:chgData name="Chris Hawblitzel" userId="a8c48eef2a52f1db" providerId="LiveId" clId="{3B76E6B8-BC45-4E45-91C6-F0F33EC631A4}" dt="2026-05-10T11:35:09.020" v="3233" actId="20577"/>
          <ac:spMkLst>
            <pc:docMk/>
            <pc:sldMk cId="3624587328" sldId="2147480079"/>
            <ac:spMk id="5" creationId="{B3EBEE9E-3B42-9132-C64C-928D4CEB4108}"/>
          </ac:spMkLst>
        </pc:spChg>
      </pc:sldChg>
      <pc:sldChg chg="new del">
        <pc:chgData name="Chris Hawblitzel" userId="a8c48eef2a52f1db" providerId="LiveId" clId="{3B76E6B8-BC45-4E45-91C6-F0F33EC631A4}" dt="2026-05-12T02:56:39.563" v="13701" actId="47"/>
        <pc:sldMkLst>
          <pc:docMk/>
          <pc:sldMk cId="99432743" sldId="2147480080"/>
        </pc:sldMkLst>
      </pc:sldChg>
      <pc:sldChg chg="modSp add mod modClrScheme addAnim delAnim modAnim chgLayout">
        <pc:chgData name="Chris Hawblitzel" userId="a8c48eef2a52f1db" providerId="LiveId" clId="{3B76E6B8-BC45-4E45-91C6-F0F33EC631A4}" dt="2026-05-10T16:37:04.363" v="4916"/>
        <pc:sldMkLst>
          <pc:docMk/>
          <pc:sldMk cId="1071990175" sldId="2147480081"/>
        </pc:sldMkLst>
        <pc:spChg chg="mod ord">
          <ac:chgData name="Chris Hawblitzel" userId="a8c48eef2a52f1db" providerId="LiveId" clId="{3B76E6B8-BC45-4E45-91C6-F0F33EC631A4}" dt="2026-05-10T12:00:15.218" v="3643" actId="700"/>
          <ac:spMkLst>
            <pc:docMk/>
            <pc:sldMk cId="1071990175" sldId="2147480081"/>
            <ac:spMk id="2" creationId="{8DF10EFD-6F06-DAA0-6AD0-D5145B78B40D}"/>
          </ac:spMkLst>
        </pc:spChg>
        <pc:spChg chg="mod">
          <ac:chgData name="Chris Hawblitzel" userId="a8c48eef2a52f1db" providerId="LiveId" clId="{3B76E6B8-BC45-4E45-91C6-F0F33EC631A4}" dt="2026-05-10T16:33:26.742" v="4900"/>
          <ac:spMkLst>
            <pc:docMk/>
            <pc:sldMk cId="1071990175" sldId="2147480081"/>
            <ac:spMk id="4" creationId="{A9D91ED8-F6E1-3341-A662-092C20DC7FE8}"/>
          </ac:spMkLst>
        </pc:spChg>
        <pc:spChg chg="mod">
          <ac:chgData name="Chris Hawblitzel" userId="a8c48eef2a52f1db" providerId="LiveId" clId="{3B76E6B8-BC45-4E45-91C6-F0F33EC631A4}" dt="2026-05-10T12:16:26.577" v="3646" actId="1076"/>
          <ac:spMkLst>
            <pc:docMk/>
            <pc:sldMk cId="1071990175" sldId="2147480081"/>
            <ac:spMk id="19" creationId="{7556B283-B1EC-E079-89DB-80A80815F177}"/>
          </ac:spMkLst>
        </pc:spChg>
      </pc:sldChg>
      <pc:sldChg chg="modSp new mod">
        <pc:chgData name="Chris Hawblitzel" userId="a8c48eef2a52f1db" providerId="LiveId" clId="{3B76E6B8-BC45-4E45-91C6-F0F33EC631A4}" dt="2026-05-10T12:35:50" v="4552" actId="15"/>
        <pc:sldMkLst>
          <pc:docMk/>
          <pc:sldMk cId="2331938058" sldId="2147480082"/>
        </pc:sldMkLst>
        <pc:spChg chg="mod">
          <ac:chgData name="Chris Hawblitzel" userId="a8c48eef2a52f1db" providerId="LiveId" clId="{3B76E6B8-BC45-4E45-91C6-F0F33EC631A4}" dt="2026-05-10T12:29:30.146" v="4500" actId="20577"/>
          <ac:spMkLst>
            <pc:docMk/>
            <pc:sldMk cId="2331938058" sldId="2147480082"/>
            <ac:spMk id="2" creationId="{233A3D7D-03E9-38B6-2E76-1CFCF2DB2B1C}"/>
          </ac:spMkLst>
        </pc:spChg>
        <pc:spChg chg="mod">
          <ac:chgData name="Chris Hawblitzel" userId="a8c48eef2a52f1db" providerId="LiveId" clId="{3B76E6B8-BC45-4E45-91C6-F0F33EC631A4}" dt="2026-05-10T12:35:50" v="4552" actId="15"/>
          <ac:spMkLst>
            <pc:docMk/>
            <pc:sldMk cId="2331938058" sldId="2147480082"/>
            <ac:spMk id="3" creationId="{6FF487B5-0E7F-DC6D-2DC7-C693A56EF242}"/>
          </ac:spMkLst>
        </pc:spChg>
      </pc:sldChg>
      <pc:sldChg chg="modSp add mod">
        <pc:chgData name="Chris Hawblitzel" userId="a8c48eef2a52f1db" providerId="LiveId" clId="{3B76E6B8-BC45-4E45-91C6-F0F33EC631A4}" dt="2026-05-10T12:23:36.016" v="3855" actId="20577"/>
        <pc:sldMkLst>
          <pc:docMk/>
          <pc:sldMk cId="3572492346" sldId="2147480083"/>
        </pc:sldMkLst>
        <pc:spChg chg="mod">
          <ac:chgData name="Chris Hawblitzel" userId="a8c48eef2a52f1db" providerId="LiveId" clId="{3B76E6B8-BC45-4E45-91C6-F0F33EC631A4}" dt="2026-05-10T12:23:36.016" v="3855" actId="20577"/>
          <ac:spMkLst>
            <pc:docMk/>
            <pc:sldMk cId="3572492346" sldId="2147480083"/>
            <ac:spMk id="5" creationId="{685CBC42-3489-4A30-602A-DF0EE8B7127A}"/>
          </ac:spMkLst>
        </pc:spChg>
      </pc:sldChg>
      <pc:sldChg chg="addSp modSp new mod">
        <pc:chgData name="Chris Hawblitzel" userId="a8c48eef2a52f1db" providerId="LiveId" clId="{3B76E6B8-BC45-4E45-91C6-F0F33EC631A4}" dt="2026-05-10T16:19:40.018" v="4742" actId="114"/>
        <pc:sldMkLst>
          <pc:docMk/>
          <pc:sldMk cId="2961116342" sldId="2147480084"/>
        </pc:sldMkLst>
        <pc:spChg chg="mod">
          <ac:chgData name="Chris Hawblitzel" userId="a8c48eef2a52f1db" providerId="LiveId" clId="{3B76E6B8-BC45-4E45-91C6-F0F33EC631A4}" dt="2026-05-10T16:17:00.710" v="4739" actId="20577"/>
          <ac:spMkLst>
            <pc:docMk/>
            <pc:sldMk cId="2961116342" sldId="2147480084"/>
            <ac:spMk id="2" creationId="{0EDE1BC0-A877-5620-CA17-085979258A2B}"/>
          </ac:spMkLst>
        </pc:spChg>
        <pc:spChg chg="add mod">
          <ac:chgData name="Chris Hawblitzel" userId="a8c48eef2a52f1db" providerId="LiveId" clId="{3B76E6B8-BC45-4E45-91C6-F0F33EC631A4}" dt="2026-05-10T16:08:09.707" v="4624" actId="1076"/>
          <ac:spMkLst>
            <pc:docMk/>
            <pc:sldMk cId="2961116342" sldId="2147480084"/>
            <ac:spMk id="3" creationId="{CE60F157-AF99-0C1C-0404-6A647E87C407}"/>
          </ac:spMkLst>
        </pc:spChg>
        <pc:spChg chg="add mod">
          <ac:chgData name="Chris Hawblitzel" userId="a8c48eef2a52f1db" providerId="LiveId" clId="{3B76E6B8-BC45-4E45-91C6-F0F33EC631A4}" dt="2026-05-10T16:09:49.601" v="4641" actId="1076"/>
          <ac:spMkLst>
            <pc:docMk/>
            <pc:sldMk cId="2961116342" sldId="2147480084"/>
            <ac:spMk id="4" creationId="{6FBEB31F-F03A-0BF6-E3A5-67643376BBA1}"/>
          </ac:spMkLst>
        </pc:spChg>
        <pc:spChg chg="add mod">
          <ac:chgData name="Chris Hawblitzel" userId="a8c48eef2a52f1db" providerId="LiveId" clId="{3B76E6B8-BC45-4E45-91C6-F0F33EC631A4}" dt="2026-05-10T16:14:00.546" v="4725" actId="20577"/>
          <ac:spMkLst>
            <pc:docMk/>
            <pc:sldMk cId="2961116342" sldId="2147480084"/>
            <ac:spMk id="5" creationId="{A5034139-29A1-3502-EE7A-477ACAA58178}"/>
          </ac:spMkLst>
        </pc:spChg>
        <pc:spChg chg="add mod">
          <ac:chgData name="Chris Hawblitzel" userId="a8c48eef2a52f1db" providerId="LiveId" clId="{3B76E6B8-BC45-4E45-91C6-F0F33EC631A4}" dt="2026-05-10T16:19:40.018" v="4742" actId="114"/>
          <ac:spMkLst>
            <pc:docMk/>
            <pc:sldMk cId="2961116342" sldId="2147480084"/>
            <ac:spMk id="6" creationId="{FFA5FCE6-94E7-E275-8A3B-29B5207D0E37}"/>
          </ac:spMkLst>
        </pc:spChg>
      </pc:sldChg>
      <pc:sldChg chg="addSp modSp new mod">
        <pc:chgData name="Chris Hawblitzel" userId="a8c48eef2a52f1db" providerId="LiveId" clId="{3B76E6B8-BC45-4E45-91C6-F0F33EC631A4}" dt="2026-05-10T17:58:42.209" v="5375" actId="20577"/>
        <pc:sldMkLst>
          <pc:docMk/>
          <pc:sldMk cId="1597384223" sldId="2147480085"/>
        </pc:sldMkLst>
        <pc:spChg chg="mod">
          <ac:chgData name="Chris Hawblitzel" userId="a8c48eef2a52f1db" providerId="LiveId" clId="{3B76E6B8-BC45-4E45-91C6-F0F33EC631A4}" dt="2026-05-10T16:59:57.218" v="4973" actId="20577"/>
          <ac:spMkLst>
            <pc:docMk/>
            <pc:sldMk cId="1597384223" sldId="2147480085"/>
            <ac:spMk id="2" creationId="{B8EB3FD5-251D-599D-574C-82BE7933BEDC}"/>
          </ac:spMkLst>
        </pc:spChg>
        <pc:spChg chg="add mod">
          <ac:chgData name="Chris Hawblitzel" userId="a8c48eef2a52f1db" providerId="LiveId" clId="{3B76E6B8-BC45-4E45-91C6-F0F33EC631A4}" dt="2026-05-10T17:58:42.209" v="5375" actId="20577"/>
          <ac:spMkLst>
            <pc:docMk/>
            <pc:sldMk cId="1597384223" sldId="2147480085"/>
            <ac:spMk id="3" creationId="{A2C904BA-80A6-1CD6-8213-3C58FDEA685A}"/>
          </ac:spMkLst>
        </pc:spChg>
        <pc:spChg chg="add mod">
          <ac:chgData name="Chris Hawblitzel" userId="a8c48eef2a52f1db" providerId="LiveId" clId="{3B76E6B8-BC45-4E45-91C6-F0F33EC631A4}" dt="2026-05-10T17:11:27.815" v="5072" actId="2711"/>
          <ac:spMkLst>
            <pc:docMk/>
            <pc:sldMk cId="1597384223" sldId="2147480085"/>
            <ac:spMk id="4" creationId="{A6B4AB99-1861-162E-12A0-49B0146361EE}"/>
          </ac:spMkLst>
        </pc:spChg>
        <pc:spChg chg="add mod">
          <ac:chgData name="Chris Hawblitzel" userId="a8c48eef2a52f1db" providerId="LiveId" clId="{3B76E6B8-BC45-4E45-91C6-F0F33EC631A4}" dt="2026-05-10T17:11:32.802" v="5073"/>
          <ac:spMkLst>
            <pc:docMk/>
            <pc:sldMk cId="1597384223" sldId="2147480085"/>
            <ac:spMk id="5" creationId="{9AB00B81-91F9-6C7E-40C6-AB2EA1E40F6E}"/>
          </ac:spMkLst>
        </pc:spChg>
        <pc:spChg chg="add mod">
          <ac:chgData name="Chris Hawblitzel" userId="a8c48eef2a52f1db" providerId="LiveId" clId="{3B76E6B8-BC45-4E45-91C6-F0F33EC631A4}" dt="2026-05-10T17:09:56.685" v="5057" actId="20577"/>
          <ac:spMkLst>
            <pc:docMk/>
            <pc:sldMk cId="1597384223" sldId="2147480085"/>
            <ac:spMk id="6" creationId="{7A6B8198-D8EB-30A2-9484-D64DB8F43DFD}"/>
          </ac:spMkLst>
        </pc:spChg>
        <pc:spChg chg="add mod">
          <ac:chgData name="Chris Hawblitzel" userId="a8c48eef2a52f1db" providerId="LiveId" clId="{3B76E6B8-BC45-4E45-91C6-F0F33EC631A4}" dt="2026-05-10T17:10:33.154" v="5067" actId="1076"/>
          <ac:spMkLst>
            <pc:docMk/>
            <pc:sldMk cId="1597384223" sldId="2147480085"/>
            <ac:spMk id="9" creationId="{BBF719F6-8856-07A7-D0B8-CB60D028105A}"/>
          </ac:spMkLst>
        </pc:spChg>
        <pc:cxnChg chg="add mod">
          <ac:chgData name="Chris Hawblitzel" userId="a8c48eef2a52f1db" providerId="LiveId" clId="{3B76E6B8-BC45-4E45-91C6-F0F33EC631A4}" dt="2026-05-10T17:10:45.536" v="5069" actId="14100"/>
          <ac:cxnSpMkLst>
            <pc:docMk/>
            <pc:sldMk cId="1597384223" sldId="2147480085"/>
            <ac:cxnSpMk id="8" creationId="{145237BD-EE18-043E-6150-8D412BA729D6}"/>
          </ac:cxnSpMkLst>
        </pc:cxnChg>
        <pc:cxnChg chg="add">
          <ac:chgData name="Chris Hawblitzel" userId="a8c48eef2a52f1db" providerId="LiveId" clId="{3B76E6B8-BC45-4E45-91C6-F0F33EC631A4}" dt="2026-05-10T17:10:41.136" v="5068" actId="11529"/>
          <ac:cxnSpMkLst>
            <pc:docMk/>
            <pc:sldMk cId="1597384223" sldId="2147480085"/>
            <ac:cxnSpMk id="11" creationId="{256D026D-B053-0A8F-9596-BCDD92286E22}"/>
          </ac:cxnSpMkLst>
        </pc:cxnChg>
        <pc:cxnChg chg="add mod">
          <ac:chgData name="Chris Hawblitzel" userId="a8c48eef2a52f1db" providerId="LiveId" clId="{3B76E6B8-BC45-4E45-91C6-F0F33EC631A4}" dt="2026-05-10T17:10:58.108" v="5071" actId="14100"/>
          <ac:cxnSpMkLst>
            <pc:docMk/>
            <pc:sldMk cId="1597384223" sldId="2147480085"/>
            <ac:cxnSpMk id="14" creationId="{47FC11CD-E324-D4A9-DC05-9BB186F215A7}"/>
          </ac:cxnSpMkLst>
        </pc:cxnChg>
      </pc:sldChg>
      <pc:sldChg chg="addSp delSp modSp new mod modAnim">
        <pc:chgData name="Chris Hawblitzel" userId="a8c48eef2a52f1db" providerId="LiveId" clId="{3B76E6B8-BC45-4E45-91C6-F0F33EC631A4}" dt="2026-05-10T17:52:29.031" v="5371"/>
        <pc:sldMkLst>
          <pc:docMk/>
          <pc:sldMk cId="723445417" sldId="2147480086"/>
        </pc:sldMkLst>
        <pc:spChg chg="mod">
          <ac:chgData name="Chris Hawblitzel" userId="a8c48eef2a52f1db" providerId="LiveId" clId="{3B76E6B8-BC45-4E45-91C6-F0F33EC631A4}" dt="2026-05-10T17:33:26.192" v="5203" actId="20577"/>
          <ac:spMkLst>
            <pc:docMk/>
            <pc:sldMk cId="723445417" sldId="2147480086"/>
            <ac:spMk id="2" creationId="{EF0E5E5D-E36C-5548-F728-457975C27D45}"/>
          </ac:spMkLst>
        </pc:spChg>
        <pc:spChg chg="add mod">
          <ac:chgData name="Chris Hawblitzel" userId="a8c48eef2a52f1db" providerId="LiveId" clId="{3B76E6B8-BC45-4E45-91C6-F0F33EC631A4}" dt="2026-05-10T17:45:23.211" v="5259" actId="1076"/>
          <ac:spMkLst>
            <pc:docMk/>
            <pc:sldMk cId="723445417" sldId="2147480086"/>
            <ac:spMk id="3" creationId="{20652189-A939-4646-BD2E-3769DA39DC9D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4" creationId="{EDA9C6A2-C83C-5526-5B34-B4513748CDC7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5" creationId="{40821004-2DAB-1FB3-990B-F61B09041225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6" creationId="{18F0F29B-275E-DC53-1D99-CF5FD1D43DBA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9" creationId="{A3A7A7F5-9A5A-1516-0574-4540D07CD6E6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10" creationId="{3AA3FB6C-CF47-A602-AE40-0B05246CEC3E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13" creationId="{1E36B02A-D187-FD2A-21E7-F1AF3A2D0B5D}"/>
          </ac:spMkLst>
        </pc:spChg>
        <pc:spChg chg="add mod">
          <ac:chgData name="Chris Hawblitzel" userId="a8c48eef2a52f1db" providerId="LiveId" clId="{3B76E6B8-BC45-4E45-91C6-F0F33EC631A4}" dt="2026-05-10T17:46:18.869" v="5326" actId="1036"/>
          <ac:spMkLst>
            <pc:docMk/>
            <pc:sldMk cId="723445417" sldId="2147480086"/>
            <ac:spMk id="14" creationId="{F9C94BC5-73CC-771F-CBA1-F550DAB0C921}"/>
          </ac:spMkLst>
        </pc:spChg>
        <pc:spChg chg="add mod">
          <ac:chgData name="Chris Hawblitzel" userId="a8c48eef2a52f1db" providerId="LiveId" clId="{3B76E6B8-BC45-4E45-91C6-F0F33EC631A4}" dt="2026-05-10T17:44:05.907" v="5258" actId="20577"/>
          <ac:spMkLst>
            <pc:docMk/>
            <pc:sldMk cId="723445417" sldId="2147480086"/>
            <ac:spMk id="15" creationId="{530E6891-ADAB-3F6C-2F72-C3E2076C49D1}"/>
          </ac:spMkLst>
        </pc:spChg>
        <pc:spChg chg="add mod">
          <ac:chgData name="Chris Hawblitzel" userId="a8c48eef2a52f1db" providerId="LiveId" clId="{3B76E6B8-BC45-4E45-91C6-F0F33EC631A4}" dt="2026-05-10T17:48:13.577" v="5331" actId="1076"/>
          <ac:spMkLst>
            <pc:docMk/>
            <pc:sldMk cId="723445417" sldId="2147480086"/>
            <ac:spMk id="16" creationId="{F9F4CA1D-B6D9-A6DB-B829-44F045A4234E}"/>
          </ac:spMkLst>
        </pc:spChg>
        <pc:spChg chg="add mod">
          <ac:chgData name="Chris Hawblitzel" userId="a8c48eef2a52f1db" providerId="LiveId" clId="{3B76E6B8-BC45-4E45-91C6-F0F33EC631A4}" dt="2026-05-10T17:48:13.577" v="5331" actId="1076"/>
          <ac:spMkLst>
            <pc:docMk/>
            <pc:sldMk cId="723445417" sldId="2147480086"/>
            <ac:spMk id="18" creationId="{2FBC4103-0D5E-42ED-0FB3-E2C0A2F6EE16}"/>
          </ac:spMkLst>
        </pc:spChg>
        <pc:spChg chg="add mod">
          <ac:chgData name="Chris Hawblitzel" userId="a8c48eef2a52f1db" providerId="LiveId" clId="{3B76E6B8-BC45-4E45-91C6-F0F33EC631A4}" dt="2026-05-10T17:48:13.577" v="5331" actId="1076"/>
          <ac:spMkLst>
            <pc:docMk/>
            <pc:sldMk cId="723445417" sldId="2147480086"/>
            <ac:spMk id="19" creationId="{4AC86673-F299-AB07-2483-9CCAA13805A8}"/>
          </ac:spMkLst>
        </pc:spChg>
        <pc:spChg chg="add mod">
          <ac:chgData name="Chris Hawblitzel" userId="a8c48eef2a52f1db" providerId="LiveId" clId="{3B76E6B8-BC45-4E45-91C6-F0F33EC631A4}" dt="2026-05-10T17:48:25.478" v="5342" actId="20577"/>
          <ac:spMkLst>
            <pc:docMk/>
            <pc:sldMk cId="723445417" sldId="2147480086"/>
            <ac:spMk id="25" creationId="{7E5FCC4A-A023-D3AB-6A40-5699F2524B13}"/>
          </ac:spMkLst>
        </pc:spChg>
        <pc:spChg chg="add mod">
          <ac:chgData name="Chris Hawblitzel" userId="a8c48eef2a52f1db" providerId="LiveId" clId="{3B76E6B8-BC45-4E45-91C6-F0F33EC631A4}" dt="2026-05-10T17:48:30.414" v="5350" actId="20577"/>
          <ac:spMkLst>
            <pc:docMk/>
            <pc:sldMk cId="723445417" sldId="2147480086"/>
            <ac:spMk id="26" creationId="{19C89C9B-487C-CA53-D487-94E7CF411E66}"/>
          </ac:spMkLst>
        </pc:spChg>
        <pc:spChg chg="add mod">
          <ac:chgData name="Chris Hawblitzel" userId="a8c48eef2a52f1db" providerId="LiveId" clId="{3B76E6B8-BC45-4E45-91C6-F0F33EC631A4}" dt="2026-05-10T17:48:18.683" v="5333" actId="1076"/>
          <ac:spMkLst>
            <pc:docMk/>
            <pc:sldMk cId="723445417" sldId="2147480086"/>
            <ac:spMk id="27" creationId="{3CF48D62-D372-A578-5F70-51B989AA1E18}"/>
          </ac:spMkLst>
        </pc:spChg>
        <pc:spChg chg="add mod">
          <ac:chgData name="Chris Hawblitzel" userId="a8c48eef2a52f1db" providerId="LiveId" clId="{3B76E6B8-BC45-4E45-91C6-F0F33EC631A4}" dt="2026-05-10T17:48:51.992" v="5360" actId="20577"/>
          <ac:spMkLst>
            <pc:docMk/>
            <pc:sldMk cId="723445417" sldId="2147480086"/>
            <ac:spMk id="28" creationId="{6867468C-7324-1715-F506-4DCCEA70E260}"/>
          </ac:spMkLst>
        </pc:spChg>
        <pc:spChg chg="add mod">
          <ac:chgData name="Chris Hawblitzel" userId="a8c48eef2a52f1db" providerId="LiveId" clId="{3B76E6B8-BC45-4E45-91C6-F0F33EC631A4}" dt="2026-05-10T17:48:56.514" v="5364" actId="20577"/>
          <ac:spMkLst>
            <pc:docMk/>
            <pc:sldMk cId="723445417" sldId="2147480086"/>
            <ac:spMk id="29" creationId="{391A5E64-D9DB-CCA8-6B40-D2F577D2D902}"/>
          </ac:spMkLst>
        </pc:spChg>
        <pc:spChg chg="add mod">
          <ac:chgData name="Chris Hawblitzel" userId="a8c48eef2a52f1db" providerId="LiveId" clId="{3B76E6B8-BC45-4E45-91C6-F0F33EC631A4}" dt="2026-05-10T17:48:40.348" v="5352" actId="1076"/>
          <ac:spMkLst>
            <pc:docMk/>
            <pc:sldMk cId="723445417" sldId="2147480086"/>
            <ac:spMk id="30" creationId="{770F3AEE-9EB8-8AE4-DFF5-9749E16FDAF5}"/>
          </ac:spMkLst>
        </pc:spChg>
        <pc:cxnChg chg="add mod">
          <ac:chgData name="Chris Hawblitzel" userId="a8c48eef2a52f1db" providerId="LiveId" clId="{3B76E6B8-BC45-4E45-91C6-F0F33EC631A4}" dt="2026-05-10T17:46:18.869" v="5326" actId="1036"/>
          <ac:cxnSpMkLst>
            <pc:docMk/>
            <pc:sldMk cId="723445417" sldId="2147480086"/>
            <ac:cxnSpMk id="7" creationId="{D71CD91B-91B8-0D50-3C0A-6C69128EA71B}"/>
          </ac:cxnSpMkLst>
        </pc:cxnChg>
        <pc:cxnChg chg="mod">
          <ac:chgData name="Chris Hawblitzel" userId="a8c48eef2a52f1db" providerId="LiveId" clId="{3B76E6B8-BC45-4E45-91C6-F0F33EC631A4}" dt="2026-05-10T17:46:18.869" v="5326" actId="1036"/>
          <ac:cxnSpMkLst>
            <pc:docMk/>
            <pc:sldMk cId="723445417" sldId="2147480086"/>
            <ac:cxnSpMk id="11" creationId="{717FCF20-6512-60F2-C158-3273755CADD3}"/>
          </ac:cxnSpMkLst>
        </pc:cxnChg>
        <pc:cxnChg chg="add mod">
          <ac:chgData name="Chris Hawblitzel" userId="a8c48eef2a52f1db" providerId="LiveId" clId="{3B76E6B8-BC45-4E45-91C6-F0F33EC631A4}" dt="2026-05-10T17:46:18.869" v="5326" actId="1036"/>
          <ac:cxnSpMkLst>
            <pc:docMk/>
            <pc:sldMk cId="723445417" sldId="2147480086"/>
            <ac:cxnSpMk id="12" creationId="{0587C632-601C-9913-5AA9-86C395B99E9A}"/>
          </ac:cxnSpMkLst>
        </pc:cxnChg>
        <pc:cxnChg chg="add mod">
          <ac:chgData name="Chris Hawblitzel" userId="a8c48eef2a52f1db" providerId="LiveId" clId="{3B76E6B8-BC45-4E45-91C6-F0F33EC631A4}" dt="2026-05-10T17:48:13.577" v="5331" actId="1076"/>
          <ac:cxnSpMkLst>
            <pc:docMk/>
            <pc:sldMk cId="723445417" sldId="2147480086"/>
            <ac:cxnSpMk id="21" creationId="{9E9BAB87-676F-407F-16D0-BA96C40D65D9}"/>
          </ac:cxnSpMkLst>
        </pc:cxnChg>
        <pc:cxnChg chg="add mod">
          <ac:chgData name="Chris Hawblitzel" userId="a8c48eef2a52f1db" providerId="LiveId" clId="{3B76E6B8-BC45-4E45-91C6-F0F33EC631A4}" dt="2026-05-10T17:48:13.577" v="5331" actId="1076"/>
          <ac:cxnSpMkLst>
            <pc:docMk/>
            <pc:sldMk cId="723445417" sldId="2147480086"/>
            <ac:cxnSpMk id="23" creationId="{3C0120C5-E869-A045-2F0F-5662B2C51C17}"/>
          </ac:cxnSpMkLst>
        </pc:cxnChg>
        <pc:cxnChg chg="add">
          <ac:chgData name="Chris Hawblitzel" userId="a8c48eef2a52f1db" providerId="LiveId" clId="{3B76E6B8-BC45-4E45-91C6-F0F33EC631A4}" dt="2026-05-10T17:49:08.185" v="5365" actId="11529"/>
          <ac:cxnSpMkLst>
            <pc:docMk/>
            <pc:sldMk cId="723445417" sldId="2147480086"/>
            <ac:cxnSpMk id="32" creationId="{0AF6B1AD-7F10-33D6-EAA3-E2C0972EB383}"/>
          </ac:cxnSpMkLst>
        </pc:cxnChg>
        <pc:cxnChg chg="add">
          <ac:chgData name="Chris Hawblitzel" userId="a8c48eef2a52f1db" providerId="LiveId" clId="{3B76E6B8-BC45-4E45-91C6-F0F33EC631A4}" dt="2026-05-10T17:49:13.702" v="5366" actId="11529"/>
          <ac:cxnSpMkLst>
            <pc:docMk/>
            <pc:sldMk cId="723445417" sldId="2147480086"/>
            <ac:cxnSpMk id="34" creationId="{DC49BE90-8777-2912-CA5B-6B99EB78440E}"/>
          </ac:cxnSpMkLst>
        </pc:cxnChg>
        <pc:cxnChg chg="add">
          <ac:chgData name="Chris Hawblitzel" userId="a8c48eef2a52f1db" providerId="LiveId" clId="{3B76E6B8-BC45-4E45-91C6-F0F33EC631A4}" dt="2026-05-10T17:49:21.415" v="5367" actId="11529"/>
          <ac:cxnSpMkLst>
            <pc:docMk/>
            <pc:sldMk cId="723445417" sldId="2147480086"/>
            <ac:cxnSpMk id="36" creationId="{2FDC4B48-FED5-A1F9-47BC-EB8CA0D3B0BB}"/>
          </ac:cxnSpMkLst>
        </pc:cxnChg>
        <pc:cxnChg chg="add">
          <ac:chgData name="Chris Hawblitzel" userId="a8c48eef2a52f1db" providerId="LiveId" clId="{3B76E6B8-BC45-4E45-91C6-F0F33EC631A4}" dt="2026-05-10T17:49:27.993" v="5368" actId="11529"/>
          <ac:cxnSpMkLst>
            <pc:docMk/>
            <pc:sldMk cId="723445417" sldId="2147480086"/>
            <ac:cxnSpMk id="38" creationId="{DCDDE322-284F-4942-6A68-077E70A01392}"/>
          </ac:cxnSpMkLst>
        </pc:cxnChg>
      </pc:sldChg>
      <pc:sldChg chg="add del">
        <pc:chgData name="Chris Hawblitzel" userId="a8c48eef2a52f1db" providerId="LiveId" clId="{3B76E6B8-BC45-4E45-91C6-F0F33EC631A4}" dt="2026-05-12T03:14:31.519" v="14492" actId="47"/>
        <pc:sldMkLst>
          <pc:docMk/>
          <pc:sldMk cId="1414876440" sldId="2147480087"/>
        </pc:sldMkLst>
      </pc:sldChg>
      <pc:sldChg chg="addSp modSp new mod">
        <pc:chgData name="Chris Hawblitzel" userId="a8c48eef2a52f1db" providerId="LiveId" clId="{3B76E6B8-BC45-4E45-91C6-F0F33EC631A4}" dt="2026-05-11T13:35:27.913" v="9836" actId="20577"/>
        <pc:sldMkLst>
          <pc:docMk/>
          <pc:sldMk cId="3144554877" sldId="2147480088"/>
        </pc:sldMkLst>
        <pc:spChg chg="mod">
          <ac:chgData name="Chris Hawblitzel" userId="a8c48eef2a52f1db" providerId="LiveId" clId="{3B76E6B8-BC45-4E45-91C6-F0F33EC631A4}" dt="2026-05-10T20:51:18.207" v="5397" actId="20577"/>
          <ac:spMkLst>
            <pc:docMk/>
            <pc:sldMk cId="3144554877" sldId="2147480088"/>
            <ac:spMk id="2" creationId="{84C75BF6-B311-D197-6845-A8FF2D78892C}"/>
          </ac:spMkLst>
        </pc:spChg>
        <pc:spChg chg="add mod">
          <ac:chgData name="Chris Hawblitzel" userId="a8c48eef2a52f1db" providerId="LiveId" clId="{3B76E6B8-BC45-4E45-91C6-F0F33EC631A4}" dt="2026-05-10T20:54:47.744" v="5430" actId="13822"/>
          <ac:spMkLst>
            <pc:docMk/>
            <pc:sldMk cId="3144554877" sldId="2147480088"/>
            <ac:spMk id="3" creationId="{C87C64C0-B4E6-DCD6-4EFC-AC29D5C19FAA}"/>
          </ac:spMkLst>
        </pc:spChg>
        <pc:spChg chg="add mod">
          <ac:chgData name="Chris Hawblitzel" userId="a8c48eef2a52f1db" providerId="LiveId" clId="{3B76E6B8-BC45-4E45-91C6-F0F33EC631A4}" dt="2026-05-11T13:35:27.913" v="9836" actId="20577"/>
          <ac:spMkLst>
            <pc:docMk/>
            <pc:sldMk cId="3144554877" sldId="2147480088"/>
            <ac:spMk id="4" creationId="{53CF811C-9A4B-C4C6-52FF-A4DD168B9E39}"/>
          </ac:spMkLst>
        </pc:spChg>
      </pc:sldChg>
      <pc:sldChg chg="addSp modSp add mod">
        <pc:chgData name="Chris Hawblitzel" userId="a8c48eef2a52f1db" providerId="LiveId" clId="{3B76E6B8-BC45-4E45-91C6-F0F33EC631A4}" dt="2026-05-10T20:54:57.451" v="5432" actId="13822"/>
        <pc:sldMkLst>
          <pc:docMk/>
          <pc:sldMk cId="2062316768" sldId="2147480089"/>
        </pc:sldMkLst>
        <pc:spChg chg="mod">
          <ac:chgData name="Chris Hawblitzel" userId="a8c48eef2a52f1db" providerId="LiveId" clId="{3B76E6B8-BC45-4E45-91C6-F0F33EC631A4}" dt="2026-05-10T20:53:32.272" v="5426" actId="20577"/>
          <ac:spMkLst>
            <pc:docMk/>
            <pc:sldMk cId="2062316768" sldId="2147480089"/>
            <ac:spMk id="2" creationId="{84C75BF6-B311-D197-6845-A8FF2D78892C}"/>
          </ac:spMkLst>
        </pc:spChg>
        <pc:spChg chg="mod">
          <ac:chgData name="Chris Hawblitzel" userId="a8c48eef2a52f1db" providerId="LiveId" clId="{3B76E6B8-BC45-4E45-91C6-F0F33EC631A4}" dt="2026-05-10T20:54:54.055" v="5431" actId="13822"/>
          <ac:spMkLst>
            <pc:docMk/>
            <pc:sldMk cId="2062316768" sldId="2147480089"/>
            <ac:spMk id="3" creationId="{C87C64C0-B4E6-DCD6-4EFC-AC29D5C19FAA}"/>
          </ac:spMkLst>
        </pc:spChg>
        <pc:spChg chg="add mod">
          <ac:chgData name="Chris Hawblitzel" userId="a8c48eef2a52f1db" providerId="LiveId" clId="{3B76E6B8-BC45-4E45-91C6-F0F33EC631A4}" dt="2026-05-10T20:54:57.451" v="5432" actId="13822"/>
          <ac:spMkLst>
            <pc:docMk/>
            <pc:sldMk cId="2062316768" sldId="2147480089"/>
            <ac:spMk id="4" creationId="{3C6E6B45-20AB-DFEB-FB34-42CACEA4B530}"/>
          </ac:spMkLst>
        </pc:spChg>
      </pc:sldChg>
      <pc:sldChg chg="addSp modSp add mod">
        <pc:chgData name="Chris Hawblitzel" userId="a8c48eef2a52f1db" providerId="LiveId" clId="{3B76E6B8-BC45-4E45-91C6-F0F33EC631A4}" dt="2026-05-11T13:36:50.822" v="9902" actId="1076"/>
        <pc:sldMkLst>
          <pc:docMk/>
          <pc:sldMk cId="3044043893" sldId="2147480090"/>
        </pc:sldMkLst>
        <pc:spChg chg="mod">
          <ac:chgData name="Chris Hawblitzel" userId="a8c48eef2a52f1db" providerId="LiveId" clId="{3B76E6B8-BC45-4E45-91C6-F0F33EC631A4}" dt="2026-05-10T20:57:23.761" v="5457" actId="20577"/>
          <ac:spMkLst>
            <pc:docMk/>
            <pc:sldMk cId="3044043893" sldId="2147480090"/>
            <ac:spMk id="3" creationId="{C87C64C0-B4E6-DCD6-4EFC-AC29D5C19FAA}"/>
          </ac:spMkLst>
        </pc:spChg>
        <pc:spChg chg="mod">
          <ac:chgData name="Chris Hawblitzel" userId="a8c48eef2a52f1db" providerId="LiveId" clId="{3B76E6B8-BC45-4E45-91C6-F0F33EC631A4}" dt="2026-05-10T20:58:37.084" v="5474" actId="1076"/>
          <ac:spMkLst>
            <pc:docMk/>
            <pc:sldMk cId="3044043893" sldId="2147480090"/>
            <ac:spMk id="4" creationId="{3C6E6B45-20AB-DFEB-FB34-42CACEA4B530}"/>
          </ac:spMkLst>
        </pc:spChg>
        <pc:spChg chg="add mod">
          <ac:chgData name="Chris Hawblitzel" userId="a8c48eef2a52f1db" providerId="LiveId" clId="{3B76E6B8-BC45-4E45-91C6-F0F33EC631A4}" dt="2026-05-10T20:58:51.149" v="5483" actId="20577"/>
          <ac:spMkLst>
            <pc:docMk/>
            <pc:sldMk cId="3044043893" sldId="2147480090"/>
            <ac:spMk id="5" creationId="{14E0FBFE-DE85-C331-7F01-E80DC32E964F}"/>
          </ac:spMkLst>
        </pc:spChg>
        <pc:spChg chg="add mod">
          <ac:chgData name="Chris Hawblitzel" userId="a8c48eef2a52f1db" providerId="LiveId" clId="{3B76E6B8-BC45-4E45-91C6-F0F33EC631A4}" dt="2026-05-10T21:07:16.546" v="5878" actId="20577"/>
          <ac:spMkLst>
            <pc:docMk/>
            <pc:sldMk cId="3044043893" sldId="2147480090"/>
            <ac:spMk id="6" creationId="{12E86C5B-8CD0-32E1-EC3E-CA381BEA46A7}"/>
          </ac:spMkLst>
        </pc:spChg>
        <pc:spChg chg="add mod">
          <ac:chgData name="Chris Hawblitzel" userId="a8c48eef2a52f1db" providerId="LiveId" clId="{3B76E6B8-BC45-4E45-91C6-F0F33EC631A4}" dt="2026-05-11T13:36:50.822" v="9902" actId="1076"/>
          <ac:spMkLst>
            <pc:docMk/>
            <pc:sldMk cId="3044043893" sldId="2147480090"/>
            <ac:spMk id="7" creationId="{B5BD9EB0-BF7D-E715-CC3B-6F47890ACD40}"/>
          </ac:spMkLst>
        </pc:spChg>
      </pc:sldChg>
      <pc:sldChg chg="modSp add mod">
        <pc:chgData name="Chris Hawblitzel" userId="a8c48eef2a52f1db" providerId="LiveId" clId="{3B76E6B8-BC45-4E45-91C6-F0F33EC631A4}" dt="2026-05-10T21:13:03.888" v="6280" actId="1076"/>
        <pc:sldMkLst>
          <pc:docMk/>
          <pc:sldMk cId="3038218191" sldId="2147480091"/>
        </pc:sldMkLst>
        <pc:spChg chg="mod">
          <ac:chgData name="Chris Hawblitzel" userId="a8c48eef2a52f1db" providerId="LiveId" clId="{3B76E6B8-BC45-4E45-91C6-F0F33EC631A4}" dt="2026-05-10T21:04:03.399" v="5653" actId="20577"/>
          <ac:spMkLst>
            <pc:docMk/>
            <pc:sldMk cId="3038218191" sldId="2147480091"/>
            <ac:spMk id="2" creationId="{84C75BF6-B311-D197-6845-A8FF2D78892C}"/>
          </ac:spMkLst>
        </pc:spChg>
        <pc:spChg chg="mod">
          <ac:chgData name="Chris Hawblitzel" userId="a8c48eef2a52f1db" providerId="LiveId" clId="{3B76E6B8-BC45-4E45-91C6-F0F33EC631A4}" dt="2026-05-10T21:05:31.358" v="5705" actId="1076"/>
          <ac:spMkLst>
            <pc:docMk/>
            <pc:sldMk cId="3038218191" sldId="2147480091"/>
            <ac:spMk id="3" creationId="{C87C64C0-B4E6-DCD6-4EFC-AC29D5C19FAA}"/>
          </ac:spMkLst>
        </pc:spChg>
        <pc:spChg chg="mod">
          <ac:chgData name="Chris Hawblitzel" userId="a8c48eef2a52f1db" providerId="LiveId" clId="{3B76E6B8-BC45-4E45-91C6-F0F33EC631A4}" dt="2026-05-10T21:05:31.358" v="5705" actId="1076"/>
          <ac:spMkLst>
            <pc:docMk/>
            <pc:sldMk cId="3038218191" sldId="2147480091"/>
            <ac:spMk id="4" creationId="{3C6E6B45-20AB-DFEB-FB34-42CACEA4B530}"/>
          </ac:spMkLst>
        </pc:spChg>
        <pc:spChg chg="mod">
          <ac:chgData name="Chris Hawblitzel" userId="a8c48eef2a52f1db" providerId="LiveId" clId="{3B76E6B8-BC45-4E45-91C6-F0F33EC631A4}" dt="2026-05-10T21:05:31.358" v="5705" actId="1076"/>
          <ac:spMkLst>
            <pc:docMk/>
            <pc:sldMk cId="3038218191" sldId="2147480091"/>
            <ac:spMk id="5" creationId="{14E0FBFE-DE85-C331-7F01-E80DC32E964F}"/>
          </ac:spMkLst>
        </pc:spChg>
        <pc:spChg chg="mod">
          <ac:chgData name="Chris Hawblitzel" userId="a8c48eef2a52f1db" providerId="LiveId" clId="{3B76E6B8-BC45-4E45-91C6-F0F33EC631A4}" dt="2026-05-10T21:13:03.888" v="6280" actId="1076"/>
          <ac:spMkLst>
            <pc:docMk/>
            <pc:sldMk cId="3038218191" sldId="2147480091"/>
            <ac:spMk id="6" creationId="{12E86C5B-8CD0-32E1-EC3E-CA381BEA46A7}"/>
          </ac:spMkLst>
        </pc:spChg>
      </pc:sldChg>
      <pc:sldChg chg="add modAnim">
        <pc:chgData name="Chris Hawblitzel" userId="a8c48eef2a52f1db" providerId="LiveId" clId="{3B76E6B8-BC45-4E45-91C6-F0F33EC631A4}" dt="2026-05-10T21:12:38.118" v="6278"/>
        <pc:sldMkLst>
          <pc:docMk/>
          <pc:sldMk cId="3298594646" sldId="2147480092"/>
        </pc:sldMkLst>
      </pc:sldChg>
      <pc:sldChg chg="modSp add mod">
        <pc:chgData name="Chris Hawblitzel" userId="a8c48eef2a52f1db" providerId="LiveId" clId="{3B76E6B8-BC45-4E45-91C6-F0F33EC631A4}" dt="2026-05-10T21:33:05.001" v="6582" actId="20577"/>
        <pc:sldMkLst>
          <pc:docMk/>
          <pc:sldMk cId="260411939" sldId="2147480094"/>
        </pc:sldMkLst>
        <pc:spChg chg="mod">
          <ac:chgData name="Chris Hawblitzel" userId="a8c48eef2a52f1db" providerId="LiveId" clId="{3B76E6B8-BC45-4E45-91C6-F0F33EC631A4}" dt="2026-05-10T21:33:05.001" v="6582" actId="20577"/>
          <ac:spMkLst>
            <pc:docMk/>
            <pc:sldMk cId="260411939" sldId="2147480094"/>
            <ac:spMk id="3" creationId="{FC644D5D-18A4-C675-5684-1D61C2367DAF}"/>
          </ac:spMkLst>
        </pc:spChg>
        <pc:spChg chg="mod">
          <ac:chgData name="Chris Hawblitzel" userId="a8c48eef2a52f1db" providerId="LiveId" clId="{3B76E6B8-BC45-4E45-91C6-F0F33EC631A4}" dt="2026-05-10T21:31:19.152" v="6576" actId="1076"/>
          <ac:spMkLst>
            <pc:docMk/>
            <pc:sldMk cId="260411939" sldId="2147480094"/>
            <ac:spMk id="4" creationId="{2D8D2E84-86A2-054B-98A4-309AA08C178A}"/>
          </ac:spMkLst>
        </pc:spChg>
        <pc:spChg chg="mod">
          <ac:chgData name="Chris Hawblitzel" userId="a8c48eef2a52f1db" providerId="LiveId" clId="{3B76E6B8-BC45-4E45-91C6-F0F33EC631A4}" dt="2026-05-10T21:31:15.050" v="6575" actId="1076"/>
          <ac:spMkLst>
            <pc:docMk/>
            <pc:sldMk cId="260411939" sldId="2147480094"/>
            <ac:spMk id="5" creationId="{140E180B-ABBA-4E3D-B66A-F8B83F08CF90}"/>
          </ac:spMkLst>
        </pc:spChg>
      </pc:sldChg>
      <pc:sldChg chg="addSp delSp modSp new mod">
        <pc:chgData name="Chris Hawblitzel" userId="a8c48eef2a52f1db" providerId="LiveId" clId="{3B76E6B8-BC45-4E45-91C6-F0F33EC631A4}" dt="2026-05-11T12:14:56.648" v="7621" actId="20577"/>
        <pc:sldMkLst>
          <pc:docMk/>
          <pc:sldMk cId="2287689959" sldId="2147480095"/>
        </pc:sldMkLst>
        <pc:spChg chg="mod">
          <ac:chgData name="Chris Hawblitzel" userId="a8c48eef2a52f1db" providerId="LiveId" clId="{3B76E6B8-BC45-4E45-91C6-F0F33EC631A4}" dt="2026-05-11T12:03:13.935" v="7365" actId="14100"/>
          <ac:spMkLst>
            <pc:docMk/>
            <pc:sldMk cId="2287689959" sldId="2147480095"/>
            <ac:spMk id="2" creationId="{F117342F-DC9C-6AFE-3109-469C9F91EC2C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3" creationId="{0C951E59-8A65-B2B8-3D53-85D3D2605A2B}"/>
          </ac:spMkLst>
        </pc:spChg>
        <pc:spChg chg="add del">
          <ac:chgData name="Chris Hawblitzel" userId="a8c48eef2a52f1db" providerId="LiveId" clId="{3B76E6B8-BC45-4E45-91C6-F0F33EC631A4}" dt="2026-05-11T12:00:53.181" v="7334" actId="11529"/>
          <ac:spMkLst>
            <pc:docMk/>
            <pc:sldMk cId="2287689959" sldId="2147480095"/>
            <ac:spMk id="4" creationId="{4134FD01-CE1F-7F5F-626A-23BF1008523E}"/>
          </ac:spMkLst>
        </pc:spChg>
        <pc:spChg chg="add del mod">
          <ac:chgData name="Chris Hawblitzel" userId="a8c48eef2a52f1db" providerId="LiveId" clId="{3B76E6B8-BC45-4E45-91C6-F0F33EC631A4}" dt="2026-05-11T12:03:27.231" v="7366" actId="478"/>
          <ac:spMkLst>
            <pc:docMk/>
            <pc:sldMk cId="2287689959" sldId="2147480095"/>
            <ac:spMk id="5" creationId="{07568EF4-875A-8B9C-620C-163E726EE47D}"/>
          </ac:spMkLst>
        </pc:spChg>
        <pc:spChg chg="add mod">
          <ac:chgData name="Chris Hawblitzel" userId="a8c48eef2a52f1db" providerId="LiveId" clId="{3B76E6B8-BC45-4E45-91C6-F0F33EC631A4}" dt="2026-05-11T12:09:40.568" v="7433" actId="1076"/>
          <ac:spMkLst>
            <pc:docMk/>
            <pc:sldMk cId="2287689959" sldId="2147480095"/>
            <ac:spMk id="6" creationId="{9A11007D-D566-3DDE-87C5-6FD727DAC912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7" creationId="{7330350B-C207-50E2-7595-2085FC1370EE}"/>
          </ac:spMkLst>
        </pc:spChg>
        <pc:spChg chg="add mod">
          <ac:chgData name="Chris Hawblitzel" userId="a8c48eef2a52f1db" providerId="LiveId" clId="{3B76E6B8-BC45-4E45-91C6-F0F33EC631A4}" dt="2026-05-11T12:10:05.805" v="7435" actId="1076"/>
          <ac:spMkLst>
            <pc:docMk/>
            <pc:sldMk cId="2287689959" sldId="2147480095"/>
            <ac:spMk id="8" creationId="{1FFDA64B-1692-7BDC-F9F3-12B7A246A037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9" creationId="{7AED3698-71A8-91E3-9836-50920B825D4A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10" creationId="{E5616025-2AB3-2947-5FC1-05033E05C166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11" creationId="{BDA7A27A-92A5-559C-21B4-80E048FF7D6F}"/>
          </ac:spMkLst>
        </pc:spChg>
        <pc:spChg chg="add mod">
          <ac:chgData name="Chris Hawblitzel" userId="a8c48eef2a52f1db" providerId="LiveId" clId="{3B76E6B8-BC45-4E45-91C6-F0F33EC631A4}" dt="2026-05-11T12:05:11.898" v="7386" actId="1076"/>
          <ac:spMkLst>
            <pc:docMk/>
            <pc:sldMk cId="2287689959" sldId="2147480095"/>
            <ac:spMk id="18" creationId="{0715F9E1-829F-9611-69AE-E142B6833D47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20" creationId="{5ECCBAD3-27B5-6F28-F958-3607A1514C78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21" creationId="{A48ABCE6-2C2C-64A4-8285-057F21E05149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26" creationId="{4B37721B-DB3A-5CE4-8F41-0F2C7B15370C}"/>
          </ac:spMkLst>
        </pc:spChg>
        <pc:spChg chg="add mod">
          <ac:chgData name="Chris Hawblitzel" userId="a8c48eef2a52f1db" providerId="LiveId" clId="{3B76E6B8-BC45-4E45-91C6-F0F33EC631A4}" dt="2026-05-11T12:09:50.936" v="7434" actId="1076"/>
          <ac:spMkLst>
            <pc:docMk/>
            <pc:sldMk cId="2287689959" sldId="2147480095"/>
            <ac:spMk id="27" creationId="{9840F312-122E-DCE0-1239-A85CBDE6CAD3}"/>
          </ac:spMkLst>
        </pc:spChg>
        <pc:spChg chg="add mod ord">
          <ac:chgData name="Chris Hawblitzel" userId="a8c48eef2a52f1db" providerId="LiveId" clId="{3B76E6B8-BC45-4E45-91C6-F0F33EC631A4}" dt="2026-05-11T12:09:22.716" v="7432" actId="14100"/>
          <ac:spMkLst>
            <pc:docMk/>
            <pc:sldMk cId="2287689959" sldId="2147480095"/>
            <ac:spMk id="28" creationId="{3972FC55-D189-D6C3-CA7C-D89BD77C9E88}"/>
          </ac:spMkLst>
        </pc:spChg>
        <pc:spChg chg="add mod">
          <ac:chgData name="Chris Hawblitzel" userId="a8c48eef2a52f1db" providerId="LiveId" clId="{3B76E6B8-BC45-4E45-91C6-F0F33EC631A4}" dt="2026-05-11T12:14:56.648" v="7621" actId="20577"/>
          <ac:spMkLst>
            <pc:docMk/>
            <pc:sldMk cId="2287689959" sldId="2147480095"/>
            <ac:spMk id="34" creationId="{E98376E9-0326-9A09-7695-9176C8FFC4B4}"/>
          </ac:spMkLst>
        </pc:spChg>
        <pc:cxnChg chg="add mod">
          <ac:chgData name="Chris Hawblitzel" userId="a8c48eef2a52f1db" providerId="LiveId" clId="{3B76E6B8-BC45-4E45-91C6-F0F33EC631A4}" dt="2026-05-11T12:09:40.568" v="7433" actId="1076"/>
          <ac:cxnSpMkLst>
            <pc:docMk/>
            <pc:sldMk cId="2287689959" sldId="2147480095"/>
            <ac:cxnSpMk id="13" creationId="{809E7351-40BB-351C-ED54-BB37C787C6D1}"/>
          </ac:cxnSpMkLst>
        </pc:cxnChg>
        <pc:cxnChg chg="add mod">
          <ac:chgData name="Chris Hawblitzel" userId="a8c48eef2a52f1db" providerId="LiveId" clId="{3B76E6B8-BC45-4E45-91C6-F0F33EC631A4}" dt="2026-05-11T12:05:07.356" v="7385" actId="1076"/>
          <ac:cxnSpMkLst>
            <pc:docMk/>
            <pc:sldMk cId="2287689959" sldId="2147480095"/>
            <ac:cxnSpMk id="15" creationId="{EA596D79-6410-BE2E-BE73-3A36E7E8ED7F}"/>
          </ac:cxnSpMkLst>
        </pc:cxnChg>
        <pc:cxnChg chg="add mod">
          <ac:chgData name="Chris Hawblitzel" userId="a8c48eef2a52f1db" providerId="LiveId" clId="{3B76E6B8-BC45-4E45-91C6-F0F33EC631A4}" dt="2026-05-11T12:10:05.805" v="7435" actId="1076"/>
          <ac:cxnSpMkLst>
            <pc:docMk/>
            <pc:sldMk cId="2287689959" sldId="2147480095"/>
            <ac:cxnSpMk id="17" creationId="{620D41F7-2BD8-471D-DADE-333FC6C2E317}"/>
          </ac:cxnSpMkLst>
        </pc:cxnChg>
        <pc:cxnChg chg="add mod">
          <ac:chgData name="Chris Hawblitzel" userId="a8c48eef2a52f1db" providerId="LiveId" clId="{3B76E6B8-BC45-4E45-91C6-F0F33EC631A4}" dt="2026-05-11T12:10:05.805" v="7435" actId="1076"/>
          <ac:cxnSpMkLst>
            <pc:docMk/>
            <pc:sldMk cId="2287689959" sldId="2147480095"/>
            <ac:cxnSpMk id="23" creationId="{1D195E5C-8CE3-38AD-C8BF-834DA48E1134}"/>
          </ac:cxnSpMkLst>
        </pc:cxnChg>
        <pc:cxnChg chg="add mod">
          <ac:chgData name="Chris Hawblitzel" userId="a8c48eef2a52f1db" providerId="LiveId" clId="{3B76E6B8-BC45-4E45-91C6-F0F33EC631A4}" dt="2026-05-11T12:09:40.568" v="7433" actId="1076"/>
          <ac:cxnSpMkLst>
            <pc:docMk/>
            <pc:sldMk cId="2287689959" sldId="2147480095"/>
            <ac:cxnSpMk id="25" creationId="{54B740EE-173B-988D-692D-3C5BF713AF61}"/>
          </ac:cxnSpMkLst>
        </pc:cxnChg>
      </pc:sldChg>
      <pc:sldChg chg="addSp delSp modSp add mod">
        <pc:chgData name="Chris Hawblitzel" userId="a8c48eef2a52f1db" providerId="LiveId" clId="{3B76E6B8-BC45-4E45-91C6-F0F33EC631A4}" dt="2026-05-12T00:38:17.346" v="11587" actId="20577"/>
        <pc:sldMkLst>
          <pc:docMk/>
          <pc:sldMk cId="3460766211" sldId="2147480096"/>
        </pc:sldMkLst>
        <pc:spChg chg="mod">
          <ac:chgData name="Chris Hawblitzel" userId="a8c48eef2a52f1db" providerId="LiveId" clId="{3B76E6B8-BC45-4E45-91C6-F0F33EC631A4}" dt="2026-05-12T00:29:26.202" v="10905" actId="20577"/>
          <ac:spMkLst>
            <pc:docMk/>
            <pc:sldMk cId="3460766211" sldId="2147480096"/>
            <ac:spMk id="2" creationId="{F117342F-DC9C-6AFE-3109-469C9F91EC2C}"/>
          </ac:spMkLst>
        </pc:spChg>
        <pc:spChg chg="add del mod">
          <ac:chgData name="Chris Hawblitzel" userId="a8c48eef2a52f1db" providerId="LiveId" clId="{3B76E6B8-BC45-4E45-91C6-F0F33EC631A4}" dt="2026-05-12T00:31:39.724" v="11128" actId="478"/>
          <ac:spMkLst>
            <pc:docMk/>
            <pc:sldMk cId="3460766211" sldId="2147480096"/>
            <ac:spMk id="3" creationId="{BE07FAF3-7B4C-66BA-8882-EE54545878B2}"/>
          </ac:spMkLst>
        </pc:spChg>
        <pc:spChg chg="add mod">
          <ac:chgData name="Chris Hawblitzel" userId="a8c48eef2a52f1db" providerId="LiveId" clId="{3B76E6B8-BC45-4E45-91C6-F0F33EC631A4}" dt="2026-05-12T00:38:17.346" v="11587" actId="20577"/>
          <ac:spMkLst>
            <pc:docMk/>
            <pc:sldMk cId="3460766211" sldId="2147480096"/>
            <ac:spMk id="4" creationId="{8B72D6D5-948A-52D3-69ED-CADD02E9B72A}"/>
          </ac:spMkLst>
        </pc:spChg>
      </pc:sldChg>
      <pc:sldChg chg="addSp modSp new del mod">
        <pc:chgData name="Chris Hawblitzel" userId="a8c48eef2a52f1db" providerId="LiveId" clId="{3B76E6B8-BC45-4E45-91C6-F0F33EC631A4}" dt="2026-05-12T00:41:25.225" v="11588" actId="47"/>
        <pc:sldMkLst>
          <pc:docMk/>
          <pc:sldMk cId="3242737917" sldId="2147480097"/>
        </pc:sldMkLst>
      </pc:sldChg>
      <pc:sldChg chg="addSp modSp new mod">
        <pc:chgData name="Chris Hawblitzel" userId="a8c48eef2a52f1db" providerId="LiveId" clId="{3B76E6B8-BC45-4E45-91C6-F0F33EC631A4}" dt="2026-05-11T12:46:35.465" v="8359" actId="1076"/>
        <pc:sldMkLst>
          <pc:docMk/>
          <pc:sldMk cId="2793113156" sldId="2147480098"/>
        </pc:sldMkLst>
        <pc:spChg chg="mod">
          <ac:chgData name="Chris Hawblitzel" userId="a8c48eef2a52f1db" providerId="LiveId" clId="{3B76E6B8-BC45-4E45-91C6-F0F33EC631A4}" dt="2026-05-11T12:24:57.444" v="7950" actId="20577"/>
          <ac:spMkLst>
            <pc:docMk/>
            <pc:sldMk cId="2793113156" sldId="2147480098"/>
            <ac:spMk id="2" creationId="{EBD36C0F-DBA4-1E19-A3FD-05303E215142}"/>
          </ac:spMkLst>
        </pc:spChg>
        <pc:spChg chg="add mod">
          <ac:chgData name="Chris Hawblitzel" userId="a8c48eef2a52f1db" providerId="LiveId" clId="{3B76E6B8-BC45-4E45-91C6-F0F33EC631A4}" dt="2026-05-11T12:46:35.465" v="8359" actId="1076"/>
          <ac:spMkLst>
            <pc:docMk/>
            <pc:sldMk cId="2793113156" sldId="2147480098"/>
            <ac:spMk id="3" creationId="{86D67351-4E2B-7535-9FDE-B91C7BDEE979}"/>
          </ac:spMkLst>
        </pc:spChg>
        <pc:spChg chg="add mod">
          <ac:chgData name="Chris Hawblitzel" userId="a8c48eef2a52f1db" providerId="LiveId" clId="{3B76E6B8-BC45-4E45-91C6-F0F33EC631A4}" dt="2026-05-11T12:46:35.465" v="8359" actId="1076"/>
          <ac:spMkLst>
            <pc:docMk/>
            <pc:sldMk cId="2793113156" sldId="2147480098"/>
            <ac:spMk id="4" creationId="{CD84DFE3-738D-3012-2633-458E6C96F593}"/>
          </ac:spMkLst>
        </pc:spChg>
        <pc:spChg chg="add mod">
          <ac:chgData name="Chris Hawblitzel" userId="a8c48eef2a52f1db" providerId="LiveId" clId="{3B76E6B8-BC45-4E45-91C6-F0F33EC631A4}" dt="2026-05-11T12:46:35.465" v="8359" actId="1076"/>
          <ac:spMkLst>
            <pc:docMk/>
            <pc:sldMk cId="2793113156" sldId="2147480098"/>
            <ac:spMk id="5" creationId="{6F901F1C-157D-1800-46EF-846C1C0FDCBE}"/>
          </ac:spMkLst>
        </pc:spChg>
        <pc:spChg chg="add mod">
          <ac:chgData name="Chris Hawblitzel" userId="a8c48eef2a52f1db" providerId="LiveId" clId="{3B76E6B8-BC45-4E45-91C6-F0F33EC631A4}" dt="2026-05-11T12:46:35.465" v="8359" actId="1076"/>
          <ac:spMkLst>
            <pc:docMk/>
            <pc:sldMk cId="2793113156" sldId="2147480098"/>
            <ac:spMk id="6" creationId="{6BCD965E-E338-57A7-AB86-A522C59D04D6}"/>
          </ac:spMkLst>
        </pc:spChg>
        <pc:spChg chg="add mod">
          <ac:chgData name="Chris Hawblitzel" userId="a8c48eef2a52f1db" providerId="LiveId" clId="{3B76E6B8-BC45-4E45-91C6-F0F33EC631A4}" dt="2026-05-11T12:46:22.818" v="8358" actId="5793"/>
          <ac:spMkLst>
            <pc:docMk/>
            <pc:sldMk cId="2793113156" sldId="2147480098"/>
            <ac:spMk id="13" creationId="{78AE3F81-A767-A874-60A9-5FD334A7BE44}"/>
          </ac:spMkLst>
        </pc:spChg>
        <pc:cxnChg chg="add mod">
          <ac:chgData name="Chris Hawblitzel" userId="a8c48eef2a52f1db" providerId="LiveId" clId="{3B76E6B8-BC45-4E45-91C6-F0F33EC631A4}" dt="2026-05-11T12:46:35.465" v="8359" actId="1076"/>
          <ac:cxnSpMkLst>
            <pc:docMk/>
            <pc:sldMk cId="2793113156" sldId="2147480098"/>
            <ac:cxnSpMk id="8" creationId="{14EB8EBD-5850-359E-C44B-D37589C2ADB3}"/>
          </ac:cxnSpMkLst>
        </pc:cxnChg>
        <pc:cxnChg chg="add mod">
          <ac:chgData name="Chris Hawblitzel" userId="a8c48eef2a52f1db" providerId="LiveId" clId="{3B76E6B8-BC45-4E45-91C6-F0F33EC631A4}" dt="2026-05-11T12:46:35.465" v="8359" actId="1076"/>
          <ac:cxnSpMkLst>
            <pc:docMk/>
            <pc:sldMk cId="2793113156" sldId="2147480098"/>
            <ac:cxnSpMk id="10" creationId="{5710CF8B-8D00-F445-D1C8-ACB58985A749}"/>
          </ac:cxnSpMkLst>
        </pc:cxnChg>
        <pc:cxnChg chg="add mod">
          <ac:chgData name="Chris Hawblitzel" userId="a8c48eef2a52f1db" providerId="LiveId" clId="{3B76E6B8-BC45-4E45-91C6-F0F33EC631A4}" dt="2026-05-11T12:46:35.465" v="8359" actId="1076"/>
          <ac:cxnSpMkLst>
            <pc:docMk/>
            <pc:sldMk cId="2793113156" sldId="2147480098"/>
            <ac:cxnSpMk id="12" creationId="{CF13D2BD-6951-C034-7AAF-4E5B8FC7DA12}"/>
          </ac:cxnSpMkLst>
        </pc:cxnChg>
      </pc:sldChg>
      <pc:sldChg chg="addSp delSp modSp add mod modAnim">
        <pc:chgData name="Chris Hawblitzel" userId="a8c48eef2a52f1db" providerId="LiveId" clId="{3B76E6B8-BC45-4E45-91C6-F0F33EC631A4}" dt="2026-05-11T13:25:09.378" v="9414" actId="313"/>
        <pc:sldMkLst>
          <pc:docMk/>
          <pc:sldMk cId="3305065894" sldId="2147480099"/>
        </pc:sldMkLst>
        <pc:spChg chg="mod">
          <ac:chgData name="Chris Hawblitzel" userId="a8c48eef2a52f1db" providerId="LiveId" clId="{3B76E6B8-BC45-4E45-91C6-F0F33EC631A4}" dt="2026-05-11T12:47:17.927" v="8369" actId="20577"/>
          <ac:spMkLst>
            <pc:docMk/>
            <pc:sldMk cId="3305065894" sldId="2147480099"/>
            <ac:spMk id="2" creationId="{EBD36C0F-DBA4-1E19-A3FD-05303E215142}"/>
          </ac:spMkLst>
        </pc:spChg>
        <pc:spChg chg="add mod">
          <ac:chgData name="Chris Hawblitzel" userId="a8c48eef2a52f1db" providerId="LiveId" clId="{3B76E6B8-BC45-4E45-91C6-F0F33EC631A4}" dt="2026-05-11T13:10:11.811" v="8610"/>
          <ac:spMkLst>
            <pc:docMk/>
            <pc:sldMk cId="3305065894" sldId="2147480099"/>
            <ac:spMk id="3" creationId="{8602395B-9776-5897-8A81-5281FE1F07E0}"/>
          </ac:spMkLst>
        </pc:spChg>
        <pc:spChg chg="add mod">
          <ac:chgData name="Chris Hawblitzel" userId="a8c48eef2a52f1db" providerId="LiveId" clId="{3B76E6B8-BC45-4E45-91C6-F0F33EC631A4}" dt="2026-05-11T13:18:35.180" v="8873" actId="1076"/>
          <ac:spMkLst>
            <pc:docMk/>
            <pc:sldMk cId="3305065894" sldId="2147480099"/>
            <ac:spMk id="4" creationId="{C975A805-3168-CBB1-75C5-E62A1FC27E64}"/>
          </ac:spMkLst>
        </pc:spChg>
        <pc:spChg chg="add mod">
          <ac:chgData name="Chris Hawblitzel" userId="a8c48eef2a52f1db" providerId="LiveId" clId="{3B76E6B8-BC45-4E45-91C6-F0F33EC631A4}" dt="2026-05-11T13:25:09.378" v="9414" actId="313"/>
          <ac:spMkLst>
            <pc:docMk/>
            <pc:sldMk cId="3305065894" sldId="2147480099"/>
            <ac:spMk id="6" creationId="{4584DD16-E10C-9282-BC78-5709749F67DE}"/>
          </ac:spMkLst>
        </pc:spChg>
        <pc:cxnChg chg="add del mod">
          <ac:chgData name="Chris Hawblitzel" userId="a8c48eef2a52f1db" providerId="LiveId" clId="{3B76E6B8-BC45-4E45-91C6-F0F33EC631A4}" dt="2026-05-11T13:23:39.713" v="9387" actId="478"/>
          <ac:cxnSpMkLst>
            <pc:docMk/>
            <pc:sldMk cId="3305065894" sldId="2147480099"/>
            <ac:cxnSpMk id="5" creationId="{8AFEEB50-3F41-AB6C-02B9-6239EC9DB6CF}"/>
          </ac:cxnSpMkLst>
        </pc:cxnChg>
      </pc:sldChg>
      <pc:sldChg chg="addSp delSp modSp new mod modAnim">
        <pc:chgData name="Chris Hawblitzel" userId="a8c48eef2a52f1db" providerId="LiveId" clId="{3B76E6B8-BC45-4E45-91C6-F0F33EC631A4}" dt="2026-05-11T13:07:50.784" v="8609"/>
        <pc:sldMkLst>
          <pc:docMk/>
          <pc:sldMk cId="2998546044" sldId="2147480100"/>
        </pc:sldMkLst>
        <pc:spChg chg="mod">
          <ac:chgData name="Chris Hawblitzel" userId="a8c48eef2a52f1db" providerId="LiveId" clId="{3B76E6B8-BC45-4E45-91C6-F0F33EC631A4}" dt="2026-05-11T12:48:57.125" v="8407" actId="20577"/>
          <ac:spMkLst>
            <pc:docMk/>
            <pc:sldMk cId="2998546044" sldId="2147480100"/>
            <ac:spMk id="2" creationId="{BD61E4D7-2BCA-1D23-2553-883C58303097}"/>
          </ac:spMkLst>
        </pc:spChg>
        <pc:spChg chg="add mod">
          <ac:chgData name="Chris Hawblitzel" userId="a8c48eef2a52f1db" providerId="LiveId" clId="{3B76E6B8-BC45-4E45-91C6-F0F33EC631A4}" dt="2026-05-11T12:55:48.148" v="8432" actId="1076"/>
          <ac:spMkLst>
            <pc:docMk/>
            <pc:sldMk cId="2998546044" sldId="2147480100"/>
            <ac:spMk id="3" creationId="{DE207862-AF9D-8E86-0EF5-782AF2D70B15}"/>
          </ac:spMkLst>
        </pc:spChg>
        <pc:spChg chg="add mod">
          <ac:chgData name="Chris Hawblitzel" userId="a8c48eef2a52f1db" providerId="LiveId" clId="{3B76E6B8-BC45-4E45-91C6-F0F33EC631A4}" dt="2026-05-11T12:56:41.784" v="8450" actId="1076"/>
          <ac:spMkLst>
            <pc:docMk/>
            <pc:sldMk cId="2998546044" sldId="2147480100"/>
            <ac:spMk id="4" creationId="{C5BA7632-1D3B-6454-214B-D76568599EC8}"/>
          </ac:spMkLst>
        </pc:spChg>
        <pc:spChg chg="add mod">
          <ac:chgData name="Chris Hawblitzel" userId="a8c48eef2a52f1db" providerId="LiveId" clId="{3B76E6B8-BC45-4E45-91C6-F0F33EC631A4}" dt="2026-05-11T12:56:41.784" v="8450" actId="1076"/>
          <ac:spMkLst>
            <pc:docMk/>
            <pc:sldMk cId="2998546044" sldId="2147480100"/>
            <ac:spMk id="5" creationId="{5DD152BB-63F5-5B68-CBE6-D104892C130A}"/>
          </ac:spMkLst>
        </pc:spChg>
        <pc:spChg chg="add mod">
          <ac:chgData name="Chris Hawblitzel" userId="a8c48eef2a52f1db" providerId="LiveId" clId="{3B76E6B8-BC45-4E45-91C6-F0F33EC631A4}" dt="2026-05-11T12:56:41.784" v="8450" actId="1076"/>
          <ac:spMkLst>
            <pc:docMk/>
            <pc:sldMk cId="2998546044" sldId="2147480100"/>
            <ac:spMk id="6" creationId="{52DDE2F8-CFFB-CB67-254D-B0C0532DED66}"/>
          </ac:spMkLst>
        </pc:spChg>
        <pc:spChg chg="add del">
          <ac:chgData name="Chris Hawblitzel" userId="a8c48eef2a52f1db" providerId="LiveId" clId="{3B76E6B8-BC45-4E45-91C6-F0F33EC631A4}" dt="2026-05-11T12:56:00.479" v="8436" actId="22"/>
          <ac:spMkLst>
            <pc:docMk/>
            <pc:sldMk cId="2998546044" sldId="2147480100"/>
            <ac:spMk id="8" creationId="{49891E09-90F6-5C1B-9907-EA798C14F4C9}"/>
          </ac:spMkLst>
        </pc:spChg>
        <pc:spChg chg="add mod">
          <ac:chgData name="Chris Hawblitzel" userId="a8c48eef2a52f1db" providerId="LiveId" clId="{3B76E6B8-BC45-4E45-91C6-F0F33EC631A4}" dt="2026-05-11T13:06:38.750" v="8605" actId="1076"/>
          <ac:spMkLst>
            <pc:docMk/>
            <pc:sldMk cId="2998546044" sldId="2147480100"/>
            <ac:spMk id="9" creationId="{48EAFECF-9581-1449-5179-C86A72924D3D}"/>
          </ac:spMkLst>
        </pc:spChg>
        <pc:cxnChg chg="add">
          <ac:chgData name="Chris Hawblitzel" userId="a8c48eef2a52f1db" providerId="LiveId" clId="{3B76E6B8-BC45-4E45-91C6-F0F33EC631A4}" dt="2026-05-11T13:06:55.484" v="8606" actId="11529"/>
          <ac:cxnSpMkLst>
            <pc:docMk/>
            <pc:sldMk cId="2998546044" sldId="2147480100"/>
            <ac:cxnSpMk id="11" creationId="{92FCF6F9-C8E1-92D0-BC59-414B5EBF1572}"/>
          </ac:cxnSpMkLst>
        </pc:cxnChg>
        <pc:cxnChg chg="add">
          <ac:chgData name="Chris Hawblitzel" userId="a8c48eef2a52f1db" providerId="LiveId" clId="{3B76E6B8-BC45-4E45-91C6-F0F33EC631A4}" dt="2026-05-11T13:07:04.506" v="8607" actId="11529"/>
          <ac:cxnSpMkLst>
            <pc:docMk/>
            <pc:sldMk cId="2998546044" sldId="2147480100"/>
            <ac:cxnSpMk id="13" creationId="{B9F5ECD9-D8D7-B8A9-9FF3-523C104CD2F9}"/>
          </ac:cxnSpMkLst>
        </pc:cxnChg>
        <pc:cxnChg chg="add">
          <ac:chgData name="Chris Hawblitzel" userId="a8c48eef2a52f1db" providerId="LiveId" clId="{3B76E6B8-BC45-4E45-91C6-F0F33EC631A4}" dt="2026-05-11T13:07:13.520" v="8608" actId="11529"/>
          <ac:cxnSpMkLst>
            <pc:docMk/>
            <pc:sldMk cId="2998546044" sldId="2147480100"/>
            <ac:cxnSpMk id="15" creationId="{0F015AF1-776F-EFE8-28F7-1C261631BE82}"/>
          </ac:cxnSpMkLst>
        </pc:cxnChg>
      </pc:sldChg>
      <pc:sldChg chg="addSp delSp modSp add mod modAnim">
        <pc:chgData name="Chris Hawblitzel" userId="a8c48eef2a52f1db" providerId="LiveId" clId="{3B76E6B8-BC45-4E45-91C6-F0F33EC631A4}" dt="2026-05-11T14:08:36.369" v="10321"/>
        <pc:sldMkLst>
          <pc:docMk/>
          <pc:sldMk cId="1296238004" sldId="2147480101"/>
        </pc:sldMkLst>
        <pc:spChg chg="mod">
          <ac:chgData name="Chris Hawblitzel" userId="a8c48eef2a52f1db" providerId="LiveId" clId="{3B76E6B8-BC45-4E45-91C6-F0F33EC631A4}" dt="2026-05-11T13:42:11.626" v="10108" actId="1076"/>
          <ac:spMkLst>
            <pc:docMk/>
            <pc:sldMk cId="1296238004" sldId="2147480101"/>
            <ac:spMk id="4" creationId="{D2D8674A-7CFD-12CA-0E69-06E1C602ECE9}"/>
          </ac:spMkLst>
        </pc:spChg>
        <pc:spChg chg="add mod">
          <ac:chgData name="Chris Hawblitzel" userId="a8c48eef2a52f1db" providerId="LiveId" clId="{3B76E6B8-BC45-4E45-91C6-F0F33EC631A4}" dt="2026-05-11T13:29:27.740" v="9508" actId="13822"/>
          <ac:spMkLst>
            <pc:docMk/>
            <pc:sldMk cId="1296238004" sldId="2147480101"/>
            <ac:spMk id="5" creationId="{D6593AA4-D3AC-61FF-9728-2F7CAB16DD3F}"/>
          </ac:spMkLst>
        </pc:spChg>
        <pc:spChg chg="del">
          <ac:chgData name="Chris Hawblitzel" userId="a8c48eef2a52f1db" providerId="LiveId" clId="{3B76E6B8-BC45-4E45-91C6-F0F33EC631A4}" dt="2026-05-11T13:27:15.173" v="9422" actId="478"/>
          <ac:spMkLst>
            <pc:docMk/>
            <pc:sldMk cId="1296238004" sldId="2147480101"/>
            <ac:spMk id="6" creationId="{7DD5FACF-F293-47D5-7CA8-CF082D511584}"/>
          </ac:spMkLst>
        </pc:spChg>
        <pc:spChg chg="add mod">
          <ac:chgData name="Chris Hawblitzel" userId="a8c48eef2a52f1db" providerId="LiveId" clId="{3B76E6B8-BC45-4E45-91C6-F0F33EC631A4}" dt="2026-05-11T13:30:09.101" v="9566" actId="20577"/>
          <ac:spMkLst>
            <pc:docMk/>
            <pc:sldMk cId="1296238004" sldId="2147480101"/>
            <ac:spMk id="7" creationId="{73F9F3A4-2F8F-8170-D93E-CF3F518C3E10}"/>
          </ac:spMkLst>
        </pc:spChg>
        <pc:spChg chg="add mod">
          <ac:chgData name="Chris Hawblitzel" userId="a8c48eef2a52f1db" providerId="LiveId" clId="{3B76E6B8-BC45-4E45-91C6-F0F33EC631A4}" dt="2026-05-11T13:30:34.350" v="9579" actId="20577"/>
          <ac:spMkLst>
            <pc:docMk/>
            <pc:sldMk cId="1296238004" sldId="2147480101"/>
            <ac:spMk id="8" creationId="{7EB98803-FF86-EC46-1B60-D6307763A3E0}"/>
          </ac:spMkLst>
        </pc:spChg>
        <pc:spChg chg="add mod">
          <ac:chgData name="Chris Hawblitzel" userId="a8c48eef2a52f1db" providerId="LiveId" clId="{3B76E6B8-BC45-4E45-91C6-F0F33EC631A4}" dt="2026-05-11T13:30:49.211" v="9581" actId="20577"/>
          <ac:spMkLst>
            <pc:docMk/>
            <pc:sldMk cId="1296238004" sldId="2147480101"/>
            <ac:spMk id="9" creationId="{FBC5302A-4CCF-E326-5ACB-4B9790E1304F}"/>
          </ac:spMkLst>
        </pc:spChg>
        <pc:spChg chg="add mod">
          <ac:chgData name="Chris Hawblitzel" userId="a8c48eef2a52f1db" providerId="LiveId" clId="{3B76E6B8-BC45-4E45-91C6-F0F33EC631A4}" dt="2026-05-11T13:38:20.840" v="10052" actId="20577"/>
          <ac:spMkLst>
            <pc:docMk/>
            <pc:sldMk cId="1296238004" sldId="2147480101"/>
            <ac:spMk id="10" creationId="{4A3967B7-9C7A-64D2-CF6E-FF03079AEC48}"/>
          </ac:spMkLst>
        </pc:spChg>
        <pc:spChg chg="add mod">
          <ac:chgData name="Chris Hawblitzel" userId="a8c48eef2a52f1db" providerId="LiveId" clId="{3B76E6B8-BC45-4E45-91C6-F0F33EC631A4}" dt="2026-05-11T13:42:41.424" v="10111" actId="20577"/>
          <ac:spMkLst>
            <pc:docMk/>
            <pc:sldMk cId="1296238004" sldId="2147480101"/>
            <ac:spMk id="11" creationId="{64C64B86-DF44-392E-0B55-859DB0FC411E}"/>
          </ac:spMkLst>
        </pc:spChg>
        <pc:spChg chg="add mod">
          <ac:chgData name="Chris Hawblitzel" userId="a8c48eef2a52f1db" providerId="LiveId" clId="{3B76E6B8-BC45-4E45-91C6-F0F33EC631A4}" dt="2026-05-11T13:47:12.430" v="10260" actId="1076"/>
          <ac:spMkLst>
            <pc:docMk/>
            <pc:sldMk cId="1296238004" sldId="2147480101"/>
            <ac:spMk id="24" creationId="{18341EC9-6692-D714-13A5-1728E1C55023}"/>
          </ac:spMkLst>
        </pc:spChg>
        <pc:spChg chg="add mod">
          <ac:chgData name="Chris Hawblitzel" userId="a8c48eef2a52f1db" providerId="LiveId" clId="{3B76E6B8-BC45-4E45-91C6-F0F33EC631A4}" dt="2026-05-11T13:44:35.197" v="10176" actId="20577"/>
          <ac:spMkLst>
            <pc:docMk/>
            <pc:sldMk cId="1296238004" sldId="2147480101"/>
            <ac:spMk id="25" creationId="{3F6AA480-76AC-D15B-04C4-CAE71EE706FA}"/>
          </ac:spMkLst>
        </pc:spChg>
        <pc:spChg chg="add mod">
          <ac:chgData name="Chris Hawblitzel" userId="a8c48eef2a52f1db" providerId="LiveId" clId="{3B76E6B8-BC45-4E45-91C6-F0F33EC631A4}" dt="2026-05-11T14:08:36.369" v="10321"/>
          <ac:spMkLst>
            <pc:docMk/>
            <pc:sldMk cId="1296238004" sldId="2147480101"/>
            <ac:spMk id="26" creationId="{5C5410CE-E316-3357-C40D-B3E9D965B057}"/>
          </ac:spMkLst>
        </pc:spChg>
        <pc:cxnChg chg="add">
          <ac:chgData name="Chris Hawblitzel" userId="a8c48eef2a52f1db" providerId="LiveId" clId="{3B76E6B8-BC45-4E45-91C6-F0F33EC631A4}" dt="2026-05-11T13:39:56.633" v="10101" actId="11529"/>
          <ac:cxnSpMkLst>
            <pc:docMk/>
            <pc:sldMk cId="1296238004" sldId="2147480101"/>
            <ac:cxnSpMk id="13" creationId="{02323CAC-FE6E-615B-36D4-651224A52185}"/>
          </ac:cxnSpMkLst>
        </pc:cxnChg>
        <pc:cxnChg chg="add">
          <ac:chgData name="Chris Hawblitzel" userId="a8c48eef2a52f1db" providerId="LiveId" clId="{3B76E6B8-BC45-4E45-91C6-F0F33EC631A4}" dt="2026-05-11T13:40:08.606" v="10102" actId="11529"/>
          <ac:cxnSpMkLst>
            <pc:docMk/>
            <pc:sldMk cId="1296238004" sldId="2147480101"/>
            <ac:cxnSpMk id="15" creationId="{3F511CF3-1FD4-B64A-9EE0-513E42A516EF}"/>
          </ac:cxnSpMkLst>
        </pc:cxnChg>
        <pc:cxnChg chg="add">
          <ac:chgData name="Chris Hawblitzel" userId="a8c48eef2a52f1db" providerId="LiveId" clId="{3B76E6B8-BC45-4E45-91C6-F0F33EC631A4}" dt="2026-05-11T13:40:17.439" v="10103" actId="11529"/>
          <ac:cxnSpMkLst>
            <pc:docMk/>
            <pc:sldMk cId="1296238004" sldId="2147480101"/>
            <ac:cxnSpMk id="17" creationId="{95FC3C78-1D55-2F56-69BD-85EAFAE462D2}"/>
          </ac:cxnSpMkLst>
        </pc:cxnChg>
        <pc:cxnChg chg="add">
          <ac:chgData name="Chris Hawblitzel" userId="a8c48eef2a52f1db" providerId="LiveId" clId="{3B76E6B8-BC45-4E45-91C6-F0F33EC631A4}" dt="2026-05-11T13:40:25.392" v="10104" actId="11529"/>
          <ac:cxnSpMkLst>
            <pc:docMk/>
            <pc:sldMk cId="1296238004" sldId="2147480101"/>
            <ac:cxnSpMk id="19" creationId="{A720D56E-1F05-053F-80B9-9B81A4D0E30D}"/>
          </ac:cxnSpMkLst>
        </pc:cxnChg>
        <pc:cxnChg chg="add">
          <ac:chgData name="Chris Hawblitzel" userId="a8c48eef2a52f1db" providerId="LiveId" clId="{3B76E6B8-BC45-4E45-91C6-F0F33EC631A4}" dt="2026-05-11T13:40:34.914" v="10105" actId="11529"/>
          <ac:cxnSpMkLst>
            <pc:docMk/>
            <pc:sldMk cId="1296238004" sldId="2147480101"/>
            <ac:cxnSpMk id="21" creationId="{17680E94-1F5B-3931-4D0D-EE3C5459D5A7}"/>
          </ac:cxnSpMkLst>
        </pc:cxnChg>
        <pc:cxnChg chg="add mod">
          <ac:chgData name="Chris Hawblitzel" userId="a8c48eef2a52f1db" providerId="LiveId" clId="{3B76E6B8-BC45-4E45-91C6-F0F33EC631A4}" dt="2026-05-11T13:42:41.424" v="10111" actId="20577"/>
          <ac:cxnSpMkLst>
            <pc:docMk/>
            <pc:sldMk cId="1296238004" sldId="2147480101"/>
            <ac:cxnSpMk id="23" creationId="{4CA200C0-5FFB-0CF2-7577-19B5573DECD6}"/>
          </ac:cxnSpMkLst>
        </pc:cxnChg>
        <pc:cxnChg chg="add del">
          <ac:chgData name="Chris Hawblitzel" userId="a8c48eef2a52f1db" providerId="LiveId" clId="{3B76E6B8-BC45-4E45-91C6-F0F33EC631A4}" dt="2026-05-11T13:46:58.665" v="10258" actId="11529"/>
          <ac:cxnSpMkLst>
            <pc:docMk/>
            <pc:sldMk cId="1296238004" sldId="2147480101"/>
            <ac:cxnSpMk id="28" creationId="{F0603E17-40BA-8DD3-2DD4-E56CCDD73AE9}"/>
          </ac:cxnSpMkLst>
        </pc:cxnChg>
        <pc:cxnChg chg="add mod">
          <ac:chgData name="Chris Hawblitzel" userId="a8c48eef2a52f1db" providerId="LiveId" clId="{3B76E6B8-BC45-4E45-91C6-F0F33EC631A4}" dt="2026-05-11T13:47:17.628" v="10261" actId="14100"/>
          <ac:cxnSpMkLst>
            <pc:docMk/>
            <pc:sldMk cId="1296238004" sldId="2147480101"/>
            <ac:cxnSpMk id="30" creationId="{057A8F9C-973B-4CF2-016B-76867F8E380A}"/>
          </ac:cxnSpMkLst>
        </pc:cxnChg>
        <pc:cxnChg chg="add">
          <ac:chgData name="Chris Hawblitzel" userId="a8c48eef2a52f1db" providerId="LiveId" clId="{3B76E6B8-BC45-4E45-91C6-F0F33EC631A4}" dt="2026-05-11T13:47:27.828" v="10262" actId="11529"/>
          <ac:cxnSpMkLst>
            <pc:docMk/>
            <pc:sldMk cId="1296238004" sldId="2147480101"/>
            <ac:cxnSpMk id="33" creationId="{EC508080-8AAF-B463-9288-0F6F8920AC89}"/>
          </ac:cxnSpMkLst>
        </pc:cxnChg>
        <pc:cxnChg chg="add mod">
          <ac:chgData name="Chris Hawblitzel" userId="a8c48eef2a52f1db" providerId="LiveId" clId="{3B76E6B8-BC45-4E45-91C6-F0F33EC631A4}" dt="2026-05-11T13:48:08.003" v="10267" actId="14100"/>
          <ac:cxnSpMkLst>
            <pc:docMk/>
            <pc:sldMk cId="1296238004" sldId="2147480101"/>
            <ac:cxnSpMk id="35" creationId="{23B60777-81F4-8AF2-C544-CE53FEFE2EE1}"/>
          </ac:cxnSpMkLst>
        </pc:cxnChg>
      </pc:sldChg>
      <pc:sldChg chg="addSp modSp new mod">
        <pc:chgData name="Chris Hawblitzel" userId="a8c48eef2a52f1db" providerId="LiveId" clId="{3B76E6B8-BC45-4E45-91C6-F0F33EC631A4}" dt="2026-05-12T03:02:20.423" v="14187" actId="20577"/>
        <pc:sldMkLst>
          <pc:docMk/>
          <pc:sldMk cId="3484585073" sldId="2147480102"/>
        </pc:sldMkLst>
        <pc:spChg chg="mod">
          <ac:chgData name="Chris Hawblitzel" userId="a8c48eef2a52f1db" providerId="LiveId" clId="{3B76E6B8-BC45-4E45-91C6-F0F33EC631A4}" dt="2026-05-11T13:55:20.699" v="10311" actId="20577"/>
          <ac:spMkLst>
            <pc:docMk/>
            <pc:sldMk cId="3484585073" sldId="2147480102"/>
            <ac:spMk id="2" creationId="{7588ACDA-5BBD-3128-6932-7D8B987E5808}"/>
          </ac:spMkLst>
        </pc:spChg>
        <pc:spChg chg="add mod">
          <ac:chgData name="Chris Hawblitzel" userId="a8c48eef2a52f1db" providerId="LiveId" clId="{3B76E6B8-BC45-4E45-91C6-F0F33EC631A4}" dt="2026-05-12T03:02:20.423" v="14187" actId="20577"/>
          <ac:spMkLst>
            <pc:docMk/>
            <pc:sldMk cId="3484585073" sldId="2147480102"/>
            <ac:spMk id="3" creationId="{F37EBBB5-9770-A089-A075-CEC10BA00BB4}"/>
          </ac:spMkLst>
        </pc:spChg>
      </pc:sldChg>
      <pc:sldChg chg="addSp delSp modSp add mod delAnim modAnim">
        <pc:chgData name="Chris Hawblitzel" userId="a8c48eef2a52f1db" providerId="LiveId" clId="{3B76E6B8-BC45-4E45-91C6-F0F33EC631A4}" dt="2026-05-11T16:07:35.857" v="10780" actId="14100"/>
        <pc:sldMkLst>
          <pc:docMk/>
          <pc:sldMk cId="1185424700" sldId="2147480103"/>
        </pc:sldMkLst>
        <pc:spChg chg="mod">
          <ac:chgData name="Chris Hawblitzel" userId="a8c48eef2a52f1db" providerId="LiveId" clId="{3B76E6B8-BC45-4E45-91C6-F0F33EC631A4}" dt="2026-05-11T14:15:44.471" v="10411" actId="20577"/>
          <ac:spMkLst>
            <pc:docMk/>
            <pc:sldMk cId="1185424700" sldId="2147480103"/>
            <ac:spMk id="3" creationId="{52C6FE8E-19A9-FFB2-0242-56F5508AFA71}"/>
          </ac:spMkLst>
        </pc:spChg>
        <pc:spChg chg="mod">
          <ac:chgData name="Chris Hawblitzel" userId="a8c48eef2a52f1db" providerId="LiveId" clId="{3B76E6B8-BC45-4E45-91C6-F0F33EC631A4}" dt="2026-05-11T16:05:37.728" v="10683" actId="1076"/>
          <ac:spMkLst>
            <pc:docMk/>
            <pc:sldMk cId="1185424700" sldId="2147480103"/>
            <ac:spMk id="4" creationId="{D2D8674A-7CFD-12CA-0E69-06E1C602ECE9}"/>
          </ac:spMkLst>
        </pc:spChg>
        <pc:spChg chg="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5" creationId="{D6593AA4-D3AC-61FF-9728-2F7CAB16DD3F}"/>
          </ac:spMkLst>
        </pc:spChg>
        <pc:spChg chg="add 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6" creationId="{13A05EFE-954D-F44E-0F55-EF8FA61955F5}"/>
          </ac:spMkLst>
        </pc:spChg>
        <pc:spChg chg="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7" creationId="{73F9F3A4-2F8F-8170-D93E-CF3F518C3E10}"/>
          </ac:spMkLst>
        </pc:spChg>
        <pc:spChg chg="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8" creationId="{7EB98803-FF86-EC46-1B60-D6307763A3E0}"/>
          </ac:spMkLst>
        </pc:spChg>
        <pc:spChg chg="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9" creationId="{FBC5302A-4CCF-E326-5ACB-4B9790E1304F}"/>
          </ac:spMkLst>
        </pc:spChg>
        <pc:spChg chg="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10" creationId="{4A3967B7-9C7A-64D2-CF6E-FF03079AEC48}"/>
          </ac:spMkLst>
        </pc:spChg>
        <pc:spChg chg="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11" creationId="{64C64B86-DF44-392E-0B55-859DB0FC411E}"/>
          </ac:spMkLst>
        </pc:spChg>
        <pc:spChg chg="add mod">
          <ac:chgData name="Chris Hawblitzel" userId="a8c48eef2a52f1db" providerId="LiveId" clId="{3B76E6B8-BC45-4E45-91C6-F0F33EC631A4}" dt="2026-05-11T16:05:51.927" v="10695" actId="1035"/>
          <ac:spMkLst>
            <pc:docMk/>
            <pc:sldMk cId="1185424700" sldId="2147480103"/>
            <ac:spMk id="12" creationId="{D7072228-3CA5-9ED0-133A-23A6E1276937}"/>
          </ac:spMkLst>
        </pc:spChg>
        <pc:spChg chg="del">
          <ac:chgData name="Chris Hawblitzel" userId="a8c48eef2a52f1db" providerId="LiveId" clId="{3B76E6B8-BC45-4E45-91C6-F0F33EC631A4}" dt="2026-05-11T14:14:09.543" v="10332" actId="478"/>
          <ac:spMkLst>
            <pc:docMk/>
            <pc:sldMk cId="1185424700" sldId="2147480103"/>
            <ac:spMk id="24" creationId="{18341EC9-6692-D714-13A5-1728E1C55023}"/>
          </ac:spMkLst>
        </pc:spChg>
        <pc:spChg chg="del">
          <ac:chgData name="Chris Hawblitzel" userId="a8c48eef2a52f1db" providerId="LiveId" clId="{3B76E6B8-BC45-4E45-91C6-F0F33EC631A4}" dt="2026-05-11T14:14:12.438" v="10333" actId="478"/>
          <ac:spMkLst>
            <pc:docMk/>
            <pc:sldMk cId="1185424700" sldId="2147480103"/>
            <ac:spMk id="25" creationId="{3F6AA480-76AC-D15B-04C4-CAE71EE706FA}"/>
          </ac:spMkLst>
        </pc:spChg>
        <pc:spChg chg="del mod">
          <ac:chgData name="Chris Hawblitzel" userId="a8c48eef2a52f1db" providerId="LiveId" clId="{3B76E6B8-BC45-4E45-91C6-F0F33EC631A4}" dt="2026-05-11T14:14:15.499" v="10334" actId="478"/>
          <ac:spMkLst>
            <pc:docMk/>
            <pc:sldMk cId="1185424700" sldId="2147480103"/>
            <ac:spMk id="26" creationId="{5C5410CE-E316-3357-C40D-B3E9D965B057}"/>
          </ac:spMkLst>
        </pc:spChg>
        <pc:cxnChg chg="mod">
          <ac:chgData name="Chris Hawblitzel" userId="a8c48eef2a52f1db" providerId="LiveId" clId="{3B76E6B8-BC45-4E45-91C6-F0F33EC631A4}" dt="2026-05-11T16:06:10.018" v="10696" actId="14100"/>
          <ac:cxnSpMkLst>
            <pc:docMk/>
            <pc:sldMk cId="1185424700" sldId="2147480103"/>
            <ac:cxnSpMk id="13" creationId="{02323CAC-FE6E-615B-36D4-651224A52185}"/>
          </ac:cxnSpMkLst>
        </pc:cxnChg>
        <pc:cxnChg chg="mod">
          <ac:chgData name="Chris Hawblitzel" userId="a8c48eef2a52f1db" providerId="LiveId" clId="{3B76E6B8-BC45-4E45-91C6-F0F33EC631A4}" dt="2026-05-11T16:06:18.922" v="10697" actId="14100"/>
          <ac:cxnSpMkLst>
            <pc:docMk/>
            <pc:sldMk cId="1185424700" sldId="2147480103"/>
            <ac:cxnSpMk id="15" creationId="{3F511CF3-1FD4-B64A-9EE0-513E42A516EF}"/>
          </ac:cxnSpMkLst>
        </pc:cxnChg>
        <pc:cxnChg chg="mod">
          <ac:chgData name="Chris Hawblitzel" userId="a8c48eef2a52f1db" providerId="LiveId" clId="{3B76E6B8-BC45-4E45-91C6-F0F33EC631A4}" dt="2026-05-11T16:06:25.399" v="10698" actId="14100"/>
          <ac:cxnSpMkLst>
            <pc:docMk/>
            <pc:sldMk cId="1185424700" sldId="2147480103"/>
            <ac:cxnSpMk id="17" creationId="{95FC3C78-1D55-2F56-69BD-85EAFAE462D2}"/>
          </ac:cxnSpMkLst>
        </pc:cxnChg>
        <pc:cxnChg chg="mod">
          <ac:chgData name="Chris Hawblitzel" userId="a8c48eef2a52f1db" providerId="LiveId" clId="{3B76E6B8-BC45-4E45-91C6-F0F33EC631A4}" dt="2026-05-11T16:06:31.889" v="10699" actId="14100"/>
          <ac:cxnSpMkLst>
            <pc:docMk/>
            <pc:sldMk cId="1185424700" sldId="2147480103"/>
            <ac:cxnSpMk id="19" creationId="{A720D56E-1F05-053F-80B9-9B81A4D0E30D}"/>
          </ac:cxnSpMkLst>
        </pc:cxnChg>
        <pc:cxnChg chg="mod">
          <ac:chgData name="Chris Hawblitzel" userId="a8c48eef2a52f1db" providerId="LiveId" clId="{3B76E6B8-BC45-4E45-91C6-F0F33EC631A4}" dt="2026-05-11T16:06:40.215" v="10700" actId="14100"/>
          <ac:cxnSpMkLst>
            <pc:docMk/>
            <pc:sldMk cId="1185424700" sldId="2147480103"/>
            <ac:cxnSpMk id="21" creationId="{17680E94-1F5B-3931-4D0D-EE3C5459D5A7}"/>
          </ac:cxnSpMkLst>
        </pc:cxnChg>
        <pc:cxnChg chg="mod">
          <ac:chgData name="Chris Hawblitzel" userId="a8c48eef2a52f1db" providerId="LiveId" clId="{3B76E6B8-BC45-4E45-91C6-F0F33EC631A4}" dt="2026-05-11T16:06:52.810" v="10702" actId="14100"/>
          <ac:cxnSpMkLst>
            <pc:docMk/>
            <pc:sldMk cId="1185424700" sldId="2147480103"/>
            <ac:cxnSpMk id="23" creationId="{4CA200C0-5FFB-0CF2-7577-19B5573DECD6}"/>
          </ac:cxnSpMkLst>
        </pc:cxnChg>
        <pc:cxnChg chg="add mod">
          <ac:chgData name="Chris Hawblitzel" userId="a8c48eef2a52f1db" providerId="LiveId" clId="{3B76E6B8-BC45-4E45-91C6-F0F33EC631A4}" dt="2026-05-11T16:07:27.584" v="10778" actId="14100"/>
          <ac:cxnSpMkLst>
            <pc:docMk/>
            <pc:sldMk cId="1185424700" sldId="2147480103"/>
            <ac:cxnSpMk id="29" creationId="{47338BCD-C09E-CEF7-C235-BCFF52194F2E}"/>
          </ac:cxnSpMkLst>
        </pc:cxnChg>
        <pc:cxnChg chg="del mod">
          <ac:chgData name="Chris Hawblitzel" userId="a8c48eef2a52f1db" providerId="LiveId" clId="{3B76E6B8-BC45-4E45-91C6-F0F33EC631A4}" dt="2026-05-11T14:14:09.543" v="10332" actId="478"/>
          <ac:cxnSpMkLst>
            <pc:docMk/>
            <pc:sldMk cId="1185424700" sldId="2147480103"/>
            <ac:cxnSpMk id="30" creationId="{057A8F9C-973B-4CF2-016B-76867F8E380A}"/>
          </ac:cxnSpMkLst>
        </pc:cxnChg>
        <pc:cxnChg chg="add mod">
          <ac:chgData name="Chris Hawblitzel" userId="a8c48eef2a52f1db" providerId="LiveId" clId="{3B76E6B8-BC45-4E45-91C6-F0F33EC631A4}" dt="2026-05-11T16:07:35.857" v="10780" actId="14100"/>
          <ac:cxnSpMkLst>
            <pc:docMk/>
            <pc:sldMk cId="1185424700" sldId="2147480103"/>
            <ac:cxnSpMk id="31" creationId="{B97791CB-8318-BFC3-C15B-A7575C9C5A78}"/>
          </ac:cxnSpMkLst>
        </pc:cxnChg>
        <pc:cxnChg chg="del mod">
          <ac:chgData name="Chris Hawblitzel" userId="a8c48eef2a52f1db" providerId="LiveId" clId="{3B76E6B8-BC45-4E45-91C6-F0F33EC631A4}" dt="2026-05-11T14:14:12.438" v="10333" actId="478"/>
          <ac:cxnSpMkLst>
            <pc:docMk/>
            <pc:sldMk cId="1185424700" sldId="2147480103"/>
            <ac:cxnSpMk id="33" creationId="{EC508080-8AAF-B463-9288-0F6F8920AC89}"/>
          </ac:cxnSpMkLst>
        </pc:cxnChg>
        <pc:cxnChg chg="del mod">
          <ac:chgData name="Chris Hawblitzel" userId="a8c48eef2a52f1db" providerId="LiveId" clId="{3B76E6B8-BC45-4E45-91C6-F0F33EC631A4}" dt="2026-05-11T14:14:15.499" v="10334" actId="478"/>
          <ac:cxnSpMkLst>
            <pc:docMk/>
            <pc:sldMk cId="1185424700" sldId="2147480103"/>
            <ac:cxnSpMk id="35" creationId="{23B60777-81F4-8AF2-C544-CE53FEFE2EE1}"/>
          </ac:cxnSpMkLst>
        </pc:cxnChg>
      </pc:sldChg>
      <pc:sldChg chg="addSp delSp modSp add mod delAnim modAnim">
        <pc:chgData name="Chris Hawblitzel" userId="a8c48eef2a52f1db" providerId="LiveId" clId="{3B76E6B8-BC45-4E45-91C6-F0F33EC631A4}" dt="2026-05-11T14:33:55.832" v="10632"/>
        <pc:sldMkLst>
          <pc:docMk/>
          <pc:sldMk cId="2342267287" sldId="2147480104"/>
        </pc:sldMkLst>
        <pc:spChg chg="mod">
          <ac:chgData name="Chris Hawblitzel" userId="a8c48eef2a52f1db" providerId="LiveId" clId="{3B76E6B8-BC45-4E45-91C6-F0F33EC631A4}" dt="2026-05-11T14:31:39.484" v="10625" actId="207"/>
          <ac:spMkLst>
            <pc:docMk/>
            <pc:sldMk cId="2342267287" sldId="2147480104"/>
            <ac:spMk id="3" creationId="{52C6FE8E-19A9-FFB2-0242-56F5508AFA71}"/>
          </ac:spMkLst>
        </pc:spChg>
        <pc:spChg chg="mod">
          <ac:chgData name="Chris Hawblitzel" userId="a8c48eef2a52f1db" providerId="LiveId" clId="{3B76E6B8-BC45-4E45-91C6-F0F33EC631A4}" dt="2026-05-11T14:27:34.398" v="10603" actId="113"/>
          <ac:spMkLst>
            <pc:docMk/>
            <pc:sldMk cId="2342267287" sldId="2147480104"/>
            <ac:spMk id="5" creationId="{D6593AA4-D3AC-61FF-9728-2F7CAB16DD3F}"/>
          </ac:spMkLst>
        </pc:spChg>
        <pc:spChg chg="mod">
          <ac:chgData name="Chris Hawblitzel" userId="a8c48eef2a52f1db" providerId="LiveId" clId="{3B76E6B8-BC45-4E45-91C6-F0F33EC631A4}" dt="2026-05-11T14:27:37.516" v="10604" actId="113"/>
          <ac:spMkLst>
            <pc:docMk/>
            <pc:sldMk cId="2342267287" sldId="2147480104"/>
            <ac:spMk id="7" creationId="{73F9F3A4-2F8F-8170-D93E-CF3F518C3E10}"/>
          </ac:spMkLst>
        </pc:spChg>
        <pc:spChg chg="mod">
          <ac:chgData name="Chris Hawblitzel" userId="a8c48eef2a52f1db" providerId="LiveId" clId="{3B76E6B8-BC45-4E45-91C6-F0F33EC631A4}" dt="2026-05-11T14:31:25.286" v="10623" actId="113"/>
          <ac:spMkLst>
            <pc:docMk/>
            <pc:sldMk cId="2342267287" sldId="2147480104"/>
            <ac:spMk id="8" creationId="{7EB98803-FF86-EC46-1B60-D6307763A3E0}"/>
          </ac:spMkLst>
        </pc:spChg>
        <pc:spChg chg="mod">
          <ac:chgData name="Chris Hawblitzel" userId="a8c48eef2a52f1db" providerId="LiveId" clId="{3B76E6B8-BC45-4E45-91C6-F0F33EC631A4}" dt="2026-05-11T14:27:41.217" v="10606" actId="113"/>
          <ac:spMkLst>
            <pc:docMk/>
            <pc:sldMk cId="2342267287" sldId="2147480104"/>
            <ac:spMk id="9" creationId="{FBC5302A-4CCF-E326-5ACB-4B9790E1304F}"/>
          </ac:spMkLst>
        </pc:spChg>
        <pc:spChg chg="mod">
          <ac:chgData name="Chris Hawblitzel" userId="a8c48eef2a52f1db" providerId="LiveId" clId="{3B76E6B8-BC45-4E45-91C6-F0F33EC631A4}" dt="2026-05-11T14:31:50.791" v="10627" actId="113"/>
          <ac:spMkLst>
            <pc:docMk/>
            <pc:sldMk cId="2342267287" sldId="2147480104"/>
            <ac:spMk id="10" creationId="{4A3967B7-9C7A-64D2-CF6E-FF03079AEC48}"/>
          </ac:spMkLst>
        </pc:spChg>
        <pc:spChg chg="mod">
          <ac:chgData name="Chris Hawblitzel" userId="a8c48eef2a52f1db" providerId="LiveId" clId="{3B76E6B8-BC45-4E45-91C6-F0F33EC631A4}" dt="2026-05-11T14:27:44.306" v="10608" actId="113"/>
          <ac:spMkLst>
            <pc:docMk/>
            <pc:sldMk cId="2342267287" sldId="2147480104"/>
            <ac:spMk id="11" creationId="{64C64B86-DF44-392E-0B55-859DB0FC411E}"/>
          </ac:spMkLst>
        </pc:spChg>
        <pc:spChg chg="del">
          <ac:chgData name="Chris Hawblitzel" userId="a8c48eef2a52f1db" providerId="LiveId" clId="{3B76E6B8-BC45-4E45-91C6-F0F33EC631A4}" dt="2026-05-11T14:25:16.283" v="10585" actId="478"/>
          <ac:spMkLst>
            <pc:docMk/>
            <pc:sldMk cId="2342267287" sldId="2147480104"/>
            <ac:spMk id="24" creationId="{18341EC9-6692-D714-13A5-1728E1C55023}"/>
          </ac:spMkLst>
        </pc:spChg>
        <pc:spChg chg="del">
          <ac:chgData name="Chris Hawblitzel" userId="a8c48eef2a52f1db" providerId="LiveId" clId="{3B76E6B8-BC45-4E45-91C6-F0F33EC631A4}" dt="2026-05-11T14:25:13.556" v="10583" actId="478"/>
          <ac:spMkLst>
            <pc:docMk/>
            <pc:sldMk cId="2342267287" sldId="2147480104"/>
            <ac:spMk id="25" creationId="{3F6AA480-76AC-D15B-04C4-CAE71EE706FA}"/>
          </ac:spMkLst>
        </pc:spChg>
        <pc:spChg chg="del">
          <ac:chgData name="Chris Hawblitzel" userId="a8c48eef2a52f1db" providerId="LiveId" clId="{3B76E6B8-BC45-4E45-91C6-F0F33EC631A4}" dt="2026-05-11T14:25:10.575" v="10581" actId="478"/>
          <ac:spMkLst>
            <pc:docMk/>
            <pc:sldMk cId="2342267287" sldId="2147480104"/>
            <ac:spMk id="26" creationId="{5C5410CE-E316-3357-C40D-B3E9D965B057}"/>
          </ac:spMkLst>
        </pc:spChg>
        <pc:cxnChg chg="add mod">
          <ac:chgData name="Chris Hawblitzel" userId="a8c48eef2a52f1db" providerId="LiveId" clId="{3B76E6B8-BC45-4E45-91C6-F0F33EC631A4}" dt="2026-05-11T14:31:14.174" v="10621" actId="14100"/>
          <ac:cxnSpMkLst>
            <pc:docMk/>
            <pc:sldMk cId="2342267287" sldId="2147480104"/>
            <ac:cxnSpMk id="12" creationId="{823E6C74-BAA0-6DAC-CA44-D2A9B9B3BA76}"/>
          </ac:cxnSpMkLst>
        </pc:cxnChg>
        <pc:cxnChg chg="del mod">
          <ac:chgData name="Chris Hawblitzel" userId="a8c48eef2a52f1db" providerId="LiveId" clId="{3B76E6B8-BC45-4E45-91C6-F0F33EC631A4}" dt="2026-05-11T14:25:38.666" v="10595" actId="478"/>
          <ac:cxnSpMkLst>
            <pc:docMk/>
            <pc:sldMk cId="2342267287" sldId="2147480104"/>
            <ac:cxnSpMk id="13" creationId="{02323CAC-FE6E-615B-36D4-651224A52185}"/>
          </ac:cxnSpMkLst>
        </pc:cxnChg>
        <pc:cxnChg chg="del mod">
          <ac:chgData name="Chris Hawblitzel" userId="a8c48eef2a52f1db" providerId="LiveId" clId="{3B76E6B8-BC45-4E45-91C6-F0F33EC631A4}" dt="2026-05-11T14:25:37.842" v="10594" actId="478"/>
          <ac:cxnSpMkLst>
            <pc:docMk/>
            <pc:sldMk cId="2342267287" sldId="2147480104"/>
            <ac:cxnSpMk id="15" creationId="{3F511CF3-1FD4-B64A-9EE0-513E42A516EF}"/>
          </ac:cxnSpMkLst>
        </pc:cxnChg>
        <pc:cxnChg chg="del mod">
          <ac:chgData name="Chris Hawblitzel" userId="a8c48eef2a52f1db" providerId="LiveId" clId="{3B76E6B8-BC45-4E45-91C6-F0F33EC631A4}" dt="2026-05-11T14:25:39.320" v="10596" actId="478"/>
          <ac:cxnSpMkLst>
            <pc:docMk/>
            <pc:sldMk cId="2342267287" sldId="2147480104"/>
            <ac:cxnSpMk id="17" creationId="{95FC3C78-1D55-2F56-69BD-85EAFAE462D2}"/>
          </ac:cxnSpMkLst>
        </pc:cxnChg>
        <pc:cxnChg chg="add mod">
          <ac:chgData name="Chris Hawblitzel" userId="a8c48eef2a52f1db" providerId="LiveId" clId="{3B76E6B8-BC45-4E45-91C6-F0F33EC631A4}" dt="2026-05-11T14:29:03.701" v="10617" actId="14100"/>
          <ac:cxnSpMkLst>
            <pc:docMk/>
            <pc:sldMk cId="2342267287" sldId="2147480104"/>
            <ac:cxnSpMk id="18" creationId="{07CCF755-9387-F3C1-EDE7-31C49A809EF1}"/>
          </ac:cxnSpMkLst>
        </pc:cxnChg>
        <pc:cxnChg chg="del mod">
          <ac:chgData name="Chris Hawblitzel" userId="a8c48eef2a52f1db" providerId="LiveId" clId="{3B76E6B8-BC45-4E45-91C6-F0F33EC631A4}" dt="2026-05-11T14:25:37.011" v="10593" actId="478"/>
          <ac:cxnSpMkLst>
            <pc:docMk/>
            <pc:sldMk cId="2342267287" sldId="2147480104"/>
            <ac:cxnSpMk id="19" creationId="{A720D56E-1F05-053F-80B9-9B81A4D0E30D}"/>
          </ac:cxnSpMkLst>
        </pc:cxnChg>
        <pc:cxnChg chg="del mod">
          <ac:chgData name="Chris Hawblitzel" userId="a8c48eef2a52f1db" providerId="LiveId" clId="{3B76E6B8-BC45-4E45-91C6-F0F33EC631A4}" dt="2026-05-11T14:25:36.133" v="10592" actId="478"/>
          <ac:cxnSpMkLst>
            <pc:docMk/>
            <pc:sldMk cId="2342267287" sldId="2147480104"/>
            <ac:cxnSpMk id="21" creationId="{17680E94-1F5B-3931-4D0D-EE3C5459D5A7}"/>
          </ac:cxnSpMkLst>
        </pc:cxnChg>
        <pc:cxnChg chg="del mod">
          <ac:chgData name="Chris Hawblitzel" userId="a8c48eef2a52f1db" providerId="LiveId" clId="{3B76E6B8-BC45-4E45-91C6-F0F33EC631A4}" dt="2026-05-11T14:25:35.194" v="10591" actId="478"/>
          <ac:cxnSpMkLst>
            <pc:docMk/>
            <pc:sldMk cId="2342267287" sldId="2147480104"/>
            <ac:cxnSpMk id="23" creationId="{4CA200C0-5FFB-0CF2-7577-19B5573DECD6}"/>
          </ac:cxnSpMkLst>
        </pc:cxnChg>
        <pc:cxnChg chg="del mod">
          <ac:chgData name="Chris Hawblitzel" userId="a8c48eef2a52f1db" providerId="LiveId" clId="{3B76E6B8-BC45-4E45-91C6-F0F33EC631A4}" dt="2026-05-11T14:25:17.328" v="10586" actId="478"/>
          <ac:cxnSpMkLst>
            <pc:docMk/>
            <pc:sldMk cId="2342267287" sldId="2147480104"/>
            <ac:cxnSpMk id="30" creationId="{057A8F9C-973B-4CF2-016B-76867F8E380A}"/>
          </ac:cxnSpMkLst>
        </pc:cxnChg>
        <pc:cxnChg chg="add mod">
          <ac:chgData name="Chris Hawblitzel" userId="a8c48eef2a52f1db" providerId="LiveId" clId="{3B76E6B8-BC45-4E45-91C6-F0F33EC631A4}" dt="2026-05-11T14:32:11.610" v="10631" actId="14100"/>
          <ac:cxnSpMkLst>
            <pc:docMk/>
            <pc:sldMk cId="2342267287" sldId="2147480104"/>
            <ac:cxnSpMk id="31" creationId="{932A867B-E3B3-0EE1-DAE1-0AE156247986}"/>
          </ac:cxnSpMkLst>
        </pc:cxnChg>
        <pc:cxnChg chg="del mod">
          <ac:chgData name="Chris Hawblitzel" userId="a8c48eef2a52f1db" providerId="LiveId" clId="{3B76E6B8-BC45-4E45-91C6-F0F33EC631A4}" dt="2026-05-11T14:25:14.469" v="10584" actId="478"/>
          <ac:cxnSpMkLst>
            <pc:docMk/>
            <pc:sldMk cId="2342267287" sldId="2147480104"/>
            <ac:cxnSpMk id="33" creationId="{EC508080-8AAF-B463-9288-0F6F8920AC89}"/>
          </ac:cxnSpMkLst>
        </pc:cxnChg>
        <pc:cxnChg chg="del mod">
          <ac:chgData name="Chris Hawblitzel" userId="a8c48eef2a52f1db" providerId="LiveId" clId="{3B76E6B8-BC45-4E45-91C6-F0F33EC631A4}" dt="2026-05-11T14:25:12.065" v="10582" actId="478"/>
          <ac:cxnSpMkLst>
            <pc:docMk/>
            <pc:sldMk cId="2342267287" sldId="2147480104"/>
            <ac:cxnSpMk id="35" creationId="{23B60777-81F4-8AF2-C544-CE53FEFE2EE1}"/>
          </ac:cxnSpMkLst>
        </pc:cxnChg>
      </pc:sldChg>
      <pc:sldChg chg="addSp delSp modSp add mod delAnim modAnim">
        <pc:chgData name="Chris Hawblitzel" userId="a8c48eef2a52f1db" providerId="LiveId" clId="{3B76E6B8-BC45-4E45-91C6-F0F33EC631A4}" dt="2026-05-11T16:30:46.287" v="10839"/>
        <pc:sldMkLst>
          <pc:docMk/>
          <pc:sldMk cId="815024448" sldId="2147480105"/>
        </pc:sldMkLst>
        <pc:spChg chg="mod">
          <ac:chgData name="Chris Hawblitzel" userId="a8c48eef2a52f1db" providerId="LiveId" clId="{3B76E6B8-BC45-4E45-91C6-F0F33EC631A4}" dt="2026-05-11T16:15:54.025" v="10824" actId="207"/>
          <ac:spMkLst>
            <pc:docMk/>
            <pc:sldMk cId="815024448" sldId="2147480105"/>
            <ac:spMk id="3" creationId="{52C6FE8E-19A9-FFB2-0242-56F5508AFA71}"/>
          </ac:spMkLst>
        </pc:spChg>
        <pc:spChg chg="mod">
          <ac:chgData name="Chris Hawblitzel" userId="a8c48eef2a52f1db" providerId="LiveId" clId="{3B76E6B8-BC45-4E45-91C6-F0F33EC631A4}" dt="2026-05-11T16:11:12.957" v="10791" actId="113"/>
          <ac:spMkLst>
            <pc:docMk/>
            <pc:sldMk cId="815024448" sldId="2147480105"/>
            <ac:spMk id="5" creationId="{D6593AA4-D3AC-61FF-9728-2F7CAB16DD3F}"/>
          </ac:spMkLst>
        </pc:spChg>
        <pc:spChg chg="mod">
          <ac:chgData name="Chris Hawblitzel" userId="a8c48eef2a52f1db" providerId="LiveId" clId="{3B76E6B8-BC45-4E45-91C6-F0F33EC631A4}" dt="2026-05-11T16:11:19.980" v="10797" actId="113"/>
          <ac:spMkLst>
            <pc:docMk/>
            <pc:sldMk cId="815024448" sldId="2147480105"/>
            <ac:spMk id="6" creationId="{13A05EFE-954D-F44E-0F55-EF8FA61955F5}"/>
          </ac:spMkLst>
        </pc:spChg>
        <pc:spChg chg="mod">
          <ac:chgData name="Chris Hawblitzel" userId="a8c48eef2a52f1db" providerId="LiveId" clId="{3B76E6B8-BC45-4E45-91C6-F0F33EC631A4}" dt="2026-05-11T16:11:14.373" v="10792" actId="113"/>
          <ac:spMkLst>
            <pc:docMk/>
            <pc:sldMk cId="815024448" sldId="2147480105"/>
            <ac:spMk id="7" creationId="{73F9F3A4-2F8F-8170-D93E-CF3F518C3E10}"/>
          </ac:spMkLst>
        </pc:spChg>
        <pc:spChg chg="mod">
          <ac:chgData name="Chris Hawblitzel" userId="a8c48eef2a52f1db" providerId="LiveId" clId="{3B76E6B8-BC45-4E45-91C6-F0F33EC631A4}" dt="2026-05-11T16:11:15.777" v="10793" actId="113"/>
          <ac:spMkLst>
            <pc:docMk/>
            <pc:sldMk cId="815024448" sldId="2147480105"/>
            <ac:spMk id="8" creationId="{7EB98803-FF86-EC46-1B60-D6307763A3E0}"/>
          </ac:spMkLst>
        </pc:spChg>
        <pc:spChg chg="mod">
          <ac:chgData name="Chris Hawblitzel" userId="a8c48eef2a52f1db" providerId="LiveId" clId="{3B76E6B8-BC45-4E45-91C6-F0F33EC631A4}" dt="2026-05-11T16:15:48.255" v="10823" actId="207"/>
          <ac:spMkLst>
            <pc:docMk/>
            <pc:sldMk cId="815024448" sldId="2147480105"/>
            <ac:spMk id="9" creationId="{FBC5302A-4CCF-E326-5ACB-4B9790E1304F}"/>
          </ac:spMkLst>
        </pc:spChg>
        <pc:spChg chg="mod">
          <ac:chgData name="Chris Hawblitzel" userId="a8c48eef2a52f1db" providerId="LiveId" clId="{3B76E6B8-BC45-4E45-91C6-F0F33EC631A4}" dt="2026-05-11T16:11:16.700" v="10794" actId="113"/>
          <ac:spMkLst>
            <pc:docMk/>
            <pc:sldMk cId="815024448" sldId="2147480105"/>
            <ac:spMk id="10" creationId="{4A3967B7-9C7A-64D2-CF6E-FF03079AEC48}"/>
          </ac:spMkLst>
        </pc:spChg>
        <pc:spChg chg="mod">
          <ac:chgData name="Chris Hawblitzel" userId="a8c48eef2a52f1db" providerId="LiveId" clId="{3B76E6B8-BC45-4E45-91C6-F0F33EC631A4}" dt="2026-05-11T16:11:17.951" v="10795" actId="113"/>
          <ac:spMkLst>
            <pc:docMk/>
            <pc:sldMk cId="815024448" sldId="2147480105"/>
            <ac:spMk id="11" creationId="{64C64B86-DF44-392E-0B55-859DB0FC411E}"/>
          </ac:spMkLst>
        </pc:spChg>
        <pc:spChg chg="mod">
          <ac:chgData name="Chris Hawblitzel" userId="a8c48eef2a52f1db" providerId="LiveId" clId="{3B76E6B8-BC45-4E45-91C6-F0F33EC631A4}" dt="2026-05-11T16:11:18.969" v="10796" actId="113"/>
          <ac:spMkLst>
            <pc:docMk/>
            <pc:sldMk cId="815024448" sldId="2147480105"/>
            <ac:spMk id="12" creationId="{D7072228-3CA5-9ED0-133A-23A6E1276937}"/>
          </ac:spMkLst>
        </pc:spChg>
        <pc:cxnChg chg="del mod">
          <ac:chgData name="Chris Hawblitzel" userId="a8c48eef2a52f1db" providerId="LiveId" clId="{3B76E6B8-BC45-4E45-91C6-F0F33EC631A4}" dt="2026-05-11T16:09:49.347" v="10783" actId="478"/>
          <ac:cxnSpMkLst>
            <pc:docMk/>
            <pc:sldMk cId="815024448" sldId="2147480105"/>
            <ac:cxnSpMk id="13" creationId="{02323CAC-FE6E-615B-36D4-651224A52185}"/>
          </ac:cxnSpMkLst>
        </pc:cxnChg>
        <pc:cxnChg chg="del mod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15" creationId="{3F511CF3-1FD4-B64A-9EE0-513E42A516EF}"/>
          </ac:cxnSpMkLst>
        </pc:cxnChg>
        <pc:cxnChg chg="add">
          <ac:chgData name="Chris Hawblitzel" userId="a8c48eef2a52f1db" providerId="LiveId" clId="{3B76E6B8-BC45-4E45-91C6-F0F33EC631A4}" dt="2026-05-11T16:16:17.316" v="10825" actId="11529"/>
          <ac:cxnSpMkLst>
            <pc:docMk/>
            <pc:sldMk cId="815024448" sldId="2147480105"/>
            <ac:cxnSpMk id="16" creationId="{30A8AE0A-5B2A-6C06-C0DB-5094B4B16547}"/>
          </ac:cxnSpMkLst>
        </pc:cxnChg>
        <pc:cxnChg chg="del mod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17" creationId="{95FC3C78-1D55-2F56-69BD-85EAFAE462D2}"/>
          </ac:cxnSpMkLst>
        </pc:cxnChg>
        <pc:cxnChg chg="del mod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19" creationId="{A720D56E-1F05-053F-80B9-9B81A4D0E30D}"/>
          </ac:cxnSpMkLst>
        </pc:cxnChg>
        <pc:cxnChg chg="add">
          <ac:chgData name="Chris Hawblitzel" userId="a8c48eef2a52f1db" providerId="LiveId" clId="{3B76E6B8-BC45-4E45-91C6-F0F33EC631A4}" dt="2026-05-11T16:16:29.999" v="10826" actId="11529"/>
          <ac:cxnSpMkLst>
            <pc:docMk/>
            <pc:sldMk cId="815024448" sldId="2147480105"/>
            <ac:cxnSpMk id="20" creationId="{86081DAC-BA99-B949-6940-90E60DBE6F9C}"/>
          </ac:cxnSpMkLst>
        </pc:cxnChg>
        <pc:cxnChg chg="del mod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21" creationId="{17680E94-1F5B-3931-4D0D-EE3C5459D5A7}"/>
          </ac:cxnSpMkLst>
        </pc:cxnChg>
        <pc:cxnChg chg="del mod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23" creationId="{4CA200C0-5FFB-0CF2-7577-19B5573DECD6}"/>
          </ac:cxnSpMkLst>
        </pc:cxnChg>
        <pc:cxnChg chg="add">
          <ac:chgData name="Chris Hawblitzel" userId="a8c48eef2a52f1db" providerId="LiveId" clId="{3B76E6B8-BC45-4E45-91C6-F0F33EC631A4}" dt="2026-05-11T16:16:40.490" v="10827" actId="11529"/>
          <ac:cxnSpMkLst>
            <pc:docMk/>
            <pc:sldMk cId="815024448" sldId="2147480105"/>
            <ac:cxnSpMk id="24" creationId="{CDD747B0-F928-F954-569B-DA8383708750}"/>
          </ac:cxnSpMkLst>
        </pc:cxnChg>
        <pc:cxnChg chg="add">
          <ac:chgData name="Chris Hawblitzel" userId="a8c48eef2a52f1db" providerId="LiveId" clId="{3B76E6B8-BC45-4E45-91C6-F0F33EC631A4}" dt="2026-05-11T16:16:53.089" v="10828" actId="11529"/>
          <ac:cxnSpMkLst>
            <pc:docMk/>
            <pc:sldMk cId="815024448" sldId="2147480105"/>
            <ac:cxnSpMk id="26" creationId="{9B096526-EDA6-4EBA-DE8D-ACC6BD738DED}"/>
          </ac:cxnSpMkLst>
        </pc:cxnChg>
        <pc:cxnChg chg="del mod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29" creationId="{47338BCD-C09E-CEF7-C235-BCFF52194F2E}"/>
          </ac:cxnSpMkLst>
        </pc:cxnChg>
        <pc:cxnChg chg="del">
          <ac:chgData name="Chris Hawblitzel" userId="a8c48eef2a52f1db" providerId="LiveId" clId="{3B76E6B8-BC45-4E45-91C6-F0F33EC631A4}" dt="2026-05-11T16:09:46.763" v="10782" actId="478"/>
          <ac:cxnSpMkLst>
            <pc:docMk/>
            <pc:sldMk cId="815024448" sldId="2147480105"/>
            <ac:cxnSpMk id="31" creationId="{B97791CB-8318-BFC3-C15B-A7575C9C5A78}"/>
          </ac:cxnSpMkLst>
        </pc:cxnChg>
      </pc:sldChg>
      <pc:sldChg chg="delSp modSp add mod">
        <pc:chgData name="Chris Hawblitzel" userId="a8c48eef2a52f1db" providerId="LiveId" clId="{3B76E6B8-BC45-4E45-91C6-F0F33EC631A4}" dt="2026-05-11T16:18:15.186" v="10835"/>
        <pc:sldMkLst>
          <pc:docMk/>
          <pc:sldMk cId="1106525430" sldId="2147480106"/>
        </pc:sldMkLst>
        <pc:spChg chg="mod">
          <ac:chgData name="Chris Hawblitzel" userId="a8c48eef2a52f1db" providerId="LiveId" clId="{3B76E6B8-BC45-4E45-91C6-F0F33EC631A4}" dt="2026-05-11T16:18:15.186" v="10835"/>
          <ac:spMkLst>
            <pc:docMk/>
            <pc:sldMk cId="1106525430" sldId="2147480106"/>
            <ac:spMk id="3" creationId="{52C6FE8E-19A9-FFB2-0242-56F5508AFA71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5" creationId="{D6593AA4-D3AC-61FF-9728-2F7CAB16DD3F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6" creationId="{13A05EFE-954D-F44E-0F55-EF8FA61955F5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7" creationId="{73F9F3A4-2F8F-8170-D93E-CF3F518C3E10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8" creationId="{7EB98803-FF86-EC46-1B60-D6307763A3E0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9" creationId="{FBC5302A-4CCF-E326-5ACB-4B9790E1304F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10" creationId="{4A3967B7-9C7A-64D2-CF6E-FF03079AEC48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11" creationId="{64C64B86-DF44-392E-0B55-859DB0FC411E}"/>
          </ac:spMkLst>
        </pc:spChg>
        <pc:spChg chg="del">
          <ac:chgData name="Chris Hawblitzel" userId="a8c48eef2a52f1db" providerId="LiveId" clId="{3B76E6B8-BC45-4E45-91C6-F0F33EC631A4}" dt="2026-05-11T16:18:00.591" v="10834" actId="478"/>
          <ac:spMkLst>
            <pc:docMk/>
            <pc:sldMk cId="1106525430" sldId="2147480106"/>
            <ac:spMk id="12" creationId="{D7072228-3CA5-9ED0-133A-23A6E1276937}"/>
          </ac:spMkLst>
        </pc:spChg>
        <pc:cxnChg chg="del">
          <ac:chgData name="Chris Hawblitzel" userId="a8c48eef2a52f1db" providerId="LiveId" clId="{3B76E6B8-BC45-4E45-91C6-F0F33EC631A4}" dt="2026-05-11T16:17:54.924" v="10832" actId="478"/>
          <ac:cxnSpMkLst>
            <pc:docMk/>
            <pc:sldMk cId="1106525430" sldId="2147480106"/>
            <ac:cxnSpMk id="16" creationId="{30A8AE0A-5B2A-6C06-C0DB-5094B4B16547}"/>
          </ac:cxnSpMkLst>
        </pc:cxnChg>
        <pc:cxnChg chg="del">
          <ac:chgData name="Chris Hawblitzel" userId="a8c48eef2a52f1db" providerId="LiveId" clId="{3B76E6B8-BC45-4E45-91C6-F0F33EC631A4}" dt="2026-05-11T16:17:54.317" v="10831" actId="478"/>
          <ac:cxnSpMkLst>
            <pc:docMk/>
            <pc:sldMk cId="1106525430" sldId="2147480106"/>
            <ac:cxnSpMk id="20" creationId="{86081DAC-BA99-B949-6940-90E60DBE6F9C}"/>
          </ac:cxnSpMkLst>
        </pc:cxnChg>
        <pc:cxnChg chg="del">
          <ac:chgData name="Chris Hawblitzel" userId="a8c48eef2a52f1db" providerId="LiveId" clId="{3B76E6B8-BC45-4E45-91C6-F0F33EC631A4}" dt="2026-05-11T16:17:55.782" v="10833" actId="478"/>
          <ac:cxnSpMkLst>
            <pc:docMk/>
            <pc:sldMk cId="1106525430" sldId="2147480106"/>
            <ac:cxnSpMk id="24" creationId="{CDD747B0-F928-F954-569B-DA8383708750}"/>
          </ac:cxnSpMkLst>
        </pc:cxnChg>
        <pc:cxnChg chg="del">
          <ac:chgData name="Chris Hawblitzel" userId="a8c48eef2a52f1db" providerId="LiveId" clId="{3B76E6B8-BC45-4E45-91C6-F0F33EC631A4}" dt="2026-05-11T16:17:53.334" v="10830" actId="478"/>
          <ac:cxnSpMkLst>
            <pc:docMk/>
            <pc:sldMk cId="1106525430" sldId="2147480106"/>
            <ac:cxnSpMk id="26" creationId="{9B096526-EDA6-4EBA-DE8D-ACC6BD738DED}"/>
          </ac:cxnSpMkLst>
        </pc:cxnChg>
      </pc:sldChg>
      <pc:sldChg chg="add del">
        <pc:chgData name="Chris Hawblitzel" userId="a8c48eef2a52f1db" providerId="LiveId" clId="{3B76E6B8-BC45-4E45-91C6-F0F33EC631A4}" dt="2026-05-12T13:40:52.773" v="15970" actId="47"/>
        <pc:sldMkLst>
          <pc:docMk/>
          <pc:sldMk cId="160973010" sldId="2147480107"/>
        </pc:sldMkLst>
      </pc:sldChg>
      <pc:sldChg chg="add del">
        <pc:chgData name="Chris Hawblitzel" userId="a8c48eef2a52f1db" providerId="LiveId" clId="{3B76E6B8-BC45-4E45-91C6-F0F33EC631A4}" dt="2026-05-12T00:27:31.430" v="10859" actId="47"/>
        <pc:sldMkLst>
          <pc:docMk/>
          <pc:sldMk cId="3559277738" sldId="2147480108"/>
        </pc:sldMkLst>
      </pc:sldChg>
      <pc:sldChg chg="add del">
        <pc:chgData name="Chris Hawblitzel" userId="a8c48eef2a52f1db" providerId="LiveId" clId="{3B76E6B8-BC45-4E45-91C6-F0F33EC631A4}" dt="2026-05-12T13:00:58.660" v="15411" actId="47"/>
        <pc:sldMkLst>
          <pc:docMk/>
          <pc:sldMk cId="4208849372" sldId="2147480109"/>
        </pc:sldMkLst>
      </pc:sldChg>
      <pc:sldChg chg="add del">
        <pc:chgData name="Chris Hawblitzel" userId="a8c48eef2a52f1db" providerId="LiveId" clId="{3B76E6B8-BC45-4E45-91C6-F0F33EC631A4}" dt="2026-05-12T13:40:51.168" v="15969" actId="47"/>
        <pc:sldMkLst>
          <pc:docMk/>
          <pc:sldMk cId="3169051483" sldId="2147480110"/>
        </pc:sldMkLst>
      </pc:sldChg>
      <pc:sldChg chg="addSp delSp modSp new mod modAnim">
        <pc:chgData name="Chris Hawblitzel" userId="a8c48eef2a52f1db" providerId="LiveId" clId="{3B76E6B8-BC45-4E45-91C6-F0F33EC631A4}" dt="2026-05-12T15:22:12.406" v="18263" actId="20577"/>
        <pc:sldMkLst>
          <pc:docMk/>
          <pc:sldMk cId="4275456734" sldId="2147480111"/>
        </pc:sldMkLst>
        <pc:spChg chg="mod">
          <ac:chgData name="Chris Hawblitzel" userId="a8c48eef2a52f1db" providerId="LiveId" clId="{3B76E6B8-BC45-4E45-91C6-F0F33EC631A4}" dt="2026-05-12T00:53:58.864" v="11663" actId="20577"/>
          <ac:spMkLst>
            <pc:docMk/>
            <pc:sldMk cId="4275456734" sldId="2147480111"/>
            <ac:spMk id="2" creationId="{DBAFBA40-40CE-13F2-F25D-0BB25E47BCD0}"/>
          </ac:spMkLst>
        </pc:spChg>
        <pc:spChg chg="add mod">
          <ac:chgData name="Chris Hawblitzel" userId="a8c48eef2a52f1db" providerId="LiveId" clId="{3B76E6B8-BC45-4E45-91C6-F0F33EC631A4}" dt="2026-05-12T01:01:33.523" v="11995" actId="20577"/>
          <ac:spMkLst>
            <pc:docMk/>
            <pc:sldMk cId="4275456734" sldId="2147480111"/>
            <ac:spMk id="3" creationId="{6BACA988-7836-4E93-BBA3-D5B6CD753D15}"/>
          </ac:spMkLst>
        </pc:spChg>
        <pc:spChg chg="add mod">
          <ac:chgData name="Chris Hawblitzel" userId="a8c48eef2a52f1db" providerId="LiveId" clId="{3B76E6B8-BC45-4E45-91C6-F0F33EC631A4}" dt="2026-05-12T01:16:24.199" v="12124" actId="1076"/>
          <ac:spMkLst>
            <pc:docMk/>
            <pc:sldMk cId="4275456734" sldId="2147480111"/>
            <ac:spMk id="4" creationId="{85CDE686-4EE8-730B-6B96-8CB17F1A443A}"/>
          </ac:spMkLst>
        </pc:spChg>
        <pc:spChg chg="add mod">
          <ac:chgData name="Chris Hawblitzel" userId="a8c48eef2a52f1db" providerId="LiveId" clId="{3B76E6B8-BC45-4E45-91C6-F0F33EC631A4}" dt="2026-05-12T01:16:38.792" v="12132" actId="1076"/>
          <ac:spMkLst>
            <pc:docMk/>
            <pc:sldMk cId="4275456734" sldId="2147480111"/>
            <ac:spMk id="5" creationId="{035309F8-BFC6-FB6B-5C21-226ED807AE23}"/>
          </ac:spMkLst>
        </pc:spChg>
        <pc:spChg chg="add mod">
          <ac:chgData name="Chris Hawblitzel" userId="a8c48eef2a52f1db" providerId="LiveId" clId="{3B76E6B8-BC45-4E45-91C6-F0F33EC631A4}" dt="2026-05-12T15:22:12.406" v="18263" actId="20577"/>
          <ac:spMkLst>
            <pc:docMk/>
            <pc:sldMk cId="4275456734" sldId="2147480111"/>
            <ac:spMk id="8" creationId="{4126D9B3-C753-F5B8-7F7D-7934147758F7}"/>
          </ac:spMkLst>
        </pc:spChg>
        <pc:cxnChg chg="add del">
          <ac:chgData name="Chris Hawblitzel" userId="a8c48eef2a52f1db" providerId="LiveId" clId="{3B76E6B8-BC45-4E45-91C6-F0F33EC631A4}" dt="2026-05-12T01:16:59.982" v="12134" actId="478"/>
          <ac:cxnSpMkLst>
            <pc:docMk/>
            <pc:sldMk cId="4275456734" sldId="2147480111"/>
            <ac:cxnSpMk id="7" creationId="{3098DC61-F29C-FD57-9F15-8F46AA8923D5}"/>
          </ac:cxnSpMkLst>
        </pc:cxnChg>
        <pc:cxnChg chg="add mod">
          <ac:chgData name="Chris Hawblitzel" userId="a8c48eef2a52f1db" providerId="LiveId" clId="{3B76E6B8-BC45-4E45-91C6-F0F33EC631A4}" dt="2026-05-12T15:22:12.406" v="18263" actId="20577"/>
          <ac:cxnSpMkLst>
            <pc:docMk/>
            <pc:sldMk cId="4275456734" sldId="2147480111"/>
            <ac:cxnSpMk id="10" creationId="{E39CAD8D-3D43-C5E0-5916-6065E26EDBE7}"/>
          </ac:cxnSpMkLst>
        </pc:cxnChg>
      </pc:sldChg>
      <pc:sldChg chg="addSp delSp modSp new mod addAnim delAnim modAnim">
        <pc:chgData name="Chris Hawblitzel" userId="a8c48eef2a52f1db" providerId="LiveId" clId="{3B76E6B8-BC45-4E45-91C6-F0F33EC631A4}" dt="2026-05-12T03:05:40.261" v="14278"/>
        <pc:sldMkLst>
          <pc:docMk/>
          <pc:sldMk cId="1639536648" sldId="2147480112"/>
        </pc:sldMkLst>
        <pc:spChg chg="mod">
          <ac:chgData name="Chris Hawblitzel" userId="a8c48eef2a52f1db" providerId="LiveId" clId="{3B76E6B8-BC45-4E45-91C6-F0F33EC631A4}" dt="2026-05-12T01:44:18.695" v="12520" actId="20577"/>
          <ac:spMkLst>
            <pc:docMk/>
            <pc:sldMk cId="1639536648" sldId="2147480112"/>
            <ac:spMk id="2" creationId="{522395F5-3AF1-4A2F-5F8A-B39278C344C7}"/>
          </ac:spMkLst>
        </pc:spChg>
        <pc:spChg chg="add mod">
          <ac:chgData name="Chris Hawblitzel" userId="a8c48eef2a52f1db" providerId="LiveId" clId="{3B76E6B8-BC45-4E45-91C6-F0F33EC631A4}" dt="2026-05-12T02:40:27.780" v="13180" actId="6549"/>
          <ac:spMkLst>
            <pc:docMk/>
            <pc:sldMk cId="1639536648" sldId="2147480112"/>
            <ac:spMk id="3" creationId="{49A37529-73FF-95D2-AD54-0CE1C3A6550E}"/>
          </ac:spMkLst>
        </pc:spChg>
        <pc:spChg chg="add mod">
          <ac:chgData name="Chris Hawblitzel" userId="a8c48eef2a52f1db" providerId="LiveId" clId="{3B76E6B8-BC45-4E45-91C6-F0F33EC631A4}" dt="2026-05-12T02:49:07.030" v="13501" actId="113"/>
          <ac:spMkLst>
            <pc:docMk/>
            <pc:sldMk cId="1639536648" sldId="2147480112"/>
            <ac:spMk id="4" creationId="{C185EA42-F0FF-5821-CDBC-6D094AE59F7F}"/>
          </ac:spMkLst>
        </pc:spChg>
        <pc:spChg chg="add mod">
          <ac:chgData name="Chris Hawblitzel" userId="a8c48eef2a52f1db" providerId="LiveId" clId="{3B76E6B8-BC45-4E45-91C6-F0F33EC631A4}" dt="2026-05-12T01:47:49.928" v="12767" actId="113"/>
          <ac:spMkLst>
            <pc:docMk/>
            <pc:sldMk cId="1639536648" sldId="2147480112"/>
            <ac:spMk id="5" creationId="{BE00A9F4-DFA5-CE14-6ADE-2205CECDDA15}"/>
          </ac:spMkLst>
        </pc:spChg>
        <pc:spChg chg="add mod">
          <ac:chgData name="Chris Hawblitzel" userId="a8c48eef2a52f1db" providerId="LiveId" clId="{3B76E6B8-BC45-4E45-91C6-F0F33EC631A4}" dt="2026-05-12T02:39:43.852" v="13150" actId="1076"/>
          <ac:spMkLst>
            <pc:docMk/>
            <pc:sldMk cId="1639536648" sldId="2147480112"/>
            <ac:spMk id="6" creationId="{A609370F-FABD-B6BF-88B6-01E1AAEE9586}"/>
          </ac:spMkLst>
        </pc:spChg>
        <pc:spChg chg="add del mod">
          <ac:chgData name="Chris Hawblitzel" userId="a8c48eef2a52f1db" providerId="LiveId" clId="{3B76E6B8-BC45-4E45-91C6-F0F33EC631A4}" dt="2026-05-12T02:52:01.836" v="13700" actId="20577"/>
          <ac:spMkLst>
            <pc:docMk/>
            <pc:sldMk cId="1639536648" sldId="2147480112"/>
            <ac:spMk id="7" creationId="{CFADD8FB-AC44-5A87-2669-D31EC381671E}"/>
          </ac:spMkLst>
        </pc:spChg>
        <pc:spChg chg="add mod">
          <ac:chgData name="Chris Hawblitzel" userId="a8c48eef2a52f1db" providerId="LiveId" clId="{3B76E6B8-BC45-4E45-91C6-F0F33EC631A4}" dt="2026-05-12T03:05:05.012" v="14274" actId="1076"/>
          <ac:spMkLst>
            <pc:docMk/>
            <pc:sldMk cId="1639536648" sldId="2147480112"/>
            <ac:spMk id="22" creationId="{0B1CA766-E1D6-0C57-C7CB-1113E22354DD}"/>
          </ac:spMkLst>
        </pc:spChg>
        <pc:cxnChg chg="add del mod">
          <ac:chgData name="Chris Hawblitzel" userId="a8c48eef2a52f1db" providerId="LiveId" clId="{3B76E6B8-BC45-4E45-91C6-F0F33EC631A4}" dt="2026-05-12T02:50:05.833" v="13559" actId="14100"/>
          <ac:cxnSpMkLst>
            <pc:docMk/>
            <pc:sldMk cId="1639536648" sldId="2147480112"/>
            <ac:cxnSpMk id="8" creationId="{B79D16F1-3E5F-AA24-5530-37F5BDE57916}"/>
          </ac:cxnSpMkLst>
        </pc:cxnChg>
        <pc:cxnChg chg="add del mod">
          <ac:chgData name="Chris Hawblitzel" userId="a8c48eef2a52f1db" providerId="LiveId" clId="{3B76E6B8-BC45-4E45-91C6-F0F33EC631A4}" dt="2026-05-12T02:50:02.737" v="13558" actId="14100"/>
          <ac:cxnSpMkLst>
            <pc:docMk/>
            <pc:sldMk cId="1639536648" sldId="2147480112"/>
            <ac:cxnSpMk id="9" creationId="{C4D345CD-C268-BDF9-247E-DE565D1A77CC}"/>
          </ac:cxnSpMkLst>
        </pc:cxnChg>
        <pc:cxnChg chg="add del mod">
          <ac:chgData name="Chris Hawblitzel" userId="a8c48eef2a52f1db" providerId="LiveId" clId="{3B76E6B8-BC45-4E45-91C6-F0F33EC631A4}" dt="2026-05-12T02:47:46.021" v="13389" actId="478"/>
          <ac:cxnSpMkLst>
            <pc:docMk/>
            <pc:sldMk cId="1639536648" sldId="2147480112"/>
            <ac:cxnSpMk id="10" creationId="{F4A06EE4-80AC-3ECF-D8C5-A2DABA00ADF2}"/>
          </ac:cxnSpMkLst>
        </pc:cxnChg>
        <pc:cxnChg chg="add">
          <ac:chgData name="Chris Hawblitzel" userId="a8c48eef2a52f1db" providerId="LiveId" clId="{3B76E6B8-BC45-4E45-91C6-F0F33EC631A4}" dt="2026-05-12T03:05:12.914" v="14275" actId="11529"/>
          <ac:cxnSpMkLst>
            <pc:docMk/>
            <pc:sldMk cId="1639536648" sldId="2147480112"/>
            <ac:cxnSpMk id="24" creationId="{211AA1F1-CAA6-9266-34DF-932958788236}"/>
          </ac:cxnSpMkLst>
        </pc:cxnChg>
      </pc:sldChg>
      <pc:sldChg chg="addSp modSp add mod ord modAnim">
        <pc:chgData name="Chris Hawblitzel" userId="a8c48eef2a52f1db" providerId="LiveId" clId="{3B76E6B8-BC45-4E45-91C6-F0F33EC631A4}" dt="2026-05-12T02:46:10.228" v="13383" actId="113"/>
        <pc:sldMkLst>
          <pc:docMk/>
          <pc:sldMk cId="3918232218" sldId="2147480113"/>
        </pc:sldMkLst>
        <pc:spChg chg="mod">
          <ac:chgData name="Chris Hawblitzel" userId="a8c48eef2a52f1db" providerId="LiveId" clId="{3B76E6B8-BC45-4E45-91C6-F0F33EC631A4}" dt="2026-05-12T02:40:10.331" v="13175" actId="20577"/>
          <ac:spMkLst>
            <pc:docMk/>
            <pc:sldMk cId="3918232218" sldId="2147480113"/>
            <ac:spMk id="3" creationId="{49A37529-73FF-95D2-AD54-0CE1C3A6550E}"/>
          </ac:spMkLst>
        </pc:spChg>
        <pc:spChg chg="mod">
          <ac:chgData name="Chris Hawblitzel" userId="a8c48eef2a52f1db" providerId="LiveId" clId="{3B76E6B8-BC45-4E45-91C6-F0F33EC631A4}" dt="2026-05-12T02:46:10.228" v="13383" actId="113"/>
          <ac:spMkLst>
            <pc:docMk/>
            <pc:sldMk cId="3918232218" sldId="2147480113"/>
            <ac:spMk id="4" creationId="{C185EA42-F0FF-5821-CDBC-6D094AE59F7F}"/>
          </ac:spMkLst>
        </pc:spChg>
        <pc:spChg chg="add mod">
          <ac:chgData name="Chris Hawblitzel" userId="a8c48eef2a52f1db" providerId="LiveId" clId="{3B76E6B8-BC45-4E45-91C6-F0F33EC631A4}" dt="2026-05-12T02:46:03.719" v="13380" actId="113"/>
          <ac:spMkLst>
            <pc:docMk/>
            <pc:sldMk cId="3918232218" sldId="2147480113"/>
            <ac:spMk id="7" creationId="{1B16F706-B32A-1A73-4C96-35EEEABB8443}"/>
          </ac:spMkLst>
        </pc:spChg>
        <pc:cxnChg chg="add">
          <ac:chgData name="Chris Hawblitzel" userId="a8c48eef2a52f1db" providerId="LiveId" clId="{3B76E6B8-BC45-4E45-91C6-F0F33EC631A4}" dt="2026-05-12T02:44:37.955" v="13332" actId="11529"/>
          <ac:cxnSpMkLst>
            <pc:docMk/>
            <pc:sldMk cId="3918232218" sldId="2147480113"/>
            <ac:cxnSpMk id="9" creationId="{39D41A85-4D90-53F1-2E31-6138F254A289}"/>
          </ac:cxnSpMkLst>
        </pc:cxnChg>
        <pc:cxnChg chg="add">
          <ac:chgData name="Chris Hawblitzel" userId="a8c48eef2a52f1db" providerId="LiveId" clId="{3B76E6B8-BC45-4E45-91C6-F0F33EC631A4}" dt="2026-05-12T02:44:49.061" v="13333" actId="11529"/>
          <ac:cxnSpMkLst>
            <pc:docMk/>
            <pc:sldMk cId="3918232218" sldId="2147480113"/>
            <ac:cxnSpMk id="11" creationId="{20427F85-E4F4-EDD1-D2FB-B242E70007C3}"/>
          </ac:cxnSpMkLst>
        </pc:cxnChg>
        <pc:cxnChg chg="add">
          <ac:chgData name="Chris Hawblitzel" userId="a8c48eef2a52f1db" providerId="LiveId" clId="{3B76E6B8-BC45-4E45-91C6-F0F33EC631A4}" dt="2026-05-12T02:44:55.071" v="13334" actId="11529"/>
          <ac:cxnSpMkLst>
            <pc:docMk/>
            <pc:sldMk cId="3918232218" sldId="2147480113"/>
            <ac:cxnSpMk id="13" creationId="{340A680A-7906-1BD2-2D54-50F8A7295A21}"/>
          </ac:cxnSpMkLst>
        </pc:cxnChg>
      </pc:sldChg>
      <pc:sldChg chg="addSp delSp modSp new mod">
        <pc:chgData name="Chris Hawblitzel" userId="a8c48eef2a52f1db" providerId="LiveId" clId="{3B76E6B8-BC45-4E45-91C6-F0F33EC631A4}" dt="2026-05-12T03:55:29.526" v="14963" actId="1076"/>
        <pc:sldMkLst>
          <pc:docMk/>
          <pc:sldMk cId="2245002074" sldId="2147480114"/>
        </pc:sldMkLst>
        <pc:spChg chg="mod">
          <ac:chgData name="Chris Hawblitzel" userId="a8c48eef2a52f1db" providerId="LiveId" clId="{3B76E6B8-BC45-4E45-91C6-F0F33EC631A4}" dt="2026-05-12T03:55:03.301" v="14932" actId="20577"/>
          <ac:spMkLst>
            <pc:docMk/>
            <pc:sldMk cId="2245002074" sldId="2147480114"/>
            <ac:spMk id="2" creationId="{4B2FFAF2-3377-9EAE-A5E4-FF489C4F955F}"/>
          </ac:spMkLst>
        </pc:spChg>
        <pc:spChg chg="add mod">
          <ac:chgData name="Chris Hawblitzel" userId="a8c48eef2a52f1db" providerId="LiveId" clId="{3B76E6B8-BC45-4E45-91C6-F0F33EC631A4}" dt="2026-05-12T03:55:22.554" v="14961" actId="1036"/>
          <ac:spMkLst>
            <pc:docMk/>
            <pc:sldMk cId="2245002074" sldId="2147480114"/>
            <ac:spMk id="4" creationId="{7F30FF75-5D37-3090-D21A-D62298B6F63A}"/>
          </ac:spMkLst>
        </pc:spChg>
        <pc:spChg chg="add mod">
          <ac:chgData name="Chris Hawblitzel" userId="a8c48eef2a52f1db" providerId="LiveId" clId="{3B76E6B8-BC45-4E45-91C6-F0F33EC631A4}" dt="2026-05-12T03:55:22.554" v="14961" actId="1036"/>
          <ac:spMkLst>
            <pc:docMk/>
            <pc:sldMk cId="2245002074" sldId="2147480114"/>
            <ac:spMk id="5" creationId="{8C1ECECD-F7CF-1DD9-5901-413B01877B39}"/>
          </ac:spMkLst>
        </pc:spChg>
        <pc:spChg chg="add mod">
          <ac:chgData name="Chris Hawblitzel" userId="a8c48eef2a52f1db" providerId="LiveId" clId="{3B76E6B8-BC45-4E45-91C6-F0F33EC631A4}" dt="2026-05-12T03:55:22.554" v="14961" actId="1036"/>
          <ac:spMkLst>
            <pc:docMk/>
            <pc:sldMk cId="2245002074" sldId="2147480114"/>
            <ac:spMk id="6" creationId="{ADF52B64-23B5-D59E-BB13-CB6178042987}"/>
          </ac:spMkLst>
        </pc:spChg>
        <pc:spChg chg="add mod">
          <ac:chgData name="Chris Hawblitzel" userId="a8c48eef2a52f1db" providerId="LiveId" clId="{3B76E6B8-BC45-4E45-91C6-F0F33EC631A4}" dt="2026-05-12T03:55:15.879" v="14935" actId="1076"/>
          <ac:spMkLst>
            <pc:docMk/>
            <pc:sldMk cId="2245002074" sldId="2147480114"/>
            <ac:spMk id="7" creationId="{92F4B657-C527-446B-FD7E-7756A2D87886}"/>
          </ac:spMkLst>
        </pc:spChg>
        <pc:spChg chg="add mod">
          <ac:chgData name="Chris Hawblitzel" userId="a8c48eef2a52f1db" providerId="LiveId" clId="{3B76E6B8-BC45-4E45-91C6-F0F33EC631A4}" dt="2026-05-12T03:55:29.526" v="14963" actId="1076"/>
          <ac:spMkLst>
            <pc:docMk/>
            <pc:sldMk cId="2245002074" sldId="2147480114"/>
            <ac:spMk id="8" creationId="{21335AA0-C5C6-BC9D-E433-DF783EEA2AED}"/>
          </ac:spMkLst>
        </pc:spChg>
        <pc:spChg chg="add mod">
          <ac:chgData name="Chris Hawblitzel" userId="a8c48eef2a52f1db" providerId="LiveId" clId="{3B76E6B8-BC45-4E45-91C6-F0F33EC631A4}" dt="2026-05-12T03:55:26.824" v="14962" actId="1076"/>
          <ac:spMkLst>
            <pc:docMk/>
            <pc:sldMk cId="2245002074" sldId="2147480114"/>
            <ac:spMk id="9" creationId="{C7ED2470-BDA9-E21B-277C-E5C800564333}"/>
          </ac:spMkLst>
        </pc:spChg>
        <pc:spChg chg="add mod">
          <ac:chgData name="Chris Hawblitzel" userId="a8c48eef2a52f1db" providerId="LiveId" clId="{3B76E6B8-BC45-4E45-91C6-F0F33EC631A4}" dt="2026-05-12T03:55:22.554" v="14961" actId="1036"/>
          <ac:spMkLst>
            <pc:docMk/>
            <pc:sldMk cId="2245002074" sldId="2147480114"/>
            <ac:spMk id="10" creationId="{B1B1290C-CBB4-606A-7690-E1968729EDC6}"/>
          </ac:spMkLst>
        </pc:spChg>
        <pc:spChg chg="add del mod">
          <ac:chgData name="Chris Hawblitzel" userId="a8c48eef2a52f1db" providerId="LiveId" clId="{3B76E6B8-BC45-4E45-91C6-F0F33EC631A4}" dt="2026-05-12T03:55:08.844" v="14933" actId="478"/>
          <ac:spMkLst>
            <pc:docMk/>
            <pc:sldMk cId="2245002074" sldId="2147480114"/>
            <ac:spMk id="11" creationId="{C58A3628-3813-E278-965D-68F1E8B36DED}"/>
          </ac:spMkLst>
        </pc:spChg>
        <pc:spChg chg="add del mod">
          <ac:chgData name="Chris Hawblitzel" userId="a8c48eef2a52f1db" providerId="LiveId" clId="{3B76E6B8-BC45-4E45-91C6-F0F33EC631A4}" dt="2026-05-12T03:55:11.806" v="14934" actId="478"/>
          <ac:spMkLst>
            <pc:docMk/>
            <pc:sldMk cId="2245002074" sldId="2147480114"/>
            <ac:spMk id="12" creationId="{F3D31CD3-8B09-8FC9-6206-F245F300AF4A}"/>
          </ac:spMkLst>
        </pc:spChg>
      </pc:sldChg>
      <pc:sldChg chg="addSp modSp new mod">
        <pc:chgData name="Chris Hawblitzel" userId="a8c48eef2a52f1db" providerId="LiveId" clId="{3B76E6B8-BC45-4E45-91C6-F0F33EC631A4}" dt="2026-05-12T12:42:34.639" v="14972" actId="20577"/>
        <pc:sldMkLst>
          <pc:docMk/>
          <pc:sldMk cId="2721806348" sldId="2147480115"/>
        </pc:sldMkLst>
        <pc:spChg chg="mod">
          <ac:chgData name="Chris Hawblitzel" userId="a8c48eef2a52f1db" providerId="LiveId" clId="{3B76E6B8-BC45-4E45-91C6-F0F33EC631A4}" dt="2026-05-12T12:42:07.271" v="14968" actId="20577"/>
          <ac:spMkLst>
            <pc:docMk/>
            <pc:sldMk cId="2721806348" sldId="2147480115"/>
            <ac:spMk id="2" creationId="{A5D0EFD0-5F44-26E5-9899-48ED82F9DA0E}"/>
          </ac:spMkLst>
        </pc:spChg>
        <pc:spChg chg="add mod">
          <ac:chgData name="Chris Hawblitzel" userId="a8c48eef2a52f1db" providerId="LiveId" clId="{3B76E6B8-BC45-4E45-91C6-F0F33EC631A4}" dt="2026-05-12T03:41:28.084" v="14908" actId="1076"/>
          <ac:spMkLst>
            <pc:docMk/>
            <pc:sldMk cId="2721806348" sldId="2147480115"/>
            <ac:spMk id="4" creationId="{510B24F1-B7D5-1BEA-F119-926A316A0CAE}"/>
          </ac:spMkLst>
        </pc:spChg>
        <pc:spChg chg="add mod">
          <ac:chgData name="Chris Hawblitzel" userId="a8c48eef2a52f1db" providerId="LiveId" clId="{3B76E6B8-BC45-4E45-91C6-F0F33EC631A4}" dt="2026-05-12T12:42:34.639" v="14972" actId="20577"/>
          <ac:spMkLst>
            <pc:docMk/>
            <pc:sldMk cId="2721806348" sldId="2147480115"/>
            <ac:spMk id="5" creationId="{F6DA4D95-3C13-8B81-7AF0-FCFA4B3AFD77}"/>
          </ac:spMkLst>
        </pc:spChg>
      </pc:sldChg>
      <pc:sldChg chg="addSp delSp modSp new mod modAnim">
        <pc:chgData name="Chris Hawblitzel" userId="a8c48eef2a52f1db" providerId="LiveId" clId="{3B76E6B8-BC45-4E45-91C6-F0F33EC631A4}" dt="2026-05-12T13:34:53.524" v="15875" actId="20577"/>
        <pc:sldMkLst>
          <pc:docMk/>
          <pc:sldMk cId="153366683" sldId="2147480116"/>
        </pc:sldMkLst>
        <pc:spChg chg="mod">
          <ac:chgData name="Chris Hawblitzel" userId="a8c48eef2a52f1db" providerId="LiveId" clId="{3B76E6B8-BC45-4E45-91C6-F0F33EC631A4}" dt="2026-05-12T13:34:53.524" v="15875" actId="20577"/>
          <ac:spMkLst>
            <pc:docMk/>
            <pc:sldMk cId="153366683" sldId="2147480116"/>
            <ac:spMk id="2" creationId="{D61AFD4F-5957-B802-EE9B-37F553D26849}"/>
          </ac:spMkLst>
        </pc:spChg>
        <pc:spChg chg="add mod">
          <ac:chgData name="Chris Hawblitzel" userId="a8c48eef2a52f1db" providerId="LiveId" clId="{3B76E6B8-BC45-4E45-91C6-F0F33EC631A4}" dt="2026-05-12T12:51:27.644" v="15032" actId="404"/>
          <ac:spMkLst>
            <pc:docMk/>
            <pc:sldMk cId="153366683" sldId="2147480116"/>
            <ac:spMk id="4" creationId="{D87F76E9-190B-68EA-13D2-DD8F4DF37B54}"/>
          </ac:spMkLst>
        </pc:spChg>
        <pc:spChg chg="add mod">
          <ac:chgData name="Chris Hawblitzel" userId="a8c48eef2a52f1db" providerId="LiveId" clId="{3B76E6B8-BC45-4E45-91C6-F0F33EC631A4}" dt="2026-05-12T12:53:29.433" v="15094" actId="1076"/>
          <ac:spMkLst>
            <pc:docMk/>
            <pc:sldMk cId="153366683" sldId="2147480116"/>
            <ac:spMk id="5" creationId="{B540FE23-7E50-33E6-C8DA-19E283E8C856}"/>
          </ac:spMkLst>
        </pc:spChg>
        <pc:spChg chg="add mod">
          <ac:chgData name="Chris Hawblitzel" userId="a8c48eef2a52f1db" providerId="LiveId" clId="{3B76E6B8-BC45-4E45-91C6-F0F33EC631A4}" dt="2026-05-12T12:52:04.888" v="15034" actId="1076"/>
          <ac:spMkLst>
            <pc:docMk/>
            <pc:sldMk cId="153366683" sldId="2147480116"/>
            <ac:spMk id="6" creationId="{FC2E00CF-D5CE-D276-81F5-56B81AFEDF3A}"/>
          </ac:spMkLst>
        </pc:spChg>
        <pc:spChg chg="add mod">
          <ac:chgData name="Chris Hawblitzel" userId="a8c48eef2a52f1db" providerId="LiveId" clId="{3B76E6B8-BC45-4E45-91C6-F0F33EC631A4}" dt="2026-05-12T12:53:56.663" v="15097" actId="1076"/>
          <ac:spMkLst>
            <pc:docMk/>
            <pc:sldMk cId="153366683" sldId="2147480116"/>
            <ac:spMk id="7" creationId="{EC4F50E6-354B-C8CE-445D-9A465B97FCDF}"/>
          </ac:spMkLst>
        </pc:spChg>
        <pc:spChg chg="add mod">
          <ac:chgData name="Chris Hawblitzel" userId="a8c48eef2a52f1db" providerId="LiveId" clId="{3B76E6B8-BC45-4E45-91C6-F0F33EC631A4}" dt="2026-05-12T12:52:13.230" v="15038" actId="20577"/>
          <ac:spMkLst>
            <pc:docMk/>
            <pc:sldMk cId="153366683" sldId="2147480116"/>
            <ac:spMk id="8" creationId="{738D15F0-C3F4-9147-110A-1289A52C7159}"/>
          </ac:spMkLst>
        </pc:spChg>
        <pc:spChg chg="add mod">
          <ac:chgData name="Chris Hawblitzel" userId="a8c48eef2a52f1db" providerId="LiveId" clId="{3B76E6B8-BC45-4E45-91C6-F0F33EC631A4}" dt="2026-05-12T12:53:25.603" v="15092" actId="14100"/>
          <ac:spMkLst>
            <pc:docMk/>
            <pc:sldMk cId="153366683" sldId="2147480116"/>
            <ac:spMk id="9" creationId="{0835B896-D11C-4482-0ED0-256512CEFDCB}"/>
          </ac:spMkLst>
        </pc:spChg>
        <pc:spChg chg="add mod">
          <ac:chgData name="Chris Hawblitzel" userId="a8c48eef2a52f1db" providerId="LiveId" clId="{3B76E6B8-BC45-4E45-91C6-F0F33EC631A4}" dt="2026-05-12T12:52:33.413" v="15058" actId="1076"/>
          <ac:spMkLst>
            <pc:docMk/>
            <pc:sldMk cId="153366683" sldId="2147480116"/>
            <ac:spMk id="10" creationId="{2FF4C9C0-10D0-FD33-4C49-92C098B1D7B7}"/>
          </ac:spMkLst>
        </pc:spChg>
        <pc:spChg chg="add mod">
          <ac:chgData name="Chris Hawblitzel" userId="a8c48eef2a52f1db" providerId="LiveId" clId="{3B76E6B8-BC45-4E45-91C6-F0F33EC631A4}" dt="2026-05-12T12:52:53.106" v="15087" actId="20577"/>
          <ac:spMkLst>
            <pc:docMk/>
            <pc:sldMk cId="153366683" sldId="2147480116"/>
            <ac:spMk id="11" creationId="{0D0AA991-89DB-3E83-9F1F-E6686B5B5095}"/>
          </ac:spMkLst>
        </pc:spChg>
        <pc:spChg chg="add mod">
          <ac:chgData name="Chris Hawblitzel" userId="a8c48eef2a52f1db" providerId="LiveId" clId="{3B76E6B8-BC45-4E45-91C6-F0F33EC631A4}" dt="2026-05-12T12:53:00.410" v="15089" actId="20577"/>
          <ac:spMkLst>
            <pc:docMk/>
            <pc:sldMk cId="153366683" sldId="2147480116"/>
            <ac:spMk id="12" creationId="{F624F791-EB0B-2C53-978B-86E40184767A}"/>
          </ac:spMkLst>
        </pc:spChg>
        <pc:spChg chg="add mod">
          <ac:chgData name="Chris Hawblitzel" userId="a8c48eef2a52f1db" providerId="LiveId" clId="{3B76E6B8-BC45-4E45-91C6-F0F33EC631A4}" dt="2026-05-12T12:55:22.125" v="15153" actId="1036"/>
          <ac:spMkLst>
            <pc:docMk/>
            <pc:sldMk cId="153366683" sldId="2147480116"/>
            <ac:spMk id="23" creationId="{AD84AFE4-AB8E-4099-56AF-CE859AD433C9}"/>
          </ac:spMkLst>
        </pc:spChg>
        <pc:spChg chg="add mod">
          <ac:chgData name="Chris Hawblitzel" userId="a8c48eef2a52f1db" providerId="LiveId" clId="{3B76E6B8-BC45-4E45-91C6-F0F33EC631A4}" dt="2026-05-12T12:55:31.309" v="15225" actId="1036"/>
          <ac:spMkLst>
            <pc:docMk/>
            <pc:sldMk cId="153366683" sldId="2147480116"/>
            <ac:spMk id="24" creationId="{0BFB2CE4-E0B9-0D08-DFE5-ED5CA596C38B}"/>
          </ac:spMkLst>
        </pc:spChg>
        <pc:spChg chg="add mod">
          <ac:chgData name="Chris Hawblitzel" userId="a8c48eef2a52f1db" providerId="LiveId" clId="{3B76E6B8-BC45-4E45-91C6-F0F33EC631A4}" dt="2026-05-12T12:55:48.182" v="15227" actId="1076"/>
          <ac:spMkLst>
            <pc:docMk/>
            <pc:sldMk cId="153366683" sldId="2147480116"/>
            <ac:spMk id="25" creationId="{48F33811-A81E-52FB-533F-3F0920594276}"/>
          </ac:spMkLst>
        </pc:spChg>
        <pc:spChg chg="add mod">
          <ac:chgData name="Chris Hawblitzel" userId="a8c48eef2a52f1db" providerId="LiveId" clId="{3B76E6B8-BC45-4E45-91C6-F0F33EC631A4}" dt="2026-05-12T12:55:54.635" v="15229" actId="1076"/>
          <ac:spMkLst>
            <pc:docMk/>
            <pc:sldMk cId="153366683" sldId="2147480116"/>
            <ac:spMk id="26" creationId="{525E2516-0BDC-2103-AE3D-9AFA281ADB92}"/>
          </ac:spMkLst>
        </pc:spChg>
        <pc:spChg chg="add mod">
          <ac:chgData name="Chris Hawblitzel" userId="a8c48eef2a52f1db" providerId="LiveId" clId="{3B76E6B8-BC45-4E45-91C6-F0F33EC631A4}" dt="2026-05-12T13:00:32.385" v="15407" actId="20577"/>
          <ac:spMkLst>
            <pc:docMk/>
            <pc:sldMk cId="153366683" sldId="2147480116"/>
            <ac:spMk id="27" creationId="{03427FBC-7EAB-6FA5-F244-FCF19088EA02}"/>
          </ac:spMkLst>
        </pc:spChg>
        <pc:cxnChg chg="add">
          <ac:chgData name="Chris Hawblitzel" userId="a8c48eef2a52f1db" providerId="LiveId" clId="{3B76E6B8-BC45-4E45-91C6-F0F33EC631A4}" dt="2026-05-12T12:53:08.388" v="15090" actId="11529"/>
          <ac:cxnSpMkLst>
            <pc:docMk/>
            <pc:sldMk cId="153366683" sldId="2147480116"/>
            <ac:cxnSpMk id="14" creationId="{18258955-CFEB-3B07-B63D-59DF46509891}"/>
          </ac:cxnSpMkLst>
        </pc:cxnChg>
        <pc:cxnChg chg="add">
          <ac:chgData name="Chris Hawblitzel" userId="a8c48eef2a52f1db" providerId="LiveId" clId="{3B76E6B8-BC45-4E45-91C6-F0F33EC631A4}" dt="2026-05-12T12:53:16.136" v="15091" actId="11529"/>
          <ac:cxnSpMkLst>
            <pc:docMk/>
            <pc:sldMk cId="153366683" sldId="2147480116"/>
            <ac:cxnSpMk id="16" creationId="{D815DB7A-90DE-E854-3CFF-CE661F34E62F}"/>
          </ac:cxnSpMkLst>
        </pc:cxnChg>
        <pc:cxnChg chg="add">
          <ac:chgData name="Chris Hawblitzel" userId="a8c48eef2a52f1db" providerId="LiveId" clId="{3B76E6B8-BC45-4E45-91C6-F0F33EC631A4}" dt="2026-05-12T12:53:42.723" v="15095" actId="11529"/>
          <ac:cxnSpMkLst>
            <pc:docMk/>
            <pc:sldMk cId="153366683" sldId="2147480116"/>
            <ac:cxnSpMk id="18" creationId="{AA270C26-1522-5B03-07B5-A8D59F731CA8}"/>
          </ac:cxnSpMkLst>
        </pc:cxnChg>
        <pc:cxnChg chg="add del mod">
          <ac:chgData name="Chris Hawblitzel" userId="a8c48eef2a52f1db" providerId="LiveId" clId="{3B76E6B8-BC45-4E45-91C6-F0F33EC631A4}" dt="2026-05-12T12:54:21.479" v="15099" actId="478"/>
          <ac:cxnSpMkLst>
            <pc:docMk/>
            <pc:sldMk cId="153366683" sldId="2147480116"/>
            <ac:cxnSpMk id="20" creationId="{51A852D5-1E48-E788-D3B4-185716B3CAF7}"/>
          </ac:cxnSpMkLst>
        </pc:cxnChg>
        <pc:cxnChg chg="add">
          <ac:chgData name="Chris Hawblitzel" userId="a8c48eef2a52f1db" providerId="LiveId" clId="{3B76E6B8-BC45-4E45-91C6-F0F33EC631A4}" dt="2026-05-12T12:54:03.322" v="15098" actId="11529"/>
          <ac:cxnSpMkLst>
            <pc:docMk/>
            <pc:sldMk cId="153366683" sldId="2147480116"/>
            <ac:cxnSpMk id="22" creationId="{FCB13A07-DF4D-CF34-5DE0-7BF311F7BD86}"/>
          </ac:cxnSpMkLst>
        </pc:cxnChg>
      </pc:sldChg>
      <pc:sldChg chg="addSp modSp new mod">
        <pc:chgData name="Chris Hawblitzel" userId="a8c48eef2a52f1db" providerId="LiveId" clId="{3B76E6B8-BC45-4E45-91C6-F0F33EC631A4}" dt="2026-05-12T13:22:14.476" v="15728" actId="20577"/>
        <pc:sldMkLst>
          <pc:docMk/>
          <pc:sldMk cId="2797988709" sldId="2147480117"/>
        </pc:sldMkLst>
        <pc:spChg chg="mod">
          <ac:chgData name="Chris Hawblitzel" userId="a8c48eef2a52f1db" providerId="LiveId" clId="{3B76E6B8-BC45-4E45-91C6-F0F33EC631A4}" dt="2026-05-12T13:22:14.476" v="15728" actId="20577"/>
          <ac:spMkLst>
            <pc:docMk/>
            <pc:sldMk cId="2797988709" sldId="2147480117"/>
            <ac:spMk id="2" creationId="{A7C4A612-5E32-42C4-4EBB-483C4AACABCB}"/>
          </ac:spMkLst>
        </pc:spChg>
        <pc:spChg chg="add mod">
          <ac:chgData name="Chris Hawblitzel" userId="a8c48eef2a52f1db" providerId="LiveId" clId="{3B76E6B8-BC45-4E45-91C6-F0F33EC631A4}" dt="2026-05-12T13:21:58.069" v="15709" actId="1076"/>
          <ac:spMkLst>
            <pc:docMk/>
            <pc:sldMk cId="2797988709" sldId="2147480117"/>
            <ac:spMk id="3" creationId="{AE2087CB-6D09-7161-6E30-ED6EADD70CB7}"/>
          </ac:spMkLst>
        </pc:spChg>
      </pc:sldChg>
      <pc:sldChg chg="delSp add mod ord">
        <pc:chgData name="Chris Hawblitzel" userId="a8c48eef2a52f1db" providerId="LiveId" clId="{3B76E6B8-BC45-4E45-91C6-F0F33EC631A4}" dt="2026-05-12T13:24:41.998" v="15793"/>
        <pc:sldMkLst>
          <pc:docMk/>
          <pc:sldMk cId="3714266571" sldId="2147480118"/>
        </pc:sldMkLst>
        <pc:spChg chg="del">
          <ac:chgData name="Chris Hawblitzel" userId="a8c48eef2a52f1db" providerId="LiveId" clId="{3B76E6B8-BC45-4E45-91C6-F0F33EC631A4}" dt="2026-05-12T13:24:02.896" v="15790" actId="478"/>
          <ac:spMkLst>
            <pc:docMk/>
            <pc:sldMk cId="3714266571" sldId="2147480118"/>
            <ac:spMk id="6" creationId="{6202CCB9-057D-0C38-5443-9508042BBE3D}"/>
          </ac:spMkLst>
        </pc:spChg>
        <pc:spChg chg="del">
          <ac:chgData name="Chris Hawblitzel" userId="a8c48eef2a52f1db" providerId="LiveId" clId="{3B76E6B8-BC45-4E45-91C6-F0F33EC631A4}" dt="2026-05-12T13:23:59.846" v="15789" actId="478"/>
          <ac:spMkLst>
            <pc:docMk/>
            <pc:sldMk cId="3714266571" sldId="2147480118"/>
            <ac:spMk id="10" creationId="{76545AA6-AF76-6B17-B6F3-4869F8B4F3F6}"/>
          </ac:spMkLst>
        </pc:spChg>
        <pc:spChg chg="del">
          <ac:chgData name="Chris Hawblitzel" userId="a8c48eef2a52f1db" providerId="LiveId" clId="{3B76E6B8-BC45-4E45-91C6-F0F33EC631A4}" dt="2026-05-12T13:23:46.490" v="15785" actId="478"/>
          <ac:spMkLst>
            <pc:docMk/>
            <pc:sldMk cId="3714266571" sldId="2147480118"/>
            <ac:spMk id="26" creationId="{27B6DB89-4C32-94D3-A2E9-61DBC6E793FE}"/>
          </ac:spMkLst>
        </pc:spChg>
        <pc:spChg chg="del">
          <ac:chgData name="Chris Hawblitzel" userId="a8c48eef2a52f1db" providerId="LiveId" clId="{3B76E6B8-BC45-4E45-91C6-F0F33EC631A4}" dt="2026-05-12T13:23:49.913" v="15786" actId="478"/>
          <ac:spMkLst>
            <pc:docMk/>
            <pc:sldMk cId="3714266571" sldId="2147480118"/>
            <ac:spMk id="27" creationId="{2B5D3A9A-A667-CA3B-D9F5-8FF758B20BB7}"/>
          </ac:spMkLst>
        </pc:spChg>
        <pc:spChg chg="del">
          <ac:chgData name="Chris Hawblitzel" userId="a8c48eef2a52f1db" providerId="LiveId" clId="{3B76E6B8-BC45-4E45-91C6-F0F33EC631A4}" dt="2026-05-12T13:23:55.773" v="15788" actId="478"/>
          <ac:spMkLst>
            <pc:docMk/>
            <pc:sldMk cId="3714266571" sldId="2147480118"/>
            <ac:spMk id="28" creationId="{B4314BE2-5E88-16BF-A0BE-D2B29D3E6C6E}"/>
          </ac:spMkLst>
        </pc:spChg>
        <pc:spChg chg="del">
          <ac:chgData name="Chris Hawblitzel" userId="a8c48eef2a52f1db" providerId="LiveId" clId="{3B76E6B8-BC45-4E45-91C6-F0F33EC631A4}" dt="2026-05-12T13:23:53.152" v="15787" actId="478"/>
          <ac:spMkLst>
            <pc:docMk/>
            <pc:sldMk cId="3714266571" sldId="2147480118"/>
            <ac:spMk id="30" creationId="{8348E3DC-E7DF-4C41-E565-0276BB23DDF8}"/>
          </ac:spMkLst>
        </pc:spChg>
      </pc:sldChg>
      <pc:sldChg chg="add del">
        <pc:chgData name="Chris Hawblitzel" userId="a8c48eef2a52f1db" providerId="LiveId" clId="{3B76E6B8-BC45-4E45-91C6-F0F33EC631A4}" dt="2026-05-12T15:11:46.900" v="18173" actId="47"/>
        <pc:sldMkLst>
          <pc:docMk/>
          <pc:sldMk cId="1836278589" sldId="2147480119"/>
        </pc:sldMkLst>
      </pc:sldChg>
      <pc:sldChg chg="addSp delSp modSp add mod">
        <pc:chgData name="Chris Hawblitzel" userId="a8c48eef2a52f1db" providerId="LiveId" clId="{3B76E6B8-BC45-4E45-91C6-F0F33EC631A4}" dt="2026-05-12T13:49:04.773" v="16524" actId="20577"/>
        <pc:sldMkLst>
          <pc:docMk/>
          <pc:sldMk cId="3087822906" sldId="2147480120"/>
        </pc:sldMkLst>
        <pc:spChg chg="del">
          <ac:chgData name="Chris Hawblitzel" userId="a8c48eef2a52f1db" providerId="LiveId" clId="{3B76E6B8-BC45-4E45-91C6-F0F33EC631A4}" dt="2026-05-12T13:44:14.166" v="15972" actId="478"/>
          <ac:spMkLst>
            <pc:docMk/>
            <pc:sldMk cId="3087822906" sldId="2147480120"/>
            <ac:spMk id="5" creationId="{A81B4EBB-49E7-3AB4-78DF-FC4517C5B6E7}"/>
          </ac:spMkLst>
        </pc:spChg>
        <pc:spChg chg="add mod">
          <ac:chgData name="Chris Hawblitzel" userId="a8c48eef2a52f1db" providerId="LiveId" clId="{3B76E6B8-BC45-4E45-91C6-F0F33EC631A4}" dt="2026-05-12T13:49:04.773" v="16524" actId="20577"/>
          <ac:spMkLst>
            <pc:docMk/>
            <pc:sldMk cId="3087822906" sldId="2147480120"/>
            <ac:spMk id="6" creationId="{765D0878-890E-D269-1002-FDCBBB902F0C}"/>
          </ac:spMkLst>
        </pc:spChg>
        <pc:spChg chg="del">
          <ac:chgData name="Chris Hawblitzel" userId="a8c48eef2a52f1db" providerId="LiveId" clId="{3B76E6B8-BC45-4E45-91C6-F0F33EC631A4}" dt="2026-05-12T13:44:14.166" v="15972" actId="478"/>
          <ac:spMkLst>
            <pc:docMk/>
            <pc:sldMk cId="3087822906" sldId="2147480120"/>
            <ac:spMk id="7" creationId="{46EEC62F-569C-B370-922E-944ECC49BABD}"/>
          </ac:spMkLst>
        </pc:spChg>
        <pc:spChg chg="del">
          <ac:chgData name="Chris Hawblitzel" userId="a8c48eef2a52f1db" providerId="LiveId" clId="{3B76E6B8-BC45-4E45-91C6-F0F33EC631A4}" dt="2026-05-12T13:44:14.166" v="15972" actId="478"/>
          <ac:spMkLst>
            <pc:docMk/>
            <pc:sldMk cId="3087822906" sldId="2147480120"/>
            <ac:spMk id="8" creationId="{8AC5DC5B-65A4-8EB7-F153-3E6C8831DCED}"/>
          </ac:spMkLst>
        </pc:spChg>
        <pc:spChg chg="del">
          <ac:chgData name="Chris Hawblitzel" userId="a8c48eef2a52f1db" providerId="LiveId" clId="{3B76E6B8-BC45-4E45-91C6-F0F33EC631A4}" dt="2026-05-12T13:44:14.166" v="15972" actId="478"/>
          <ac:spMkLst>
            <pc:docMk/>
            <pc:sldMk cId="3087822906" sldId="2147480120"/>
            <ac:spMk id="9" creationId="{E2B3E2C1-E7E5-37EE-8207-B86822736E8A}"/>
          </ac:spMkLst>
        </pc:spChg>
        <pc:cxnChg chg="del mod">
          <ac:chgData name="Chris Hawblitzel" userId="a8c48eef2a52f1db" providerId="LiveId" clId="{3B76E6B8-BC45-4E45-91C6-F0F33EC631A4}" dt="2026-05-12T13:44:14.166" v="15972" actId="478"/>
          <ac:cxnSpMkLst>
            <pc:docMk/>
            <pc:sldMk cId="3087822906" sldId="2147480120"/>
            <ac:cxnSpMk id="12" creationId="{56CF473B-E599-D658-F51C-CBC56AE7A526}"/>
          </ac:cxnSpMkLst>
        </pc:cxnChg>
        <pc:cxnChg chg="del mod">
          <ac:chgData name="Chris Hawblitzel" userId="a8c48eef2a52f1db" providerId="LiveId" clId="{3B76E6B8-BC45-4E45-91C6-F0F33EC631A4}" dt="2026-05-12T13:44:14.166" v="15972" actId="478"/>
          <ac:cxnSpMkLst>
            <pc:docMk/>
            <pc:sldMk cId="3087822906" sldId="2147480120"/>
            <ac:cxnSpMk id="13" creationId="{41990F6F-D352-46E0-8676-0B3C78C8AB62}"/>
          </ac:cxnSpMkLst>
        </pc:cxnChg>
        <pc:cxnChg chg="del mod">
          <ac:chgData name="Chris Hawblitzel" userId="a8c48eef2a52f1db" providerId="LiveId" clId="{3B76E6B8-BC45-4E45-91C6-F0F33EC631A4}" dt="2026-05-12T13:44:14.166" v="15972" actId="478"/>
          <ac:cxnSpMkLst>
            <pc:docMk/>
            <pc:sldMk cId="3087822906" sldId="2147480120"/>
            <ac:cxnSpMk id="14" creationId="{B6D11089-6195-7A85-BA98-5CDF7C77DA2C}"/>
          </ac:cxnSpMkLst>
        </pc:cxnChg>
        <pc:cxnChg chg="del mod">
          <ac:chgData name="Chris Hawblitzel" userId="a8c48eef2a52f1db" providerId="LiveId" clId="{3B76E6B8-BC45-4E45-91C6-F0F33EC631A4}" dt="2026-05-12T13:44:14.166" v="15972" actId="478"/>
          <ac:cxnSpMkLst>
            <pc:docMk/>
            <pc:sldMk cId="3087822906" sldId="2147480120"/>
            <ac:cxnSpMk id="15" creationId="{31B26CFD-EAE6-5ECC-A539-CE7B13E2A82B}"/>
          </ac:cxnSpMkLst>
        </pc:cxnChg>
      </pc:sldChg>
      <pc:sldChg chg="addSp modSp new mod addAnim delAnim modAnim">
        <pc:chgData name="Chris Hawblitzel" userId="a8c48eef2a52f1db" providerId="LiveId" clId="{3B76E6B8-BC45-4E45-91C6-F0F33EC631A4}" dt="2026-05-12T14:58:20.691" v="18008"/>
        <pc:sldMkLst>
          <pc:docMk/>
          <pc:sldMk cId="1275560688" sldId="2147480121"/>
        </pc:sldMkLst>
        <pc:spChg chg="mod">
          <ac:chgData name="Chris Hawblitzel" userId="a8c48eef2a52f1db" providerId="LiveId" clId="{3B76E6B8-BC45-4E45-91C6-F0F33EC631A4}" dt="2026-05-12T13:50:05.101" v="16530" actId="20577"/>
          <ac:spMkLst>
            <pc:docMk/>
            <pc:sldMk cId="1275560688" sldId="2147480121"/>
            <ac:spMk id="2" creationId="{278F3811-E91B-8CC7-78B9-52A47A9C660D}"/>
          </ac:spMkLst>
        </pc:spChg>
        <pc:spChg chg="add mod">
          <ac:chgData name="Chris Hawblitzel" userId="a8c48eef2a52f1db" providerId="LiveId" clId="{3B76E6B8-BC45-4E45-91C6-F0F33EC631A4}" dt="2026-05-12T14:00:15.866" v="16713" actId="404"/>
          <ac:spMkLst>
            <pc:docMk/>
            <pc:sldMk cId="1275560688" sldId="2147480121"/>
            <ac:spMk id="3" creationId="{6BCA3CD9-C128-22C4-B9BB-EC287E4F927D}"/>
          </ac:spMkLst>
        </pc:spChg>
        <pc:spChg chg="add mod">
          <ac:chgData name="Chris Hawblitzel" userId="a8c48eef2a52f1db" providerId="LiveId" clId="{3B76E6B8-BC45-4E45-91C6-F0F33EC631A4}" dt="2026-05-12T13:51:58.319" v="16564" actId="1076"/>
          <ac:spMkLst>
            <pc:docMk/>
            <pc:sldMk cId="1275560688" sldId="2147480121"/>
            <ac:spMk id="4" creationId="{E41333F2-E1BD-7022-9A62-63739862D05B}"/>
          </ac:spMkLst>
        </pc:spChg>
        <pc:spChg chg="add mod">
          <ac:chgData name="Chris Hawblitzel" userId="a8c48eef2a52f1db" providerId="LiveId" clId="{3B76E6B8-BC45-4E45-91C6-F0F33EC631A4}" dt="2026-05-12T13:51:58.319" v="16564" actId="1076"/>
          <ac:spMkLst>
            <pc:docMk/>
            <pc:sldMk cId="1275560688" sldId="2147480121"/>
            <ac:spMk id="5" creationId="{4A4651AC-4C9A-E1D1-542E-0C3F813B6534}"/>
          </ac:spMkLst>
        </pc:spChg>
        <pc:spChg chg="add mod">
          <ac:chgData name="Chris Hawblitzel" userId="a8c48eef2a52f1db" providerId="LiveId" clId="{3B76E6B8-BC45-4E45-91C6-F0F33EC631A4}" dt="2026-05-12T13:54:09.532" v="16603"/>
          <ac:spMkLst>
            <pc:docMk/>
            <pc:sldMk cId="1275560688" sldId="2147480121"/>
            <ac:spMk id="6" creationId="{9E60B2CE-E737-2DD8-4B3C-BC4F510BCD21}"/>
          </ac:spMkLst>
        </pc:spChg>
        <pc:spChg chg="add mod">
          <ac:chgData name="Chris Hawblitzel" userId="a8c48eef2a52f1db" providerId="LiveId" clId="{3B76E6B8-BC45-4E45-91C6-F0F33EC631A4}" dt="2026-05-12T13:56:04.955" v="16614" actId="1076"/>
          <ac:spMkLst>
            <pc:docMk/>
            <pc:sldMk cId="1275560688" sldId="2147480121"/>
            <ac:spMk id="7" creationId="{CF833930-ECBB-F3A1-8DA7-56305FE59D94}"/>
          </ac:spMkLst>
        </pc:spChg>
        <pc:spChg chg="add mod">
          <ac:chgData name="Chris Hawblitzel" userId="a8c48eef2a52f1db" providerId="LiveId" clId="{3B76E6B8-BC45-4E45-91C6-F0F33EC631A4}" dt="2026-05-12T13:56:04.955" v="16614" actId="1076"/>
          <ac:spMkLst>
            <pc:docMk/>
            <pc:sldMk cId="1275560688" sldId="2147480121"/>
            <ac:spMk id="8" creationId="{0E24A2EC-51D4-8606-9690-21E57F1DF723}"/>
          </ac:spMkLst>
        </pc:spChg>
        <pc:spChg chg="add mod">
          <ac:chgData name="Chris Hawblitzel" userId="a8c48eef2a52f1db" providerId="LiveId" clId="{3B76E6B8-BC45-4E45-91C6-F0F33EC631A4}" dt="2026-05-12T13:56:04.955" v="16614" actId="1076"/>
          <ac:spMkLst>
            <pc:docMk/>
            <pc:sldMk cId="1275560688" sldId="2147480121"/>
            <ac:spMk id="9" creationId="{8364E5BD-CC59-3F17-A4F7-2A54EA6967EC}"/>
          </ac:spMkLst>
        </pc:spChg>
        <pc:spChg chg="add mod">
          <ac:chgData name="Chris Hawblitzel" userId="a8c48eef2a52f1db" providerId="LiveId" clId="{3B76E6B8-BC45-4E45-91C6-F0F33EC631A4}" dt="2026-05-12T13:58:15.581" v="16680" actId="20577"/>
          <ac:spMkLst>
            <pc:docMk/>
            <pc:sldMk cId="1275560688" sldId="2147480121"/>
            <ac:spMk id="10" creationId="{DE0E7B93-D999-6F18-FC3C-64220F8A69D1}"/>
          </ac:spMkLst>
        </pc:spChg>
        <pc:spChg chg="add mod">
          <ac:chgData name="Chris Hawblitzel" userId="a8c48eef2a52f1db" providerId="LiveId" clId="{3B76E6B8-BC45-4E45-91C6-F0F33EC631A4}" dt="2026-05-12T13:57:11.361" v="16651" actId="20577"/>
          <ac:spMkLst>
            <pc:docMk/>
            <pc:sldMk cId="1275560688" sldId="2147480121"/>
            <ac:spMk id="11" creationId="{84B0877C-1BFC-814D-294D-E95AC422FDA2}"/>
          </ac:spMkLst>
        </pc:spChg>
        <pc:spChg chg="add mod">
          <ac:chgData name="Chris Hawblitzel" userId="a8c48eef2a52f1db" providerId="LiveId" clId="{3B76E6B8-BC45-4E45-91C6-F0F33EC631A4}" dt="2026-05-12T13:57:28.961" v="16658" actId="20577"/>
          <ac:spMkLst>
            <pc:docMk/>
            <pc:sldMk cId="1275560688" sldId="2147480121"/>
            <ac:spMk id="12" creationId="{C85B6B61-0438-0903-30ED-08F8C0010DA5}"/>
          </ac:spMkLst>
        </pc:spChg>
        <pc:spChg chg="add mod">
          <ac:chgData name="Chris Hawblitzel" userId="a8c48eef2a52f1db" providerId="LiveId" clId="{3B76E6B8-BC45-4E45-91C6-F0F33EC631A4}" dt="2026-05-12T13:58:37.102" v="16683" actId="20577"/>
          <ac:spMkLst>
            <pc:docMk/>
            <pc:sldMk cId="1275560688" sldId="2147480121"/>
            <ac:spMk id="13" creationId="{25AEA255-D745-7F58-0038-F2E35DB58282}"/>
          </ac:spMkLst>
        </pc:spChg>
        <pc:spChg chg="add mod">
          <ac:chgData name="Chris Hawblitzel" userId="a8c48eef2a52f1db" providerId="LiveId" clId="{3B76E6B8-BC45-4E45-91C6-F0F33EC631A4}" dt="2026-05-12T14:22:31.853" v="17294" actId="1076"/>
          <ac:spMkLst>
            <pc:docMk/>
            <pc:sldMk cId="1275560688" sldId="2147480121"/>
            <ac:spMk id="23" creationId="{B1EC5AFF-EE88-6625-6D5D-FED8A75BDDF8}"/>
          </ac:spMkLst>
        </pc:spChg>
        <pc:spChg chg="add mod">
          <ac:chgData name="Chris Hawblitzel" userId="a8c48eef2a52f1db" providerId="LiveId" clId="{3B76E6B8-BC45-4E45-91C6-F0F33EC631A4}" dt="2026-05-12T14:22:39.570" v="17295" actId="1076"/>
          <ac:spMkLst>
            <pc:docMk/>
            <pc:sldMk cId="1275560688" sldId="2147480121"/>
            <ac:spMk id="24" creationId="{1143FE9E-8464-3662-5E37-944A315B9A04}"/>
          </ac:spMkLst>
        </pc:spChg>
        <pc:spChg chg="add mod">
          <ac:chgData name="Chris Hawblitzel" userId="a8c48eef2a52f1db" providerId="LiveId" clId="{3B76E6B8-BC45-4E45-91C6-F0F33EC631A4}" dt="2026-05-12T14:26:15.713" v="17511" actId="20577"/>
          <ac:spMkLst>
            <pc:docMk/>
            <pc:sldMk cId="1275560688" sldId="2147480121"/>
            <ac:spMk id="25" creationId="{69951D1F-79B3-3190-CE11-E103E573570D}"/>
          </ac:spMkLst>
        </pc:spChg>
        <pc:cxnChg chg="add mod">
          <ac:chgData name="Chris Hawblitzel" userId="a8c48eef2a52f1db" providerId="LiveId" clId="{3B76E6B8-BC45-4E45-91C6-F0F33EC631A4}" dt="2026-05-12T14:01:12.959" v="16717" actId="14100"/>
          <ac:cxnSpMkLst>
            <pc:docMk/>
            <pc:sldMk cId="1275560688" sldId="2147480121"/>
            <ac:cxnSpMk id="15" creationId="{279DBC53-5FE3-F2C2-D252-375EFE226C04}"/>
          </ac:cxnSpMkLst>
        </pc:cxnChg>
        <pc:cxnChg chg="add">
          <ac:chgData name="Chris Hawblitzel" userId="a8c48eef2a52f1db" providerId="LiveId" clId="{3B76E6B8-BC45-4E45-91C6-F0F33EC631A4}" dt="2026-05-12T14:00:52.676" v="16715" actId="11529"/>
          <ac:cxnSpMkLst>
            <pc:docMk/>
            <pc:sldMk cId="1275560688" sldId="2147480121"/>
            <ac:cxnSpMk id="17" creationId="{4F217D76-2BA8-3B08-FBB4-C038BB660050}"/>
          </ac:cxnSpMkLst>
        </pc:cxnChg>
        <pc:cxnChg chg="add">
          <ac:chgData name="Chris Hawblitzel" userId="a8c48eef2a52f1db" providerId="LiveId" clId="{3B76E6B8-BC45-4E45-91C6-F0F33EC631A4}" dt="2026-05-12T14:01:05.898" v="16716" actId="11529"/>
          <ac:cxnSpMkLst>
            <pc:docMk/>
            <pc:sldMk cId="1275560688" sldId="2147480121"/>
            <ac:cxnSpMk id="19" creationId="{6D4E046F-5FCC-2E7E-1122-46CF87E4755E}"/>
          </ac:cxnSpMkLst>
        </pc:cxnChg>
        <pc:cxnChg chg="add">
          <ac:chgData name="Chris Hawblitzel" userId="a8c48eef2a52f1db" providerId="LiveId" clId="{3B76E6B8-BC45-4E45-91C6-F0F33EC631A4}" dt="2026-05-12T14:01:22.848" v="16718" actId="11529"/>
          <ac:cxnSpMkLst>
            <pc:docMk/>
            <pc:sldMk cId="1275560688" sldId="2147480121"/>
            <ac:cxnSpMk id="22" creationId="{30D52E33-8E62-9988-34D7-04A584A82C5A}"/>
          </ac:cxnSpMkLst>
        </pc:cxnChg>
      </pc:sldChg>
      <pc:sldChg chg="addSp delSp modSp add del mod">
        <pc:chgData name="Chris Hawblitzel" userId="a8c48eef2a52f1db" providerId="LiveId" clId="{3B76E6B8-BC45-4E45-91C6-F0F33EC631A4}" dt="2026-05-12T14:11:58.372" v="17006" actId="47"/>
        <pc:sldMkLst>
          <pc:docMk/>
          <pc:sldMk cId="3615689792" sldId="2147480122"/>
        </pc:sldMkLst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5" creationId="{D38E227F-FA25-AC7D-676B-946EFC851D0D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6" creationId="{BA4EB146-90B8-0494-EB58-FB9DE907DF3A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7" creationId="{11BAA14F-3622-C449-0C5F-FCBCC2F29487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8" creationId="{841B6657-2B89-E8DC-66FD-D0881B0C427B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9" creationId="{FAE1D026-4C71-F091-DFF4-071D44C223B6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10" creationId="{BE5E5CDF-EAA0-3E00-EC34-CCF8D80A4C4F}"/>
          </ac:spMkLst>
        </pc:spChg>
        <pc:spChg chg="del">
          <ac:chgData name="Chris Hawblitzel" userId="a8c48eef2a52f1db" providerId="LiveId" clId="{3B76E6B8-BC45-4E45-91C6-F0F33EC631A4}" dt="2026-05-12T14:03:14.926" v="16729" actId="478"/>
          <ac:spMkLst>
            <pc:docMk/>
            <pc:sldMk cId="3615689792" sldId="2147480122"/>
            <ac:spMk id="11" creationId="{89EEE8C0-2810-6470-53EB-17F3EE162B7C}"/>
          </ac:spMkLst>
        </pc:spChg>
        <pc:spChg chg="add mod">
          <ac:chgData name="Chris Hawblitzel" userId="a8c48eef2a52f1db" providerId="LiveId" clId="{3B76E6B8-BC45-4E45-91C6-F0F33EC631A4}" dt="2026-05-12T14:10:38.205" v="16996" actId="6549"/>
          <ac:spMkLst>
            <pc:docMk/>
            <pc:sldMk cId="3615689792" sldId="2147480122"/>
            <ac:spMk id="16" creationId="{183AAD09-3860-4963-0E81-88F18EF73841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26" creationId="{4FD2A40B-9721-A0B3-F0DA-3D4C3A2C352C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27" creationId="{398C3D41-5CB4-AFDE-83B6-14AF9452D017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28" creationId="{132030C6-4583-E70A-62D5-1128D28D294B}"/>
          </ac:spMkLst>
        </pc:spChg>
        <pc:spChg chg="mod">
          <ac:chgData name="Chris Hawblitzel" userId="a8c48eef2a52f1db" providerId="LiveId" clId="{3B76E6B8-BC45-4E45-91C6-F0F33EC631A4}" dt="2026-05-12T14:11:05.901" v="16999" actId="1076"/>
          <ac:spMkLst>
            <pc:docMk/>
            <pc:sldMk cId="3615689792" sldId="2147480122"/>
            <ac:spMk id="30" creationId="{75241C81-92E6-1179-7A50-90A122C236AF}"/>
          </ac:spMkLst>
        </pc:spChg>
        <pc:cxnChg chg="mod">
          <ac:chgData name="Chris Hawblitzel" userId="a8c48eef2a52f1db" providerId="LiveId" clId="{3B76E6B8-BC45-4E45-91C6-F0F33EC631A4}" dt="2026-05-12T14:08:27.814" v="16888" actId="1076"/>
          <ac:cxnSpMkLst>
            <pc:docMk/>
            <pc:sldMk cId="3615689792" sldId="2147480122"/>
            <ac:cxnSpMk id="12" creationId="{05645841-C72C-EA07-986E-7178590DEE03}"/>
          </ac:cxnSpMkLst>
        </pc:cxnChg>
        <pc:cxnChg chg="mod">
          <ac:chgData name="Chris Hawblitzel" userId="a8c48eef2a52f1db" providerId="LiveId" clId="{3B76E6B8-BC45-4E45-91C6-F0F33EC631A4}" dt="2026-05-12T14:08:35.480" v="16889" actId="1076"/>
          <ac:cxnSpMkLst>
            <pc:docMk/>
            <pc:sldMk cId="3615689792" sldId="2147480122"/>
            <ac:cxnSpMk id="13" creationId="{B74F4E89-5C2D-D6DD-D62D-0FC2A930D1E5}"/>
          </ac:cxnSpMkLst>
        </pc:cxnChg>
        <pc:cxnChg chg="mod">
          <ac:chgData name="Chris Hawblitzel" userId="a8c48eef2a52f1db" providerId="LiveId" clId="{3B76E6B8-BC45-4E45-91C6-F0F33EC631A4}" dt="2026-05-12T14:11:01.456" v="16998" actId="1076"/>
          <ac:cxnSpMkLst>
            <pc:docMk/>
            <pc:sldMk cId="3615689792" sldId="2147480122"/>
            <ac:cxnSpMk id="14" creationId="{38F1D209-D9B8-1502-AE21-B9E80B4FD67B}"/>
          </ac:cxnSpMkLst>
        </pc:cxnChg>
        <pc:cxnChg chg="mod">
          <ac:chgData name="Chris Hawblitzel" userId="a8c48eef2a52f1db" providerId="LiveId" clId="{3B76E6B8-BC45-4E45-91C6-F0F33EC631A4}" dt="2026-05-12T14:08:41.622" v="16891" actId="1076"/>
          <ac:cxnSpMkLst>
            <pc:docMk/>
            <pc:sldMk cId="3615689792" sldId="2147480122"/>
            <ac:cxnSpMk id="15" creationId="{A53FE298-E4BD-BDB2-F50D-876DB1217EA2}"/>
          </ac:cxnSpMkLst>
        </pc:cxnChg>
      </pc:sldChg>
      <pc:sldChg chg="addSp delSp modSp add mod">
        <pc:chgData name="Chris Hawblitzel" userId="a8c48eef2a52f1db" providerId="LiveId" clId="{3B76E6B8-BC45-4E45-91C6-F0F33EC631A4}" dt="2026-05-12T14:21:26.361" v="17293" actId="114"/>
        <pc:sldMkLst>
          <pc:docMk/>
          <pc:sldMk cId="552931665" sldId="2147480123"/>
        </pc:sldMkLst>
        <pc:spChg chg="del">
          <ac:chgData name="Chris Hawblitzel" userId="a8c48eef2a52f1db" providerId="LiveId" clId="{3B76E6B8-BC45-4E45-91C6-F0F33EC631A4}" dt="2026-05-12T14:11:43.444" v="17004" actId="478"/>
          <ac:spMkLst>
            <pc:docMk/>
            <pc:sldMk cId="552931665" sldId="2147480123"/>
            <ac:spMk id="3" creationId="{C2B97775-B973-416E-67C8-339352456F86}"/>
          </ac:spMkLst>
        </pc:spChg>
        <pc:spChg chg="del">
          <ac:chgData name="Chris Hawblitzel" userId="a8c48eef2a52f1db" providerId="LiveId" clId="{3B76E6B8-BC45-4E45-91C6-F0F33EC631A4}" dt="2026-05-12T14:11:45.864" v="17005" actId="478"/>
          <ac:spMkLst>
            <pc:docMk/>
            <pc:sldMk cId="552931665" sldId="2147480123"/>
            <ac:spMk id="4" creationId="{DF55EB21-FA9C-6D2C-C23D-90B0131A1B0F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5" creationId="{0F81A1A9-CB54-D811-94BE-36FA9154EB6A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6" creationId="{EB1CE5A0-26D5-4EC4-12AA-EDC1821A560A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7" creationId="{7BAF10BD-E4FD-330D-27B4-2F3DAB7B4FA2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8" creationId="{5B208020-A2B0-3A31-94A1-C032C817B930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9" creationId="{A7C8948F-645D-EB07-137D-C54B8007493F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10" creationId="{81B2EBCE-4FD6-42FD-CC3A-7A55813445F0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11" creationId="{65FE5D28-EB20-DBD7-AAC2-34C4D85142D4}"/>
          </ac:spMkLst>
        </pc:spChg>
        <pc:spChg chg="mod">
          <ac:chgData name="Chris Hawblitzel" userId="a8c48eef2a52f1db" providerId="LiveId" clId="{3B76E6B8-BC45-4E45-91C6-F0F33EC631A4}" dt="2026-05-12T14:21:26.361" v="17293" actId="114"/>
          <ac:spMkLst>
            <pc:docMk/>
            <pc:sldMk cId="552931665" sldId="2147480123"/>
            <ac:spMk id="16" creationId="{BF559D17-441E-20B5-4DDB-5438D9B33194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17" creationId="{F8F75D85-2F5B-6847-EE0A-3F22A3C6E271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18" creationId="{D6ADD30B-C6F7-8C28-1D8C-FEC2AD1E2200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19" creationId="{8FA7772B-47D5-CA85-A718-C0C0E0F77B35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20" creationId="{DFD5FBEF-B4D5-ED06-3730-306DD459E9FB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21" creationId="{C8D2C583-3890-B2B0-9A6E-4561F56CC13A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26" creationId="{38DD87E9-B627-BA2B-9BEE-8F46D10C96EB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27" creationId="{CDCDCA0E-9F39-0B50-12DC-B469F52CF30A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28" creationId="{C3C79114-5C12-8925-DC11-0EC56304A8D6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29" creationId="{2A3B29AF-6D47-0C38-6269-4DDEC7F34EBA}"/>
          </ac:spMkLst>
        </pc:spChg>
        <pc:spChg chg="del">
          <ac:chgData name="Chris Hawblitzel" userId="a8c48eef2a52f1db" providerId="LiveId" clId="{3B76E6B8-BC45-4E45-91C6-F0F33EC631A4}" dt="2026-05-12T14:11:19.948" v="17001" actId="478"/>
          <ac:spMkLst>
            <pc:docMk/>
            <pc:sldMk cId="552931665" sldId="2147480123"/>
            <ac:spMk id="30" creationId="{F5262777-F928-CC3A-EE1B-A7D631A5AE81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31" creationId="{A1D7CC85-3608-6719-27A0-98F3786CE006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32" creationId="{F4B95883-697E-E99A-150A-9CC7D19983D7}"/>
          </ac:spMkLst>
        </pc:spChg>
        <pc:spChg chg="add mod">
          <ac:chgData name="Chris Hawblitzel" userId="a8c48eef2a52f1db" providerId="LiveId" clId="{3B76E6B8-BC45-4E45-91C6-F0F33EC631A4}" dt="2026-05-12T14:12:32.781" v="17108" actId="1037"/>
          <ac:spMkLst>
            <pc:docMk/>
            <pc:sldMk cId="552931665" sldId="2147480123"/>
            <ac:spMk id="33" creationId="{F90CF513-20D4-8C53-7E8C-FBB70479EA8C}"/>
          </ac:spMkLst>
        </pc:spChg>
      </pc:sldChg>
      <pc:sldChg chg="addSp delSp modSp add mod">
        <pc:chgData name="Chris Hawblitzel" userId="a8c48eef2a52f1db" providerId="LiveId" clId="{3B76E6B8-BC45-4E45-91C6-F0F33EC631A4}" dt="2026-05-12T14:21:23.466" v="17292" actId="114"/>
        <pc:sldMkLst>
          <pc:docMk/>
          <pc:sldMk cId="1291826190" sldId="2147480124"/>
        </pc:sldMkLst>
        <pc:spChg chg="add mod">
          <ac:chgData name="Chris Hawblitzel" userId="a8c48eef2a52f1db" providerId="LiveId" clId="{3B76E6B8-BC45-4E45-91C6-F0F33EC631A4}" dt="2026-05-12T14:18:07.819" v="17196" actId="1076"/>
          <ac:spMkLst>
            <pc:docMk/>
            <pc:sldMk cId="1291826190" sldId="2147480124"/>
            <ac:spMk id="3" creationId="{267A0BE5-05FF-6EE0-062F-D8F2F2795FBE}"/>
          </ac:spMkLst>
        </pc:spChg>
        <pc:spChg chg="add mod">
          <ac:chgData name="Chris Hawblitzel" userId="a8c48eef2a52f1db" providerId="LiveId" clId="{3B76E6B8-BC45-4E45-91C6-F0F33EC631A4}" dt="2026-05-12T14:19:12.066" v="17289" actId="20577"/>
          <ac:spMkLst>
            <pc:docMk/>
            <pc:sldMk cId="1291826190" sldId="2147480124"/>
            <ac:spMk id="4" creationId="{E6979067-2F5A-9273-841D-3CFA802CA0F9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11" creationId="{65FE5D28-EB20-DBD7-AAC2-34C4D85142D4}"/>
          </ac:spMkLst>
        </pc:spChg>
        <pc:spChg chg="mod">
          <ac:chgData name="Chris Hawblitzel" userId="a8c48eef2a52f1db" providerId="LiveId" clId="{3B76E6B8-BC45-4E45-91C6-F0F33EC631A4}" dt="2026-05-12T14:21:23.466" v="17292" actId="114"/>
          <ac:spMkLst>
            <pc:docMk/>
            <pc:sldMk cId="1291826190" sldId="2147480124"/>
            <ac:spMk id="16" creationId="{BF559D17-441E-20B5-4DDB-5438D9B33194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17" creationId="{F8F75D85-2F5B-6847-EE0A-3F22A3C6E271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18" creationId="{D6ADD30B-C6F7-8C28-1D8C-FEC2AD1E2200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19" creationId="{8FA7772B-47D5-CA85-A718-C0C0E0F77B35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20" creationId="{DFD5FBEF-B4D5-ED06-3730-306DD459E9FB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21" creationId="{C8D2C583-3890-B2B0-9A6E-4561F56CC13A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29" creationId="{2A3B29AF-6D47-0C38-6269-4DDEC7F34EBA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31" creationId="{A1D7CC85-3608-6719-27A0-98F3786CE006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32" creationId="{F4B95883-697E-E99A-150A-9CC7D19983D7}"/>
          </ac:spMkLst>
        </pc:spChg>
        <pc:spChg chg="del">
          <ac:chgData name="Chris Hawblitzel" userId="a8c48eef2a52f1db" providerId="LiveId" clId="{3B76E6B8-BC45-4E45-91C6-F0F33EC631A4}" dt="2026-05-12T14:15:29.912" v="17113" actId="478"/>
          <ac:spMkLst>
            <pc:docMk/>
            <pc:sldMk cId="1291826190" sldId="2147480124"/>
            <ac:spMk id="33" creationId="{F90CF513-20D4-8C53-7E8C-FBB70479EA8C}"/>
          </ac:spMkLst>
        </pc:spChg>
      </pc:sldChg>
      <pc:sldChg chg="delSp modSp add mod modAnim">
        <pc:chgData name="Chris Hawblitzel" userId="a8c48eef2a52f1db" providerId="LiveId" clId="{3B76E6B8-BC45-4E45-91C6-F0F33EC631A4}" dt="2026-05-12T14:31:44.145" v="17627"/>
        <pc:sldMkLst>
          <pc:docMk/>
          <pc:sldMk cId="1720143762" sldId="2147480125"/>
        </pc:sldMkLst>
        <pc:spChg chg="mod">
          <ac:chgData name="Chris Hawblitzel" userId="a8c48eef2a52f1db" providerId="LiveId" clId="{3B76E6B8-BC45-4E45-91C6-F0F33EC631A4}" dt="2026-05-12T14:30:29.519" v="17625" actId="20577"/>
          <ac:spMkLst>
            <pc:docMk/>
            <pc:sldMk cId="1720143762" sldId="2147480125"/>
            <ac:spMk id="2" creationId="{A846C91B-92D2-5A40-84C6-A0681346DC1A}"/>
          </ac:spMkLst>
        </pc:spChg>
        <pc:spChg chg="del">
          <ac:chgData name="Chris Hawblitzel" userId="a8c48eef2a52f1db" providerId="LiveId" clId="{3B76E6B8-BC45-4E45-91C6-F0F33EC631A4}" dt="2026-05-12T14:28:27.860" v="17562" actId="478"/>
          <ac:spMkLst>
            <pc:docMk/>
            <pc:sldMk cId="1720143762" sldId="2147480125"/>
            <ac:spMk id="3" creationId="{2DFD6DAF-F66D-0555-1AF5-44933BDB7A60}"/>
          </ac:spMkLst>
        </pc:spChg>
        <pc:spChg chg="mod">
          <ac:chgData name="Chris Hawblitzel" userId="a8c48eef2a52f1db" providerId="LiveId" clId="{3B76E6B8-BC45-4E45-91C6-F0F33EC631A4}" dt="2026-05-12T14:28:34.432" v="17563" actId="1076"/>
          <ac:spMkLst>
            <pc:docMk/>
            <pc:sldMk cId="1720143762" sldId="2147480125"/>
            <ac:spMk id="4" creationId="{BF502D31-7F03-2CA7-29D1-3D1677A8F77E}"/>
          </ac:spMkLst>
        </pc:spChg>
        <pc:spChg chg="mod">
          <ac:chgData name="Chris Hawblitzel" userId="a8c48eef2a52f1db" providerId="LiveId" clId="{3B76E6B8-BC45-4E45-91C6-F0F33EC631A4}" dt="2026-05-12T14:28:34.432" v="17563" actId="1076"/>
          <ac:spMkLst>
            <pc:docMk/>
            <pc:sldMk cId="1720143762" sldId="2147480125"/>
            <ac:spMk id="5" creationId="{8DCAC1A3-25ED-F250-5F3F-6263C88FBBAA}"/>
          </ac:spMkLst>
        </pc:spChg>
        <pc:spChg chg="mod">
          <ac:chgData name="Chris Hawblitzel" userId="a8c48eef2a52f1db" providerId="LiveId" clId="{3B76E6B8-BC45-4E45-91C6-F0F33EC631A4}" dt="2026-05-12T14:28:48.275" v="17577" actId="1076"/>
          <ac:spMkLst>
            <pc:docMk/>
            <pc:sldMk cId="1720143762" sldId="2147480125"/>
            <ac:spMk id="6" creationId="{D4DB60F6-2B86-6898-74CF-41DE9B1B529C}"/>
          </ac:spMkLst>
        </pc:spChg>
        <pc:spChg chg="mod">
          <ac:chgData name="Chris Hawblitzel" userId="a8c48eef2a52f1db" providerId="LiveId" clId="{3B76E6B8-BC45-4E45-91C6-F0F33EC631A4}" dt="2026-05-12T14:28:34.432" v="17563" actId="1076"/>
          <ac:spMkLst>
            <pc:docMk/>
            <pc:sldMk cId="1720143762" sldId="2147480125"/>
            <ac:spMk id="7" creationId="{321A9C03-43BC-C9A1-D9BF-9C4A8F8AD573}"/>
          </ac:spMkLst>
        </pc:spChg>
        <pc:spChg chg="mod">
          <ac:chgData name="Chris Hawblitzel" userId="a8c48eef2a52f1db" providerId="LiveId" clId="{3B76E6B8-BC45-4E45-91C6-F0F33EC631A4}" dt="2026-05-12T14:28:34.432" v="17563" actId="1076"/>
          <ac:spMkLst>
            <pc:docMk/>
            <pc:sldMk cId="1720143762" sldId="2147480125"/>
            <ac:spMk id="8" creationId="{B90AE8D4-EA27-65AF-9076-DBFD34EC8828}"/>
          </ac:spMkLst>
        </pc:spChg>
        <pc:spChg chg="mod">
          <ac:chgData name="Chris Hawblitzel" userId="a8c48eef2a52f1db" providerId="LiveId" clId="{3B76E6B8-BC45-4E45-91C6-F0F33EC631A4}" dt="2026-05-12T14:28:38.611" v="17564" actId="1076"/>
          <ac:spMkLst>
            <pc:docMk/>
            <pc:sldMk cId="1720143762" sldId="2147480125"/>
            <ac:spMk id="9" creationId="{DAA3BCFC-AF29-FF57-C770-8B382B310685}"/>
          </ac:spMkLst>
        </pc:spChg>
        <pc:spChg chg="del">
          <ac:chgData name="Chris Hawblitzel" userId="a8c48eef2a52f1db" providerId="LiveId" clId="{3B76E6B8-BC45-4E45-91C6-F0F33EC631A4}" dt="2026-05-12T14:28:05.112" v="17545" actId="478"/>
          <ac:spMkLst>
            <pc:docMk/>
            <pc:sldMk cId="1720143762" sldId="2147480125"/>
            <ac:spMk id="10" creationId="{55DA8254-F012-0B4B-2C16-9A578CE85E84}"/>
          </ac:spMkLst>
        </pc:spChg>
        <pc:spChg chg="mod">
          <ac:chgData name="Chris Hawblitzel" userId="a8c48eef2a52f1db" providerId="LiveId" clId="{3B76E6B8-BC45-4E45-91C6-F0F33EC631A4}" dt="2026-05-12T14:28:34.432" v="17563" actId="1076"/>
          <ac:spMkLst>
            <pc:docMk/>
            <pc:sldMk cId="1720143762" sldId="2147480125"/>
            <ac:spMk id="11" creationId="{9FF69989-849D-7FDF-9952-5E5C06FD55E3}"/>
          </ac:spMkLst>
        </pc:spChg>
        <pc:spChg chg="mod">
          <ac:chgData name="Chris Hawblitzel" userId="a8c48eef2a52f1db" providerId="LiveId" clId="{3B76E6B8-BC45-4E45-91C6-F0F33EC631A4}" dt="2026-05-12T14:28:34.432" v="17563" actId="1076"/>
          <ac:spMkLst>
            <pc:docMk/>
            <pc:sldMk cId="1720143762" sldId="2147480125"/>
            <ac:spMk id="12" creationId="{B0961818-50ED-DE8A-7297-5902CC31054B}"/>
          </ac:spMkLst>
        </pc:spChg>
        <pc:spChg chg="del">
          <ac:chgData name="Chris Hawblitzel" userId="a8c48eef2a52f1db" providerId="LiveId" clId="{3B76E6B8-BC45-4E45-91C6-F0F33EC631A4}" dt="2026-05-12T14:28:05.112" v="17545" actId="478"/>
          <ac:spMkLst>
            <pc:docMk/>
            <pc:sldMk cId="1720143762" sldId="2147480125"/>
            <ac:spMk id="13" creationId="{2313089F-59DA-E58C-2382-DCEB9A509A83}"/>
          </ac:spMkLst>
        </pc:spChg>
        <pc:spChg chg="del">
          <ac:chgData name="Chris Hawblitzel" userId="a8c48eef2a52f1db" providerId="LiveId" clId="{3B76E6B8-BC45-4E45-91C6-F0F33EC631A4}" dt="2026-05-12T14:27:24.919" v="17516" actId="478"/>
          <ac:spMkLst>
            <pc:docMk/>
            <pc:sldMk cId="1720143762" sldId="2147480125"/>
            <ac:spMk id="23" creationId="{5DB0B400-3289-65E1-785A-15EFB81CBA2E}"/>
          </ac:spMkLst>
        </pc:spChg>
        <pc:spChg chg="del">
          <ac:chgData name="Chris Hawblitzel" userId="a8c48eef2a52f1db" providerId="LiveId" clId="{3B76E6B8-BC45-4E45-91C6-F0F33EC631A4}" dt="2026-05-12T14:27:21.893" v="17515" actId="478"/>
          <ac:spMkLst>
            <pc:docMk/>
            <pc:sldMk cId="1720143762" sldId="2147480125"/>
            <ac:spMk id="24" creationId="{3544780E-E7B9-4F75-C411-911FE8089F46}"/>
          </ac:spMkLst>
        </pc:spChg>
        <pc:spChg chg="del">
          <ac:chgData name="Chris Hawblitzel" userId="a8c48eef2a52f1db" providerId="LiveId" clId="{3B76E6B8-BC45-4E45-91C6-F0F33EC631A4}" dt="2026-05-12T14:28:19.230" v="17561" actId="478"/>
          <ac:spMkLst>
            <pc:docMk/>
            <pc:sldMk cId="1720143762" sldId="2147480125"/>
            <ac:spMk id="25" creationId="{CE3D3B9B-E382-3E0A-AFDD-09C572456B6F}"/>
          </ac:spMkLst>
        </pc:spChg>
        <pc:cxnChg chg="del mod">
          <ac:chgData name="Chris Hawblitzel" userId="a8c48eef2a52f1db" providerId="LiveId" clId="{3B76E6B8-BC45-4E45-91C6-F0F33EC631A4}" dt="2026-05-12T14:27:18.754" v="17514" actId="478"/>
          <ac:cxnSpMkLst>
            <pc:docMk/>
            <pc:sldMk cId="1720143762" sldId="2147480125"/>
            <ac:cxnSpMk id="15" creationId="{C7054A86-F700-8F5C-5C20-72A89A824A07}"/>
          </ac:cxnSpMkLst>
        </pc:cxnChg>
        <pc:cxnChg chg="del mod">
          <ac:chgData name="Chris Hawblitzel" userId="a8c48eef2a52f1db" providerId="LiveId" clId="{3B76E6B8-BC45-4E45-91C6-F0F33EC631A4}" dt="2026-05-12T14:27:18.754" v="17514" actId="478"/>
          <ac:cxnSpMkLst>
            <pc:docMk/>
            <pc:sldMk cId="1720143762" sldId="2147480125"/>
            <ac:cxnSpMk id="17" creationId="{B16D78E6-133C-49EE-B470-9FFE92F4375C}"/>
          </ac:cxnSpMkLst>
        </pc:cxnChg>
        <pc:cxnChg chg="del mod">
          <ac:chgData name="Chris Hawblitzel" userId="a8c48eef2a52f1db" providerId="LiveId" clId="{3B76E6B8-BC45-4E45-91C6-F0F33EC631A4}" dt="2026-05-12T14:27:18.754" v="17514" actId="478"/>
          <ac:cxnSpMkLst>
            <pc:docMk/>
            <pc:sldMk cId="1720143762" sldId="2147480125"/>
            <ac:cxnSpMk id="19" creationId="{02952E18-1D9B-05B7-5281-C983ED143F7C}"/>
          </ac:cxnSpMkLst>
        </pc:cxnChg>
        <pc:cxnChg chg="del mod">
          <ac:chgData name="Chris Hawblitzel" userId="a8c48eef2a52f1db" providerId="LiveId" clId="{3B76E6B8-BC45-4E45-91C6-F0F33EC631A4}" dt="2026-05-12T14:27:18.754" v="17514" actId="478"/>
          <ac:cxnSpMkLst>
            <pc:docMk/>
            <pc:sldMk cId="1720143762" sldId="2147480125"/>
            <ac:cxnSpMk id="22" creationId="{046B3126-A1C9-7389-D5EF-5D54940E91E4}"/>
          </ac:cxnSpMkLst>
        </pc:cxnChg>
      </pc:sldChg>
      <pc:sldChg chg="add del">
        <pc:chgData name="Chris Hawblitzel" userId="a8c48eef2a52f1db" providerId="LiveId" clId="{3B76E6B8-BC45-4E45-91C6-F0F33EC631A4}" dt="2026-05-12T14:52:02.783" v="17898" actId="47"/>
        <pc:sldMkLst>
          <pc:docMk/>
          <pc:sldMk cId="266250424" sldId="2147480126"/>
        </pc:sldMkLst>
      </pc:sldChg>
      <pc:sldChg chg="addSp delSp modSp add mod delAnim">
        <pc:chgData name="Chris Hawblitzel" userId="a8c48eef2a52f1db" providerId="LiveId" clId="{3B76E6B8-BC45-4E45-91C6-F0F33EC631A4}" dt="2026-05-12T14:32:34.458" v="17642" actId="113"/>
        <pc:sldMkLst>
          <pc:docMk/>
          <pc:sldMk cId="3687824135" sldId="2147480127"/>
        </pc:sldMkLst>
        <pc:spChg chg="add mod">
          <ac:chgData name="Chris Hawblitzel" userId="a8c48eef2a52f1db" providerId="LiveId" clId="{3B76E6B8-BC45-4E45-91C6-F0F33EC631A4}" dt="2026-05-12T14:32:34.458" v="17642" actId="113"/>
          <ac:spMkLst>
            <pc:docMk/>
            <pc:sldMk cId="3687824135" sldId="2147480127"/>
            <ac:spMk id="3" creationId="{70C49275-63A7-7821-5B0E-68FBCDC548BE}"/>
          </ac:spMkLst>
        </pc:spChg>
        <pc:spChg chg="del">
          <ac:chgData name="Chris Hawblitzel" userId="a8c48eef2a52f1db" providerId="LiveId" clId="{3B76E6B8-BC45-4E45-91C6-F0F33EC631A4}" dt="2026-05-12T14:32:13.274" v="17629" actId="478"/>
          <ac:spMkLst>
            <pc:docMk/>
            <pc:sldMk cId="3687824135" sldId="2147480127"/>
            <ac:spMk id="9" creationId="{51344065-BB52-54A4-F10E-C845F0822ED6}"/>
          </ac:spMkLst>
        </pc:spChg>
        <pc:spChg chg="mod">
          <ac:chgData name="Chris Hawblitzel" userId="a8c48eef2a52f1db" providerId="LiveId" clId="{3B76E6B8-BC45-4E45-91C6-F0F33EC631A4}" dt="2026-05-12T14:32:17.776" v="17632" actId="20577"/>
          <ac:spMkLst>
            <pc:docMk/>
            <pc:sldMk cId="3687824135" sldId="2147480127"/>
            <ac:spMk id="12" creationId="{41AC9617-4122-BA26-AF6D-32347D6B73B5}"/>
          </ac:spMkLst>
        </pc:spChg>
      </pc:sldChg>
      <pc:sldChg chg="modSp add mod">
        <pc:chgData name="Chris Hawblitzel" userId="a8c48eef2a52f1db" providerId="LiveId" clId="{3B76E6B8-BC45-4E45-91C6-F0F33EC631A4}" dt="2026-05-12T14:33:04.298" v="17659" actId="20577"/>
        <pc:sldMkLst>
          <pc:docMk/>
          <pc:sldMk cId="3665122483" sldId="2147480128"/>
        </pc:sldMkLst>
        <pc:spChg chg="mod">
          <ac:chgData name="Chris Hawblitzel" userId="a8c48eef2a52f1db" providerId="LiveId" clId="{3B76E6B8-BC45-4E45-91C6-F0F33EC631A4}" dt="2026-05-12T14:33:00.894" v="17658" actId="20577"/>
          <ac:spMkLst>
            <pc:docMk/>
            <pc:sldMk cId="3665122483" sldId="2147480128"/>
            <ac:spMk id="3" creationId="{67CA39F1-CD1D-D6F6-E14C-DC7EE87D361D}"/>
          </ac:spMkLst>
        </pc:spChg>
        <pc:spChg chg="mod">
          <ac:chgData name="Chris Hawblitzel" userId="a8c48eef2a52f1db" providerId="LiveId" clId="{3B76E6B8-BC45-4E45-91C6-F0F33EC631A4}" dt="2026-05-12T14:33:04.298" v="17659" actId="20577"/>
          <ac:spMkLst>
            <pc:docMk/>
            <pc:sldMk cId="3665122483" sldId="2147480128"/>
            <ac:spMk id="12" creationId="{E630ED52-CF0E-90E9-6C80-8A88C6467CF0}"/>
          </ac:spMkLst>
        </pc:spChg>
      </pc:sldChg>
      <pc:sldChg chg="addSp modSp add mod modAnim">
        <pc:chgData name="Chris Hawblitzel" userId="a8c48eef2a52f1db" providerId="LiveId" clId="{3B76E6B8-BC45-4E45-91C6-F0F33EC631A4}" dt="2026-05-12T14:34:23.889" v="17670" actId="20577"/>
        <pc:sldMkLst>
          <pc:docMk/>
          <pc:sldMk cId="2827383064" sldId="2147480129"/>
        </pc:sldMkLst>
        <pc:spChg chg="add mod">
          <ac:chgData name="Chris Hawblitzel" userId="a8c48eef2a52f1db" providerId="LiveId" clId="{3B76E6B8-BC45-4E45-91C6-F0F33EC631A4}" dt="2026-05-12T14:34:23.889" v="17670" actId="20577"/>
          <ac:spMkLst>
            <pc:docMk/>
            <pc:sldMk cId="2827383064" sldId="2147480129"/>
            <ac:spMk id="3" creationId="{16C664FE-5B00-13BA-BCBE-E80EDC534D6A}"/>
          </ac:spMkLst>
        </pc:spChg>
        <pc:spChg chg="mod">
          <ac:chgData name="Chris Hawblitzel" userId="a8c48eef2a52f1db" providerId="LiveId" clId="{3B76E6B8-BC45-4E45-91C6-F0F33EC631A4}" dt="2026-05-12T14:34:10.890" v="17664" actId="20577"/>
          <ac:spMkLst>
            <pc:docMk/>
            <pc:sldMk cId="2827383064" sldId="2147480129"/>
            <ac:spMk id="9" creationId="{F1F49A9D-E85B-07CA-87D8-604E465E9FBE}"/>
          </ac:spMkLst>
        </pc:spChg>
        <pc:spChg chg="mod">
          <ac:chgData name="Chris Hawblitzel" userId="a8c48eef2a52f1db" providerId="LiveId" clId="{3B76E6B8-BC45-4E45-91C6-F0F33EC631A4}" dt="2026-05-12T14:34:08.919" v="17663" actId="20577"/>
          <ac:spMkLst>
            <pc:docMk/>
            <pc:sldMk cId="2827383064" sldId="2147480129"/>
            <ac:spMk id="12" creationId="{6076C214-4DF3-F42A-DD74-8AB09D637FE9}"/>
          </ac:spMkLst>
        </pc:spChg>
      </pc:sldChg>
      <pc:sldChg chg="addSp modSp add mod modAnim">
        <pc:chgData name="Chris Hawblitzel" userId="a8c48eef2a52f1db" providerId="LiveId" clId="{3B76E6B8-BC45-4E45-91C6-F0F33EC631A4}" dt="2026-05-12T14:39:57.706" v="17759" actId="20577"/>
        <pc:sldMkLst>
          <pc:docMk/>
          <pc:sldMk cId="3656489614" sldId="2147480130"/>
        </pc:sldMkLst>
        <pc:spChg chg="mod">
          <ac:chgData name="Chris Hawblitzel" userId="a8c48eef2a52f1db" providerId="LiveId" clId="{3B76E6B8-BC45-4E45-91C6-F0F33EC631A4}" dt="2026-05-12T14:36:39.537" v="17709" actId="20577"/>
          <ac:spMkLst>
            <pc:docMk/>
            <pc:sldMk cId="3656489614" sldId="2147480130"/>
            <ac:spMk id="2" creationId="{1BD25BBF-4A05-8253-B781-E810372B2D32}"/>
          </ac:spMkLst>
        </pc:spChg>
        <pc:spChg chg="add mod">
          <ac:chgData name="Chris Hawblitzel" userId="a8c48eef2a52f1db" providerId="LiveId" clId="{3B76E6B8-BC45-4E45-91C6-F0F33EC631A4}" dt="2026-05-12T14:37:45.099" v="17711" actId="1076"/>
          <ac:spMkLst>
            <pc:docMk/>
            <pc:sldMk cId="3656489614" sldId="2147480130"/>
            <ac:spMk id="3" creationId="{B79EA5AB-075D-374A-E0FC-FAA7AD710EA5}"/>
          </ac:spMkLst>
        </pc:spChg>
        <pc:spChg chg="mod">
          <ac:chgData name="Chris Hawblitzel" userId="a8c48eef2a52f1db" providerId="LiveId" clId="{3B76E6B8-BC45-4E45-91C6-F0F33EC631A4}" dt="2026-05-12T14:39:55.601" v="17758" actId="20577"/>
          <ac:spMkLst>
            <pc:docMk/>
            <pc:sldMk cId="3656489614" sldId="2147480130"/>
            <ac:spMk id="6" creationId="{00B6B745-9F39-0C37-7138-CEA9DAED1924}"/>
          </ac:spMkLst>
        </pc:spChg>
        <pc:spChg chg="mod">
          <ac:chgData name="Chris Hawblitzel" userId="a8c48eef2a52f1db" providerId="LiveId" clId="{3B76E6B8-BC45-4E45-91C6-F0F33EC631A4}" dt="2026-05-12T14:39:57.706" v="17759" actId="20577"/>
          <ac:spMkLst>
            <pc:docMk/>
            <pc:sldMk cId="3656489614" sldId="2147480130"/>
            <ac:spMk id="9" creationId="{267C907D-28F7-113C-7E14-F58037DA1313}"/>
          </ac:spMkLst>
        </pc:spChg>
        <pc:spChg chg="add mod">
          <ac:chgData name="Chris Hawblitzel" userId="a8c48eef2a52f1db" providerId="LiveId" clId="{3B76E6B8-BC45-4E45-91C6-F0F33EC631A4}" dt="2026-05-12T14:37:51.148" v="17725" actId="20577"/>
          <ac:spMkLst>
            <pc:docMk/>
            <pc:sldMk cId="3656489614" sldId="2147480130"/>
            <ac:spMk id="10" creationId="{56537A09-95E9-2E9E-3FDA-ECCD42921213}"/>
          </ac:spMkLst>
        </pc:spChg>
        <pc:spChg chg="mod">
          <ac:chgData name="Chris Hawblitzel" userId="a8c48eef2a52f1db" providerId="LiveId" clId="{3B76E6B8-BC45-4E45-91C6-F0F33EC631A4}" dt="2026-05-12T14:39:38.588" v="17757" actId="20577"/>
          <ac:spMkLst>
            <pc:docMk/>
            <pc:sldMk cId="3656489614" sldId="2147480130"/>
            <ac:spMk id="12" creationId="{BADF7F2B-5717-3CC7-37C1-5478E6B06E1D}"/>
          </ac:spMkLst>
        </pc:spChg>
      </pc:sldChg>
      <pc:sldChg chg="addSp delSp modSp add mod modAnim">
        <pc:chgData name="Chris Hawblitzel" userId="a8c48eef2a52f1db" providerId="LiveId" clId="{3B76E6B8-BC45-4E45-91C6-F0F33EC631A4}" dt="2026-05-12T14:50:28.074" v="17896" actId="113"/>
        <pc:sldMkLst>
          <pc:docMk/>
          <pc:sldMk cId="1967681561" sldId="2147480131"/>
        </pc:sldMkLst>
        <pc:spChg chg="del">
          <ac:chgData name="Chris Hawblitzel" userId="a8c48eef2a52f1db" providerId="LiveId" clId="{3B76E6B8-BC45-4E45-91C6-F0F33EC631A4}" dt="2026-05-12T14:39:14.702" v="17733" actId="478"/>
          <ac:spMkLst>
            <pc:docMk/>
            <pc:sldMk cId="1967681561" sldId="2147480131"/>
            <ac:spMk id="4" creationId="{E7517EED-E1EB-1AB5-0573-427B31992DE0}"/>
          </ac:spMkLst>
        </pc:spChg>
        <pc:spChg chg="del">
          <ac:chgData name="Chris Hawblitzel" userId="a8c48eef2a52f1db" providerId="LiveId" clId="{3B76E6B8-BC45-4E45-91C6-F0F33EC631A4}" dt="2026-05-12T14:39:11.124" v="17731" actId="478"/>
          <ac:spMkLst>
            <pc:docMk/>
            <pc:sldMk cId="1967681561" sldId="2147480131"/>
            <ac:spMk id="5" creationId="{4B10FDAB-3059-570F-7238-F8C3E32BC66B}"/>
          </ac:spMkLst>
        </pc:spChg>
        <pc:spChg chg="mod">
          <ac:chgData name="Chris Hawblitzel" userId="a8c48eef2a52f1db" providerId="LiveId" clId="{3B76E6B8-BC45-4E45-91C6-F0F33EC631A4}" dt="2026-05-12T14:42:57.161" v="17787" actId="113"/>
          <ac:spMkLst>
            <pc:docMk/>
            <pc:sldMk cId="1967681561" sldId="2147480131"/>
            <ac:spMk id="6" creationId="{89658069-C16B-C43B-F0AD-72ECBE521BFF}"/>
          </ac:spMkLst>
        </pc:spChg>
        <pc:spChg chg="del">
          <ac:chgData name="Chris Hawblitzel" userId="a8c48eef2a52f1db" providerId="LiveId" clId="{3B76E6B8-BC45-4E45-91C6-F0F33EC631A4}" dt="2026-05-12T14:39:16.354" v="17734" actId="478"/>
          <ac:spMkLst>
            <pc:docMk/>
            <pc:sldMk cId="1967681561" sldId="2147480131"/>
            <ac:spMk id="7" creationId="{87011D7F-E8C5-FA27-6425-58DD20BFCEB2}"/>
          </ac:spMkLst>
        </pc:spChg>
        <pc:spChg chg="del">
          <ac:chgData name="Chris Hawblitzel" userId="a8c48eef2a52f1db" providerId="LiveId" clId="{3B76E6B8-BC45-4E45-91C6-F0F33EC631A4}" dt="2026-05-12T14:39:12.575" v="17732" actId="478"/>
          <ac:spMkLst>
            <pc:docMk/>
            <pc:sldMk cId="1967681561" sldId="2147480131"/>
            <ac:spMk id="8" creationId="{B2B304EA-A966-5A03-9E93-DF237871DE28}"/>
          </ac:spMkLst>
        </pc:spChg>
        <pc:spChg chg="mod">
          <ac:chgData name="Chris Hawblitzel" userId="a8c48eef2a52f1db" providerId="LiveId" clId="{3B76E6B8-BC45-4E45-91C6-F0F33EC631A4}" dt="2026-05-12T14:42:58.869" v="17788" actId="113"/>
          <ac:spMkLst>
            <pc:docMk/>
            <pc:sldMk cId="1967681561" sldId="2147480131"/>
            <ac:spMk id="9" creationId="{E5C23A00-46FA-21B6-F6A3-7D43063A3509}"/>
          </ac:spMkLst>
        </pc:spChg>
        <pc:spChg chg="mod">
          <ac:chgData name="Chris Hawblitzel" userId="a8c48eef2a52f1db" providerId="LiveId" clId="{3B76E6B8-BC45-4E45-91C6-F0F33EC631A4}" dt="2026-05-12T14:42:55.604" v="17786" actId="113"/>
          <ac:spMkLst>
            <pc:docMk/>
            <pc:sldMk cId="1967681561" sldId="2147480131"/>
            <ac:spMk id="12" creationId="{71A37CF5-24ED-BB0E-46E6-D16BBF826F21}"/>
          </ac:spMkLst>
        </pc:spChg>
        <pc:spChg chg="add mod">
          <ac:chgData name="Chris Hawblitzel" userId="a8c48eef2a52f1db" providerId="LiveId" clId="{3B76E6B8-BC45-4E45-91C6-F0F33EC631A4}" dt="2026-05-12T14:43:26.188" v="17796" actId="20577"/>
          <ac:spMkLst>
            <pc:docMk/>
            <pc:sldMk cId="1967681561" sldId="2147480131"/>
            <ac:spMk id="17" creationId="{9A9459D2-5CCD-BA6D-2D2D-19EF8963B78D}"/>
          </ac:spMkLst>
        </pc:spChg>
        <pc:spChg chg="add mod">
          <ac:chgData name="Chris Hawblitzel" userId="a8c48eef2a52f1db" providerId="LiveId" clId="{3B76E6B8-BC45-4E45-91C6-F0F33EC631A4}" dt="2026-05-12T14:43:31.920" v="17797" actId="571"/>
          <ac:spMkLst>
            <pc:docMk/>
            <pc:sldMk cId="1967681561" sldId="2147480131"/>
            <ac:spMk id="18" creationId="{5557F393-0FF2-342A-B179-6D1CA644EA67}"/>
          </ac:spMkLst>
        </pc:spChg>
        <pc:spChg chg="add mod">
          <ac:chgData name="Chris Hawblitzel" userId="a8c48eef2a52f1db" providerId="LiveId" clId="{3B76E6B8-BC45-4E45-91C6-F0F33EC631A4}" dt="2026-05-12T14:50:28.074" v="17896" actId="113"/>
          <ac:spMkLst>
            <pc:docMk/>
            <pc:sldMk cId="1967681561" sldId="2147480131"/>
            <ac:spMk id="19" creationId="{4F50E595-4B7D-81F4-E447-E74AE89D6C76}"/>
          </ac:spMkLst>
        </pc:spChg>
        <pc:spChg chg="add mod">
          <ac:chgData name="Chris Hawblitzel" userId="a8c48eef2a52f1db" providerId="LiveId" clId="{3B76E6B8-BC45-4E45-91C6-F0F33EC631A4}" dt="2026-05-12T14:48:52.558" v="17886" actId="20577"/>
          <ac:spMkLst>
            <pc:docMk/>
            <pc:sldMk cId="1967681561" sldId="2147480131"/>
            <ac:spMk id="20" creationId="{7433CE08-35DE-F199-20BE-BEB348E4D47A}"/>
          </ac:spMkLst>
        </pc:spChg>
        <pc:spChg chg="add del mod">
          <ac:chgData name="Chris Hawblitzel" userId="a8c48eef2a52f1db" providerId="LiveId" clId="{3B76E6B8-BC45-4E45-91C6-F0F33EC631A4}" dt="2026-05-12T14:49:29.991" v="17890"/>
          <ac:spMkLst>
            <pc:docMk/>
            <pc:sldMk cId="1967681561" sldId="2147480131"/>
            <ac:spMk id="21" creationId="{7DED663D-DCEB-7237-5FF6-908DED010C59}"/>
          </ac:spMkLst>
        </pc:spChg>
        <pc:cxnChg chg="add">
          <ac:chgData name="Chris Hawblitzel" userId="a8c48eef2a52f1db" providerId="LiveId" clId="{3B76E6B8-BC45-4E45-91C6-F0F33EC631A4}" dt="2026-05-12T14:43:12.619" v="17789" actId="11529"/>
          <ac:cxnSpMkLst>
            <pc:docMk/>
            <pc:sldMk cId="1967681561" sldId="2147480131"/>
            <ac:cxnSpMk id="14" creationId="{311FFA4C-C949-705A-6385-83ABE439F7B2}"/>
          </ac:cxnSpMkLst>
        </pc:cxnChg>
        <pc:cxnChg chg="add">
          <ac:chgData name="Chris Hawblitzel" userId="a8c48eef2a52f1db" providerId="LiveId" clId="{3B76E6B8-BC45-4E45-91C6-F0F33EC631A4}" dt="2026-05-12T14:43:21.042" v="17790" actId="11529"/>
          <ac:cxnSpMkLst>
            <pc:docMk/>
            <pc:sldMk cId="1967681561" sldId="2147480131"/>
            <ac:cxnSpMk id="16" creationId="{C1E6497A-DD95-0756-D5A8-0F6C195E6B75}"/>
          </ac:cxnSpMkLst>
        </pc:cxnChg>
      </pc:sldChg>
      <pc:sldChg chg="add del">
        <pc:chgData name="Chris Hawblitzel" userId="a8c48eef2a52f1db" providerId="LiveId" clId="{3B76E6B8-BC45-4E45-91C6-F0F33EC631A4}" dt="2026-05-12T14:45:02.393" v="17799" actId="47"/>
        <pc:sldMkLst>
          <pc:docMk/>
          <pc:sldMk cId="3261283983" sldId="2147480132"/>
        </pc:sldMkLst>
      </pc:sldChg>
      <pc:sldChg chg="addSp delSp modSp add mod">
        <pc:chgData name="Chris Hawblitzel" userId="a8c48eef2a52f1db" providerId="LiveId" clId="{3B76E6B8-BC45-4E45-91C6-F0F33EC631A4}" dt="2026-05-12T15:12:14.964" v="18177" actId="6549"/>
        <pc:sldMkLst>
          <pc:docMk/>
          <pc:sldMk cId="3664310486" sldId="2147480132"/>
        </pc:sldMkLst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4" creationId="{4519D538-1031-64A7-2437-BAB1D51250A2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5" creationId="{506279DE-164C-87BD-17EF-AF68633ED9C4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6" creationId="{04F1EC4B-E086-4B27-3FCA-757D87AD316D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7" creationId="{7289C3B3-553A-1287-EEE3-E7DAE213EAF3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8" creationId="{25EC89D1-F653-8054-84FA-0FA0663E2426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9" creationId="{96504B35-663B-A552-8666-5F5AF80DB4EB}"/>
          </ac:spMkLst>
        </pc:spChg>
        <pc:spChg chg="del">
          <ac:chgData name="Chris Hawblitzel" userId="a8c48eef2a52f1db" providerId="LiveId" clId="{3B76E6B8-BC45-4E45-91C6-F0F33EC631A4}" dt="2026-05-12T14:52:29.483" v="17901" actId="478"/>
          <ac:spMkLst>
            <pc:docMk/>
            <pc:sldMk cId="3664310486" sldId="2147480132"/>
            <ac:spMk id="10" creationId="{EBBD757D-3572-74BC-8D47-4FB615B512C7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11" creationId="{95C01481-5A80-549D-BC21-E409F8070E21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12" creationId="{7607F40B-F1E3-DABE-8BFF-42679F89ECF6}"/>
          </ac:spMkLst>
        </pc:spChg>
        <pc:spChg chg="del">
          <ac:chgData name="Chris Hawblitzel" userId="a8c48eef2a52f1db" providerId="LiveId" clId="{3B76E6B8-BC45-4E45-91C6-F0F33EC631A4}" dt="2026-05-12T14:52:29.483" v="17901" actId="478"/>
          <ac:spMkLst>
            <pc:docMk/>
            <pc:sldMk cId="3664310486" sldId="2147480132"/>
            <ac:spMk id="13" creationId="{D83A79F5-D609-5080-50A5-D3E00B58C204}"/>
          </ac:spMkLst>
        </pc:spChg>
        <pc:spChg chg="add mod">
          <ac:chgData name="Chris Hawblitzel" userId="a8c48eef2a52f1db" providerId="LiveId" clId="{3B76E6B8-BC45-4E45-91C6-F0F33EC631A4}" dt="2026-05-12T15:12:14.964" v="18177" actId="6549"/>
          <ac:spMkLst>
            <pc:docMk/>
            <pc:sldMk cId="3664310486" sldId="2147480132"/>
            <ac:spMk id="14" creationId="{1F4E4AEC-5E76-A073-067F-FD284C2DD0D1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16" creationId="{14EFBF4D-A89D-22ED-4FA5-122B85C7EEDA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18" creationId="{04785CD7-E8B1-6CB3-BA46-0435B240ACC0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20" creationId="{6E0765D2-9F08-8964-4FC6-A06F8088B775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21" creationId="{CD9A80E9-8888-EE9F-242C-2674D4A7A626}"/>
          </ac:spMkLst>
        </pc:spChg>
        <pc:spChg chg="del">
          <ac:chgData name="Chris Hawblitzel" userId="a8c48eef2a52f1db" providerId="LiveId" clId="{3B76E6B8-BC45-4E45-91C6-F0F33EC631A4}" dt="2026-05-12T14:52:21.187" v="17900" actId="478"/>
          <ac:spMkLst>
            <pc:docMk/>
            <pc:sldMk cId="3664310486" sldId="2147480132"/>
            <ac:spMk id="23" creationId="{2D9EB0CE-CC82-688C-C438-5DAF6B7311C2}"/>
          </ac:spMkLst>
        </pc:spChg>
        <pc:spChg chg="del">
          <ac:chgData name="Chris Hawblitzel" userId="a8c48eef2a52f1db" providerId="LiveId" clId="{3B76E6B8-BC45-4E45-91C6-F0F33EC631A4}" dt="2026-05-12T14:52:21.187" v="17900" actId="478"/>
          <ac:spMkLst>
            <pc:docMk/>
            <pc:sldMk cId="3664310486" sldId="2147480132"/>
            <ac:spMk id="24" creationId="{1DCFD694-2536-1E70-EA4A-BD0C912F56F9}"/>
          </ac:spMkLst>
        </pc:spChg>
        <pc:spChg chg="del">
          <ac:chgData name="Chris Hawblitzel" userId="a8c48eef2a52f1db" providerId="LiveId" clId="{3B76E6B8-BC45-4E45-91C6-F0F33EC631A4}" dt="2026-05-12T14:52:15.508" v="17899" actId="478"/>
          <ac:spMkLst>
            <pc:docMk/>
            <pc:sldMk cId="3664310486" sldId="2147480132"/>
            <ac:spMk id="25" creationId="{64A9BE58-71F5-6D22-4E70-4A6204BBFD86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26" creationId="{D135FC9E-BEFA-7C62-3CC3-6E83EC7F4D3D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27" creationId="{2D365619-4CCB-734E-6844-EFCE5740BC11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28" creationId="{B7DD9A75-B09F-4663-30D0-C5E01E219A92}"/>
          </ac:spMkLst>
        </pc:spChg>
        <pc:spChg chg="add mod">
          <ac:chgData name="Chris Hawblitzel" userId="a8c48eef2a52f1db" providerId="LiveId" clId="{3B76E6B8-BC45-4E45-91C6-F0F33EC631A4}" dt="2026-05-12T14:53:34.366" v="17919"/>
          <ac:spMkLst>
            <pc:docMk/>
            <pc:sldMk cId="3664310486" sldId="2147480132"/>
            <ac:spMk id="29" creationId="{D097FA47-3F09-81DD-DAAB-A64FB118A6F2}"/>
          </ac:spMkLst>
        </pc:spChg>
        <pc:cxnChg chg="del mod">
          <ac:chgData name="Chris Hawblitzel" userId="a8c48eef2a52f1db" providerId="LiveId" clId="{3B76E6B8-BC45-4E45-91C6-F0F33EC631A4}" dt="2026-05-12T14:52:21.187" v="17900" actId="478"/>
          <ac:cxnSpMkLst>
            <pc:docMk/>
            <pc:sldMk cId="3664310486" sldId="2147480132"/>
            <ac:cxnSpMk id="15" creationId="{8B8E121B-6CEB-9006-F38F-29D86E84072F}"/>
          </ac:cxnSpMkLst>
        </pc:cxnChg>
        <pc:cxnChg chg="del mod">
          <ac:chgData name="Chris Hawblitzel" userId="a8c48eef2a52f1db" providerId="LiveId" clId="{3B76E6B8-BC45-4E45-91C6-F0F33EC631A4}" dt="2026-05-12T14:52:21.187" v="17900" actId="478"/>
          <ac:cxnSpMkLst>
            <pc:docMk/>
            <pc:sldMk cId="3664310486" sldId="2147480132"/>
            <ac:cxnSpMk id="17" creationId="{DFC4F53C-6139-8C04-1AEE-CBB3F8FDF0DC}"/>
          </ac:cxnSpMkLst>
        </pc:cxnChg>
        <pc:cxnChg chg="del mod">
          <ac:chgData name="Chris Hawblitzel" userId="a8c48eef2a52f1db" providerId="LiveId" clId="{3B76E6B8-BC45-4E45-91C6-F0F33EC631A4}" dt="2026-05-12T14:52:21.187" v="17900" actId="478"/>
          <ac:cxnSpMkLst>
            <pc:docMk/>
            <pc:sldMk cId="3664310486" sldId="2147480132"/>
            <ac:cxnSpMk id="19" creationId="{1AFC153D-51CB-71C7-1434-ADA815EDD774}"/>
          </ac:cxnSpMkLst>
        </pc:cxnChg>
        <pc:cxnChg chg="del mod">
          <ac:chgData name="Chris Hawblitzel" userId="a8c48eef2a52f1db" providerId="LiveId" clId="{3B76E6B8-BC45-4E45-91C6-F0F33EC631A4}" dt="2026-05-12T14:52:21.187" v="17900" actId="478"/>
          <ac:cxnSpMkLst>
            <pc:docMk/>
            <pc:sldMk cId="3664310486" sldId="2147480132"/>
            <ac:cxnSpMk id="22" creationId="{EB3FF9DC-2340-89E5-C5BA-7590938F7CD7}"/>
          </ac:cxnSpMkLst>
        </pc:cxnChg>
      </pc:sldChg>
      <pc:sldChg chg="delSp modSp add mod">
        <pc:chgData name="Chris Hawblitzel" userId="a8c48eef2a52f1db" providerId="LiveId" clId="{3B76E6B8-BC45-4E45-91C6-F0F33EC631A4}" dt="2026-05-12T15:12:09.639" v="18175" actId="6549"/>
        <pc:sldMkLst>
          <pc:docMk/>
          <pc:sldMk cId="3211449667" sldId="2147480133"/>
        </pc:sldMkLst>
        <pc:spChg chg="del">
          <ac:chgData name="Chris Hawblitzel" userId="a8c48eef2a52f1db" providerId="LiveId" clId="{3B76E6B8-BC45-4E45-91C6-F0F33EC631A4}" dt="2026-05-12T15:02:54.145" v="18021" actId="478"/>
          <ac:spMkLst>
            <pc:docMk/>
            <pc:sldMk cId="3211449667" sldId="2147480133"/>
            <ac:spMk id="3" creationId="{A8D757EF-9D3C-1CAF-2BEC-1E5BF0AEDAFB}"/>
          </ac:spMkLst>
        </pc:spChg>
        <pc:spChg chg="mod">
          <ac:chgData name="Chris Hawblitzel" userId="a8c48eef2a52f1db" providerId="LiveId" clId="{3B76E6B8-BC45-4E45-91C6-F0F33EC631A4}" dt="2026-05-12T15:12:09.639" v="18175" actId="6549"/>
          <ac:spMkLst>
            <pc:docMk/>
            <pc:sldMk cId="3211449667" sldId="2147480133"/>
            <ac:spMk id="14" creationId="{82AE743E-DF0E-6E44-D65C-0A6C0BB668A5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16" creationId="{4D6411CC-6C47-BB45-E194-473A8C2F52EE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18" creationId="{217004A2-B5C8-40B0-B50C-21E4C9B17124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20" creationId="{F1647289-DFAB-D56E-CDC9-6E45037E7351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21" creationId="{77F453ED-51B2-8913-4D92-E706F80A2F78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26" creationId="{F07BA05F-C569-BE20-29EC-93382672E89F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27" creationId="{BFF23750-2718-7CE8-719A-698A1F7C5BA7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28" creationId="{6ADA5FA6-74C9-95BA-52BB-5F5EC6ACD0EA}"/>
          </ac:spMkLst>
        </pc:spChg>
        <pc:spChg chg="del">
          <ac:chgData name="Chris Hawblitzel" userId="a8c48eef2a52f1db" providerId="LiveId" clId="{3B76E6B8-BC45-4E45-91C6-F0F33EC631A4}" dt="2026-05-12T15:02:58.302" v="18022" actId="478"/>
          <ac:spMkLst>
            <pc:docMk/>
            <pc:sldMk cId="3211449667" sldId="2147480133"/>
            <ac:spMk id="29" creationId="{15022480-3017-A718-6801-FC2597519738}"/>
          </ac:spMkLst>
        </pc:spChg>
      </pc:sldChg>
      <pc:sldChg chg="addSp modSp add mod modAnim">
        <pc:chgData name="Chris Hawblitzel" userId="a8c48eef2a52f1db" providerId="LiveId" clId="{3B76E6B8-BC45-4E45-91C6-F0F33EC631A4}" dt="2026-05-12T15:14:01.281" v="18250" actId="20577"/>
        <pc:sldMkLst>
          <pc:docMk/>
          <pc:sldMk cId="4053785083" sldId="2147480134"/>
        </pc:sldMkLst>
        <pc:spChg chg="add mod">
          <ac:chgData name="Chris Hawblitzel" userId="a8c48eef2a52f1db" providerId="LiveId" clId="{3B76E6B8-BC45-4E45-91C6-F0F33EC631A4}" dt="2026-05-12T15:14:01.281" v="18250" actId="20577"/>
          <ac:spMkLst>
            <pc:docMk/>
            <pc:sldMk cId="4053785083" sldId="2147480134"/>
            <ac:spMk id="3" creationId="{C216CDFD-D74A-C9DE-C6FB-B60CEABDAD64}"/>
          </ac:spMkLst>
        </pc:spChg>
        <pc:spChg chg="mod">
          <ac:chgData name="Chris Hawblitzel" userId="a8c48eef2a52f1db" providerId="LiveId" clId="{3B76E6B8-BC45-4E45-91C6-F0F33EC631A4}" dt="2026-05-12T15:06:55.513" v="18132" actId="1076"/>
          <ac:spMkLst>
            <pc:docMk/>
            <pc:sldMk cId="4053785083" sldId="2147480134"/>
            <ac:spMk id="9" creationId="{F0B24552-792F-2F81-EF5B-129E5DBC502A}"/>
          </ac:spMkLst>
        </pc:spChg>
        <pc:spChg chg="add mod">
          <ac:chgData name="Chris Hawblitzel" userId="a8c48eef2a52f1db" providerId="LiveId" clId="{3B76E6B8-BC45-4E45-91C6-F0F33EC631A4}" dt="2026-05-12T15:13:53.235" v="18248" actId="1076"/>
          <ac:spMkLst>
            <pc:docMk/>
            <pc:sldMk cId="4053785083" sldId="2147480134"/>
            <ac:spMk id="10" creationId="{602A81DC-9C70-4366-F5D1-BCF240F607FC}"/>
          </ac:spMkLst>
        </pc:spChg>
        <pc:spChg chg="mod">
          <ac:chgData name="Chris Hawblitzel" userId="a8c48eef2a52f1db" providerId="LiveId" clId="{3B76E6B8-BC45-4E45-91C6-F0F33EC631A4}" dt="2026-05-12T15:06:44.224" v="18131" actId="20577"/>
          <ac:spMkLst>
            <pc:docMk/>
            <pc:sldMk cId="4053785083" sldId="2147480134"/>
            <ac:spMk id="12" creationId="{F5BA2C7F-D24C-A020-2375-682C391B718A}"/>
          </ac:spMkLst>
        </pc:spChg>
      </pc:sldChg>
      <pc:sldChg chg="modSp add mod">
        <pc:chgData name="Chris Hawblitzel" userId="a8c48eef2a52f1db" providerId="LiveId" clId="{3B76E6B8-BC45-4E45-91C6-F0F33EC631A4}" dt="2026-05-12T15:17:12.911" v="18252" actId="113"/>
        <pc:sldMkLst>
          <pc:docMk/>
          <pc:sldMk cId="398723524" sldId="2147480135"/>
        </pc:sldMkLst>
        <pc:spChg chg="mod">
          <ac:chgData name="Chris Hawblitzel" userId="a8c48eef2a52f1db" providerId="LiveId" clId="{3B76E6B8-BC45-4E45-91C6-F0F33EC631A4}" dt="2026-05-12T15:17:12.911" v="18252" actId="113"/>
          <ac:spMkLst>
            <pc:docMk/>
            <pc:sldMk cId="398723524" sldId="2147480135"/>
            <ac:spMk id="6" creationId="{2715112E-963F-1A36-D8B9-4B437EF7A3A3}"/>
          </ac:spMkLst>
        </pc:spChg>
      </pc:sldChg>
      <pc:sldChg chg="modSp add mod">
        <pc:chgData name="Chris Hawblitzel" userId="a8c48eef2a52f1db" providerId="LiveId" clId="{3B76E6B8-BC45-4E45-91C6-F0F33EC631A4}" dt="2026-05-12T15:17:30.785" v="18254" actId="113"/>
        <pc:sldMkLst>
          <pc:docMk/>
          <pc:sldMk cId="3360182756" sldId="2147480136"/>
        </pc:sldMkLst>
        <pc:spChg chg="mod">
          <ac:chgData name="Chris Hawblitzel" userId="a8c48eef2a52f1db" providerId="LiveId" clId="{3B76E6B8-BC45-4E45-91C6-F0F33EC631A4}" dt="2026-05-12T15:17:30.785" v="18254" actId="113"/>
          <ac:spMkLst>
            <pc:docMk/>
            <pc:sldMk cId="3360182756" sldId="2147480136"/>
            <ac:spMk id="6" creationId="{3A727E2F-98AA-9037-C588-AFC6C9F162DB}"/>
          </ac:spMkLst>
        </pc:spChg>
      </pc:sldChg>
      <pc:sldChg chg="modSp new mod">
        <pc:chgData name="Chris Hawblitzel" userId="a8c48eef2a52f1db" providerId="LiveId" clId="{3B76E6B8-BC45-4E45-91C6-F0F33EC631A4}" dt="2026-05-12T15:25:04.371" v="18298" actId="20577"/>
        <pc:sldMkLst>
          <pc:docMk/>
          <pc:sldMk cId="1612976869" sldId="2147480137"/>
        </pc:sldMkLst>
        <pc:spChg chg="mod">
          <ac:chgData name="Chris Hawblitzel" userId="a8c48eef2a52f1db" providerId="LiveId" clId="{3B76E6B8-BC45-4E45-91C6-F0F33EC631A4}" dt="2026-05-12T15:25:04.371" v="18298" actId="20577"/>
          <ac:spMkLst>
            <pc:docMk/>
            <pc:sldMk cId="1612976869" sldId="2147480137"/>
            <ac:spMk id="2" creationId="{01DE7320-56BD-91EC-92F7-9ABDE0E1443E}"/>
          </ac:spMkLst>
        </pc:spChg>
      </pc:sldChg>
      <pc:sldChg chg="modSp add mod">
        <pc:chgData name="Chris Hawblitzel" userId="a8c48eef2a52f1db" providerId="LiveId" clId="{3B76E6B8-BC45-4E45-91C6-F0F33EC631A4}" dt="2026-05-12T15:25:21.468" v="18310" actId="20577"/>
        <pc:sldMkLst>
          <pc:docMk/>
          <pc:sldMk cId="1518111093" sldId="2147480138"/>
        </pc:sldMkLst>
        <pc:spChg chg="mod">
          <ac:chgData name="Chris Hawblitzel" userId="a8c48eef2a52f1db" providerId="LiveId" clId="{3B76E6B8-BC45-4E45-91C6-F0F33EC631A4}" dt="2026-05-12T15:25:21.468" v="18310" actId="20577"/>
          <ac:spMkLst>
            <pc:docMk/>
            <pc:sldMk cId="1518111093" sldId="2147480138"/>
            <ac:spMk id="2" creationId="{39783382-5F11-CD7F-5E14-170FF15CB912}"/>
          </ac:spMkLst>
        </pc:spChg>
      </pc:sldChg>
      <pc:sldChg chg="modSp add mod">
        <pc:chgData name="Chris Hawblitzel" userId="a8c48eef2a52f1db" providerId="LiveId" clId="{3B76E6B8-BC45-4E45-91C6-F0F33EC631A4}" dt="2026-05-12T15:26:03.252" v="18349" actId="20577"/>
        <pc:sldMkLst>
          <pc:docMk/>
          <pc:sldMk cId="3306200385" sldId="2147480139"/>
        </pc:sldMkLst>
        <pc:spChg chg="mod">
          <ac:chgData name="Chris Hawblitzel" userId="a8c48eef2a52f1db" providerId="LiveId" clId="{3B76E6B8-BC45-4E45-91C6-F0F33EC631A4}" dt="2026-05-12T15:26:03.252" v="18349" actId="20577"/>
          <ac:spMkLst>
            <pc:docMk/>
            <pc:sldMk cId="3306200385" sldId="2147480139"/>
            <ac:spMk id="2" creationId="{91A449BB-9302-0EFB-DE64-01EEF3C54D13}"/>
          </ac:spMkLst>
        </pc:spChg>
      </pc:sldChg>
      <pc:sldChg chg="modSp add mod">
        <pc:chgData name="Chris Hawblitzel" userId="a8c48eef2a52f1db" providerId="LiveId" clId="{3B76E6B8-BC45-4E45-91C6-F0F33EC631A4}" dt="2026-05-12T15:26:27.899" v="18364" actId="20577"/>
        <pc:sldMkLst>
          <pc:docMk/>
          <pc:sldMk cId="2571801745" sldId="2147480140"/>
        </pc:sldMkLst>
        <pc:spChg chg="mod">
          <ac:chgData name="Chris Hawblitzel" userId="a8c48eef2a52f1db" providerId="LiveId" clId="{3B76E6B8-BC45-4E45-91C6-F0F33EC631A4}" dt="2026-05-12T15:26:27.899" v="18364" actId="20577"/>
          <ac:spMkLst>
            <pc:docMk/>
            <pc:sldMk cId="2571801745" sldId="2147480140"/>
            <ac:spMk id="2" creationId="{501F0E00-1E14-3797-4C94-97CF750EE986}"/>
          </ac:spMkLst>
        </pc:spChg>
      </pc:sldChg>
      <pc:sldChg chg="modSp add mod">
        <pc:chgData name="Chris Hawblitzel" userId="a8c48eef2a52f1db" providerId="LiveId" clId="{3B76E6B8-BC45-4E45-91C6-F0F33EC631A4}" dt="2026-05-12T15:27:26.679" v="18396" actId="20577"/>
        <pc:sldMkLst>
          <pc:docMk/>
          <pc:sldMk cId="716807172" sldId="2147480141"/>
        </pc:sldMkLst>
        <pc:spChg chg="mod">
          <ac:chgData name="Chris Hawblitzel" userId="a8c48eef2a52f1db" providerId="LiveId" clId="{3B76E6B8-BC45-4E45-91C6-F0F33EC631A4}" dt="2026-05-12T15:27:26.679" v="18396" actId="20577"/>
          <ac:spMkLst>
            <pc:docMk/>
            <pc:sldMk cId="716807172" sldId="2147480141"/>
            <ac:spMk id="2" creationId="{CA71205B-48A0-FC1D-7A15-D84630F40F33}"/>
          </ac:spMkLst>
        </pc:spChg>
      </pc:sldChg>
      <pc:sldChg chg="modSp add mod ord">
        <pc:chgData name="Chris Hawblitzel" userId="a8c48eef2a52f1db" providerId="LiveId" clId="{3B76E6B8-BC45-4E45-91C6-F0F33EC631A4}" dt="2026-05-12T15:28:56.029" v="18452" actId="20577"/>
        <pc:sldMkLst>
          <pc:docMk/>
          <pc:sldMk cId="75218096" sldId="2147480142"/>
        </pc:sldMkLst>
        <pc:spChg chg="mod">
          <ac:chgData name="Chris Hawblitzel" userId="a8c48eef2a52f1db" providerId="LiveId" clId="{3B76E6B8-BC45-4E45-91C6-F0F33EC631A4}" dt="2026-05-12T15:28:56.029" v="18452" actId="20577"/>
          <ac:spMkLst>
            <pc:docMk/>
            <pc:sldMk cId="75218096" sldId="2147480142"/>
            <ac:spMk id="2" creationId="{4670A725-99C3-AE5F-4F04-7191558DB7CA}"/>
          </ac:spMkLst>
        </pc:spChg>
      </pc:sldChg>
      <pc:sldChg chg="modSp add mod">
        <pc:chgData name="Chris Hawblitzel" userId="a8c48eef2a52f1db" providerId="LiveId" clId="{3B76E6B8-BC45-4E45-91C6-F0F33EC631A4}" dt="2026-05-12T15:30:13.702" v="18508" actId="20577"/>
        <pc:sldMkLst>
          <pc:docMk/>
          <pc:sldMk cId="2931383245" sldId="2147480143"/>
        </pc:sldMkLst>
        <pc:spChg chg="mod">
          <ac:chgData name="Chris Hawblitzel" userId="a8c48eef2a52f1db" providerId="LiveId" clId="{3B76E6B8-BC45-4E45-91C6-F0F33EC631A4}" dt="2026-05-12T15:30:13.702" v="18508" actId="20577"/>
          <ac:spMkLst>
            <pc:docMk/>
            <pc:sldMk cId="2931383245" sldId="2147480143"/>
            <ac:spMk id="2" creationId="{E1F406FC-5964-CD2D-ABC3-662C93569060}"/>
          </ac:spMkLst>
        </pc:spChg>
      </pc:sldChg>
      <pc:sldChg chg="modSp add mod">
        <pc:chgData name="Chris Hawblitzel" userId="a8c48eef2a52f1db" providerId="LiveId" clId="{3B76E6B8-BC45-4E45-91C6-F0F33EC631A4}" dt="2026-05-12T15:32:35.629" v="18557" actId="20577"/>
        <pc:sldMkLst>
          <pc:docMk/>
          <pc:sldMk cId="3400215132" sldId="2147480144"/>
        </pc:sldMkLst>
        <pc:spChg chg="mod">
          <ac:chgData name="Chris Hawblitzel" userId="a8c48eef2a52f1db" providerId="LiveId" clId="{3B76E6B8-BC45-4E45-91C6-F0F33EC631A4}" dt="2026-05-12T15:32:35.629" v="18557" actId="20577"/>
          <ac:spMkLst>
            <pc:docMk/>
            <pc:sldMk cId="3400215132" sldId="2147480144"/>
            <ac:spMk id="2" creationId="{5DD41DBB-E1E5-3A61-7FB5-07403C9D19FA}"/>
          </ac:spMkLst>
        </pc:spChg>
      </pc:sldChg>
      <pc:sldChg chg="modSp new mod">
        <pc:chgData name="Chris Hawblitzel" userId="a8c48eef2a52f1db" providerId="LiveId" clId="{3B76E6B8-BC45-4E45-91C6-F0F33EC631A4}" dt="2026-05-12T15:34:48.665" v="18772" actId="20577"/>
        <pc:sldMkLst>
          <pc:docMk/>
          <pc:sldMk cId="4176188717" sldId="2147480145"/>
        </pc:sldMkLst>
        <pc:spChg chg="mod">
          <ac:chgData name="Chris Hawblitzel" userId="a8c48eef2a52f1db" providerId="LiveId" clId="{3B76E6B8-BC45-4E45-91C6-F0F33EC631A4}" dt="2026-05-12T15:33:30.864" v="18581" actId="20577"/>
          <ac:spMkLst>
            <pc:docMk/>
            <pc:sldMk cId="4176188717" sldId="2147480145"/>
            <ac:spMk id="2" creationId="{D1204542-7148-E779-A5F2-CD2C86853895}"/>
          </ac:spMkLst>
        </pc:spChg>
        <pc:spChg chg="mod">
          <ac:chgData name="Chris Hawblitzel" userId="a8c48eef2a52f1db" providerId="LiveId" clId="{3B76E6B8-BC45-4E45-91C6-F0F33EC631A4}" dt="2026-05-12T15:34:48.665" v="18772" actId="20577"/>
          <ac:spMkLst>
            <pc:docMk/>
            <pc:sldMk cId="4176188717" sldId="2147480145"/>
            <ac:spMk id="3" creationId="{D7C6FA4A-D243-7815-385C-24281B5A7A47}"/>
          </ac:spMkLst>
        </pc:spChg>
      </pc:sldChg>
      <pc:sldChg chg="add del">
        <pc:chgData name="Chris Hawblitzel" userId="a8c48eef2a52f1db" providerId="LiveId" clId="{3B76E6B8-BC45-4E45-91C6-F0F33EC631A4}" dt="2026-05-12T15:38:29.860" v="18774" actId="47"/>
        <pc:sldMkLst>
          <pc:docMk/>
          <pc:sldMk cId="4279063916" sldId="2147480146"/>
        </pc:sldMkLst>
      </pc:sldChg>
      <pc:sldMasterChg chg="modSldLayout">
        <pc:chgData name="Chris Hawblitzel" userId="a8c48eef2a52f1db" providerId="LiveId" clId="{3B76E6B8-BC45-4E45-91C6-F0F33EC631A4}" dt="2026-05-09T22:33:28.119" v="1600" actId="478"/>
        <pc:sldMasterMkLst>
          <pc:docMk/>
          <pc:sldMasterMk cId="3298106536" sldId="2147483724"/>
        </pc:sldMasterMkLst>
        <pc:sldLayoutChg chg="addSp delSp mod">
          <pc:chgData name="Chris Hawblitzel" userId="a8c48eef2a52f1db" providerId="LiveId" clId="{3B76E6B8-BC45-4E45-91C6-F0F33EC631A4}" dt="2026-05-09T22:22:12.839" v="1579" actId="478"/>
          <pc:sldLayoutMkLst>
            <pc:docMk/>
            <pc:sldMasterMk cId="3298106536" sldId="2147483724"/>
            <pc:sldLayoutMk cId="1728731719" sldId="2147483726"/>
          </pc:sldLayoutMkLst>
        </pc:sldLayoutChg>
        <pc:sldLayoutChg chg="delSp mod">
          <pc:chgData name="Chris Hawblitzel" userId="a8c48eef2a52f1db" providerId="LiveId" clId="{3B76E6B8-BC45-4E45-91C6-F0F33EC631A4}" dt="2026-05-09T22:22:18.162" v="1580" actId="478"/>
          <pc:sldLayoutMkLst>
            <pc:docMk/>
            <pc:sldMasterMk cId="3298106536" sldId="2147483724"/>
            <pc:sldLayoutMk cId="2209804897" sldId="2147483727"/>
          </pc:sldLayoutMkLst>
        </pc:sldLayoutChg>
        <pc:sldLayoutChg chg="delSp mod">
          <pc:chgData name="Chris Hawblitzel" userId="a8c48eef2a52f1db" providerId="LiveId" clId="{3B76E6B8-BC45-4E45-91C6-F0F33EC631A4}" dt="2026-05-09T22:33:17.200" v="1596" actId="478"/>
          <pc:sldLayoutMkLst>
            <pc:docMk/>
            <pc:sldMasterMk cId="3298106536" sldId="2147483724"/>
            <pc:sldLayoutMk cId="2355007621" sldId="2147483728"/>
          </pc:sldLayoutMkLst>
        </pc:sldLayoutChg>
        <pc:sldLayoutChg chg="delSp mod">
          <pc:chgData name="Chris Hawblitzel" userId="a8c48eef2a52f1db" providerId="LiveId" clId="{3B76E6B8-BC45-4E45-91C6-F0F33EC631A4}" dt="2026-05-09T22:33:20.255" v="1597" actId="478"/>
          <pc:sldLayoutMkLst>
            <pc:docMk/>
            <pc:sldMasterMk cId="3298106536" sldId="2147483724"/>
            <pc:sldLayoutMk cId="2981917420" sldId="2147483729"/>
          </pc:sldLayoutMkLst>
        </pc:sldLayoutChg>
        <pc:sldLayoutChg chg="delSp mod">
          <pc:chgData name="Chris Hawblitzel" userId="a8c48eef2a52f1db" providerId="LiveId" clId="{3B76E6B8-BC45-4E45-91C6-F0F33EC631A4}" dt="2026-05-09T22:33:24.989" v="1599" actId="478"/>
          <pc:sldLayoutMkLst>
            <pc:docMk/>
            <pc:sldMasterMk cId="3298106536" sldId="2147483724"/>
            <pc:sldLayoutMk cId="4121508745" sldId="2147483730"/>
          </pc:sldLayoutMkLst>
        </pc:sldLayoutChg>
        <pc:sldLayoutChg chg="delSp mod">
          <pc:chgData name="Chris Hawblitzel" userId="a8c48eef2a52f1db" providerId="LiveId" clId="{3B76E6B8-BC45-4E45-91C6-F0F33EC631A4}" dt="2026-05-09T22:33:28.119" v="1600" actId="478"/>
          <pc:sldLayoutMkLst>
            <pc:docMk/>
            <pc:sldMasterMk cId="3298106536" sldId="2147483724"/>
            <pc:sldLayoutMk cId="335271917" sldId="2147483731"/>
          </pc:sldLayoutMkLst>
        </pc:sldLayoutChg>
        <pc:sldLayoutChg chg="delSp mod">
          <pc:chgData name="Chris Hawblitzel" userId="a8c48eef2a52f1db" providerId="LiveId" clId="{3B76E6B8-BC45-4E45-91C6-F0F33EC631A4}" dt="2026-05-09T22:33:22.686" v="1598" actId="478"/>
          <pc:sldLayoutMkLst>
            <pc:docMk/>
            <pc:sldMasterMk cId="3298106536" sldId="2147483724"/>
            <pc:sldLayoutMk cId="4112158247" sldId="2147483732"/>
          </pc:sldLayoutMkLst>
        </pc:sldLayoutChg>
      </pc:sldMasterChg>
      <pc:sldMasterChg chg="delSp mod">
        <pc:chgData name="Chris Hawblitzel" userId="a8c48eef2a52f1db" providerId="LiveId" clId="{3B76E6B8-BC45-4E45-91C6-F0F33EC631A4}" dt="2026-05-09T22:33:31.946" v="1601" actId="478"/>
        <pc:sldMasterMkLst>
          <pc:docMk/>
          <pc:sldMasterMk cId="3563446145" sldId="2147483733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74379-8F9E-4710-96C7-6DD6DF592DD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0EFCB-6834-43DA-88B6-3F8421849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A3E0E-F671-9FE8-C09F-52D17B8A6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AC3E9-F5FE-AA11-9396-E9A159B0F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875DA-E370-4BE1-EA1D-FAD017556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B1324-01D7-4253-2C0D-5A4EEB652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207BC1-03EF-4B43-BED2-08706C84E0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45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(based on </a:t>
            </a:r>
            <a:r>
              <a:rPr lang="en-US"/>
              <a:t>feedback from talk): </a:t>
            </a:r>
            <a:r>
              <a:rPr lang="en-US" dirty="0"/>
              <a:t>it would be clearer if the figures on this slide and the next slide were embedded in the yellow boxes from the previous slide, so that the state machine clearly visually </a:t>
            </a:r>
            <a:r>
              <a:rPr lang="en-US"/>
              <a:t>aligns with </a:t>
            </a:r>
            <a:r>
              <a:rPr lang="en-US" dirty="0"/>
              <a:t>the “whole system”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55A0B-6B30-43EF-8462-5D7D8D548D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1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l">
              <a:defRPr sz="5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602039"/>
            <a:ext cx="9144000" cy="620827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rgbClr val="95373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067EBD-E445-804B-B63D-B8DBA318B12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1" y="4405313"/>
            <a:ext cx="8506884" cy="1022350"/>
          </a:xfrm>
        </p:spPr>
        <p:txBody>
          <a:bodyPr/>
          <a:lstStyle>
            <a:lvl1pPr marL="0" indent="0">
              <a:buNone/>
              <a:defRPr i="1"/>
            </a:lvl1pPr>
          </a:lstStyle>
          <a:p>
            <a:pPr lvl="0"/>
            <a:r>
              <a:rPr lang="en-US" dirty="0"/>
              <a:t>Affiliation</a:t>
            </a:r>
          </a:p>
        </p:txBody>
      </p:sp>
    </p:spTree>
    <p:extLst>
      <p:ext uri="{BB962C8B-B14F-4D97-AF65-F5344CB8AC3E}">
        <p14:creationId xmlns:p14="http://schemas.microsoft.com/office/powerpoint/2010/main" val="422919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83642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 marL="685800" indent="-228600">
              <a:buFont typeface="System Font Regular"/>
              <a:buChar char="–"/>
              <a:defRPr sz="2800"/>
            </a:lvl2pPr>
            <a:lvl3pPr>
              <a:defRPr sz="2400"/>
            </a:lvl3pPr>
            <a:lvl4pPr marL="1600200" indent="-228600">
              <a:buFont typeface="System Font Regular"/>
              <a:buChar char="–"/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4C254-09E5-2D47-BEBE-1C9EFF680E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6244B543-AA52-EB47-B3A9-0A2A6FE25F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3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2759826"/>
            <a:ext cx="10515600" cy="180265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Subsection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C5E58-D26A-5840-B198-EC698481E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6244B543-AA52-EB47-B3A9-0A2A6FE2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0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77679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00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91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01A73-D90D-8640-BB04-0C66EEC43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9776791" cy="1325563"/>
          </a:xfrm>
        </p:spPr>
        <p:txBody>
          <a:bodyPr/>
          <a:lstStyle/>
          <a:p>
            <a:r>
              <a:rPr lang="en-US" dirty="0"/>
              <a:t>Talk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4C222-25BF-8040-83FB-1999DA0E97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1" y="1862139"/>
            <a:ext cx="8549217" cy="506989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5716EE-CB24-1D41-9951-614D4ECDDB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686938"/>
            <a:ext cx="7895167" cy="527440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rgbClr val="953734"/>
                </a:solidFill>
              </a:defRPr>
            </a:lvl1pPr>
          </a:lstStyle>
          <a:p>
            <a:pPr lvl="0"/>
            <a:r>
              <a:rPr lang="en-US" dirty="0"/>
              <a:t>2.  Current Topic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C17B90-B13C-1E44-839C-37F52BF3C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532189"/>
            <a:ext cx="7895167" cy="499484"/>
          </a:xfrm>
        </p:spPr>
        <p:txBody>
          <a:bodyPr/>
          <a:lstStyle>
            <a:lvl1pPr marL="0" indent="0">
              <a:buNone/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3.  Next Topic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1215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50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7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0721-5F15-4E99-97D4-9F695668E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7DAF6-6194-4ABA-969D-4F333525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70C9D-1A44-4706-8A8F-D343366E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3171-E237-4918-B566-1A3B6A67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4064-6F96-452A-B6E2-A38DA03B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7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0721-5F15-4E99-97D4-9F695668E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7DAF6-6194-4ABA-969D-4F333525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70C9D-1A44-4706-8A8F-D343366E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3171-E237-4918-B566-1A3B6A67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4064-6F96-452A-B6E2-A38DA03B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0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BE16-7430-432E-95BF-EAA0FBB3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6C8F-7D04-4760-8FC6-4AC1F415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131A-52B6-48B4-97D7-73483C5E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B3948-786E-4DFA-A418-D24255C0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DC90-E558-4011-9610-44C93307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62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69C2-44E6-45D6-884D-FC152D262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6EABD-3397-400A-BCD9-29F2228D7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A7AA-315A-4F98-B8DB-02034F5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393E-692B-4CC1-94BB-E69AFE9F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9A79-9379-4A58-AFB9-18B2901B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44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2A58-2B51-416E-97B5-784B0890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4A356-72AA-4F37-8704-92A07D77C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2AB06-2A56-47E6-8FB3-271160931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B2116-6548-4471-AAFB-171B71EB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2F8E7-75F1-4C65-AE88-64F76AB2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A4B2B-EA17-49BF-B528-708D2A81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9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2352-4F6F-48E4-B9B9-6B27878A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F395E-AC49-414C-A108-8B72DF9E9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DAD35-EF94-4651-ABFD-8FA85A09D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D95E2-8139-4FAA-BF23-DC319F1EB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7ED80-E31F-4947-9A7D-4CEDBF6D9B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384B2-750D-446F-92E7-5CF72EF6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EAD9F-D578-4390-B51E-5A6DD3B3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E60A8-4DE1-4BF8-88FE-7E0BF7E5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61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24B4-A081-4964-9065-A22E9111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46C1E-4735-400B-B41F-3215AF33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193D1-0712-42BA-A211-318FE0DB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5CC3B-D81B-4272-ADDE-24E96579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41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EB23A-A51E-4FB9-AF7A-F549A6ED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55474-D93B-42A5-8F2C-39015DF7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FFF3-F471-4E33-8B5B-F706CD0B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5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C12D-C322-41CD-8B7B-89179A8B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EA9D7-9A72-4400-9B62-6C6755312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573BA-72D3-4B41-9A86-A03C08E55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91851-17E4-4F67-B8A2-6DF01E71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A34F1-56BF-443A-BF36-DF53272A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20773-B2FD-4867-9B6D-B59CF6EA0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40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A46B-2A81-446D-92C8-DD45E6C31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D88EF-D3C1-4E1A-A4EF-6478D0F775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37EEF-2268-4D13-8060-5E17C8E52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1A122-B78C-448F-952C-F3B90C2E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E3CC2-E21D-4F67-9E09-CEC64C57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F3F66-B91B-4B0A-A124-C1260D86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19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DDC41-3455-4904-96E3-418F1A16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8995D-8CA2-456D-957D-13CFE2650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06892-2D42-495F-A2BA-BE2FD8B0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BE6E1-D1E4-4F66-A14D-E05B8BAA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35CD2-03DF-46D1-A5CD-AE432BA0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2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C2F9C-9635-4474-9830-44306BEDA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BEE75-666D-45AE-BCA0-401404384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258D9-C9B5-4649-B325-F5708BC2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3DEB2-B15A-49C3-BB3E-8BBEFFBC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E455-FD46-4DB8-BEA7-8A6957A6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CD8658-0930-48C0-8384-83BED9AEE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74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0959-0236-8BE3-3CCF-73AE25BEB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5080B-D805-18A2-8A8A-4ECBD4347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3A9B9-E7EA-3200-1C99-A3C2FE83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C4992-1708-F372-E131-72D85CE3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7A5F7-481A-3883-74E7-D5A57B0F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42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2571-DA2E-28B4-0098-C81FB8FC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E9B0A-64BF-7033-ED78-1F27365B9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B4769-A147-972C-4939-AA8F1418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5A11-BC0C-0988-4D66-9038E1A05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49C95-B553-793D-AA49-869A67C3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1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1FA4-926A-C92B-AAFD-7FFDD961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3036A-1694-F101-B3B0-86E229543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ECBE3-512B-3D00-0EDD-FC5714F2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99C8C-E9FF-31A5-DFF5-4EBEB202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B2AAD-D069-29C7-CAC3-BF23FD91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58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EE45-B4BD-49E6-3B8E-B1CD422F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2801-CB60-2A46-379A-F9402F6D8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9164-D928-D5AD-55B8-64D2D85D3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ADFEB-9B1E-C2AB-57C9-E3EE9B81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2451E-C1F5-7970-2763-3A3FF5911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07E1B-A361-84FD-8B66-024F8C77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12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6E94-7C53-FA61-5D9C-B61D4EA4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47EA6-B91C-BD23-C14F-B6686562E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086DB-4E7C-471A-75D3-0D1B43C4B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D8D94-A04D-EE26-A2C4-AD7B91FBF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B47DC-BA82-E2F2-9F03-CEB5FB387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A9F31C-BD58-1F96-7431-7C381A9E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38453-0FE4-CF0F-CF9E-DE97488E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29FF8-329A-692B-B675-7F029FAF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094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A4B1-CFAD-B3CB-8149-FA0166D9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775D1-2EE0-BB21-B096-DD3C0D38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9B6B8-7FBF-8905-4D57-3BCAF1D6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2DA03-1593-8414-F8B1-690525C0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406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52ACB5-891B-5A17-9FEA-10E88FF0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EC805-D737-5554-705F-E1018619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F5F58-ECA8-6D29-0B61-1A912A1A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588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57A9-D52F-36F2-ACF7-47B28659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D4B1-9A8C-9962-F9FD-2250D7C1D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1F200-7BE2-7A78-35D9-0F93E5CA2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0C3E7-829D-4BFE-3E50-01010F3E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E9286-7349-5502-0C59-B67E6360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1929C-8A51-8CBB-E1AD-AE6B5450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07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3AA6-6C68-E1EF-D68A-32F1062F5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4B52B-6E54-7C95-D9D0-B0166331D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73E06-2518-0AFC-A026-030990CA4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828EC-42EA-14E5-7F39-5B20455C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655FC-9335-E537-9C7E-26DABC26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19105-FA6C-3168-AD8D-2D54F5C1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726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CC211-69FE-687E-65FF-C416FB3E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808A2-3FDD-73B9-5DCD-38C75A25F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D0F40-6FA2-EF21-8770-C011220E3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0B5A5-EC62-2FE0-B938-1E0A1FFE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FCA42-BE4D-BC15-DB50-9E5CA797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6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BDB9-25C6-E614-BBDA-D96BF8897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B79FD-0155-AF7E-A0A3-192D39C15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C351C-2058-B2B2-B573-F9B46823E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B8B0-173E-32F7-F9C4-77FAFE6C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3E2C7-4ADC-1579-7355-66BE4B78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36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B5F4-5ECF-478E-A378-DD4AB3DEA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BAAF2-D9BF-D6A5-FEC9-5198C7B0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1DD47-AE09-60ED-D41C-F11796D6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0A6F4-E380-448B-AB42-F02CF18F805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4129-B76C-5683-DA7D-AE25EA11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0B112-C6CD-F8F8-ABFC-E975D66E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600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DA02-889A-FE78-249D-CD9FEB77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2BC8-141F-31BF-4D37-2E889210D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EF07D-3EC0-1CC9-0C83-598BE09E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EEF63-E4A9-4A6B-AA2A-BE0F90C2C53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E50EA-FB50-5E4F-217B-B50A6EAE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6AACC-0011-E721-1787-AF27F469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363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BDDC-4FDC-CB55-E9B4-14633195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72B0-3A56-E920-34D4-89E660340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BADB3-0CCF-881F-1495-97A1B858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C980-688F-459A-BB8E-665C308DEA3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53FD0-17B6-5258-3AED-3335009C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BE431-759C-8FF7-1AF1-CDA4D9EB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368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84DD-B630-CCD7-7B96-4981804A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24A31-055C-FC51-86AA-FF7062AD6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897C6-2B3D-DCCC-4210-59134103F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6A53A-A83E-FC56-2B82-E255BAFE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5BEA-4F56-40BA-8C68-FEEE1FA9C681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22698-E72F-3C2D-FCA6-08319FCE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71DD3-55AF-4ACB-6EBE-59123450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76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A9C6-E0AC-2FD8-E9AC-2F7EA004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A3B7C-B5DA-F92C-D2D1-0A3516AC8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51A5-83C9-C9A8-48A0-220CF915E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78E02-D285-8BA8-DE7B-BE5883C09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E7CF7-A1CB-AA7C-DD26-3E61309A7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62BCBC-4EDD-06B5-45D7-016DC19A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DB3A2-B24B-4370-91DC-375078C41B9D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123B6-F29A-125F-317B-205D9695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72EEC-8830-03FA-28A8-5F3C847D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697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BB2D-6E05-90C5-3E6A-C8BA358D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EFCFD-8DDC-407B-73FA-1E14838E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253EF-6002-4A9F-B752-1E1574068DF4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2E1D3-6DCD-5DED-EBC9-92561E90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E0ABF-0802-1B65-AA52-4623CD39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810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37645-C399-FF8B-CC39-4FACE9A3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BCF7B-56A5-4CB0-94ED-D456961A7CA8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3A2DD-1185-15A4-8057-11763799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0C0E4-04BA-1C69-6F93-A3B2864B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28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CF9E-4FFF-02C6-679C-CB19D950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93F9D-73DB-2FCE-711C-2321C1D4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C3914-4A5E-8023-F8F1-96A2470D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0A183-DA2B-B3E2-E185-308965347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A687-ABC1-44BE-9527-2FC5FC288200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26A0F-02DD-25D8-5853-9FF680C0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C7B98-F3B6-FFF1-BBD0-8DD10ED8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071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955A-A0F0-1CD2-5793-9E3D99CB8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8547A-C4B1-1F40-5B17-83674C10E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6C3F3-8FBC-2647-FED4-20F0EBCFA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B7771-9737-887A-EB1A-5284FA87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3581-1116-451C-B3D8-D02D4EDF5CE3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CE6FA-DA5D-93F5-4536-176D89A8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E8F16-DC97-94A9-7924-219CC0EC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778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948C-ADDE-CABE-05BF-CDD90586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6F8BE-CB04-0224-1BB7-776D22105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691D2-289A-1660-81CD-E32556B1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B1841-4F54-4E5B-9B29-CA11AB7590EC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E3D26-DFBD-27EC-0D10-C413325C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FD091-7543-584B-40AC-9A9CDF4E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858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B9EBF-DF23-DD72-D47C-60829FDFF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9463D-BA75-8EF5-291A-C0FC2E903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711C4-76CE-E2F3-217D-FFE90372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8D748-28BB-4C73-90ED-1C3EE90D0B8E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12EDF-D029-63C4-6B06-E5E025299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4E0E-6F5F-3668-1B77-9AABBDCE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3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736DDB-80D9-2B49-B0B6-1FE2A033F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63E4E-84E2-3649-B03C-FA8863B77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0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2" r:id="rId6"/>
    <p:sldLayoutId id="2147483730" r:id="rId7"/>
    <p:sldLayoutId id="2147483731" r:id="rId8"/>
    <p:sldLayoutId id="21474837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7713" indent="-290513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B8867-28AA-4CE8-BBEE-184EEDD68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1D220-79B1-4633-9093-A81640B62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E0264-10C4-44B3-8E29-F81670188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E15A0-C1FB-484B-8FD8-95EE23D398AC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A9190-525E-4169-831B-446BC1399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4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2745A-A975-DCBD-6309-5E4E7FD9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F235A-71FC-D3CC-9BF1-EB4DF66A6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30C93-061B-6F38-F537-465AD434F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16569-98A1-432E-BBED-75F9D665AB9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F8F56-2E23-7584-327C-2D76B66B7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9F22D-2D0B-DBCE-70E8-AA60A5AA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DB197-3B17-44A0-BE04-5297C59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81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25223-1D31-333E-1CD4-2034ED48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2E896-E848-D48A-3187-127762EC8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B6CD1-3378-E161-D1F7-93D65CFA4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1CBC8-0464-4FF7-BC50-D4BF54205D41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7FC0E-B85A-AADD-FB13-B40A0F66C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4554-9996-2423-8C3C-CA636EF62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E48AA-3AE4-4FE0-BC41-2F28C263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8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github.com/verus-lang/verus/" TargetMode="Externa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7FAB-52CF-4E00-1987-3C45864E0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1122363"/>
            <a:ext cx="10327821" cy="1310594"/>
          </a:xfrm>
        </p:spPr>
        <p:txBody>
          <a:bodyPr/>
          <a:lstStyle/>
          <a:p>
            <a:pPr algn="ctr"/>
            <a:r>
              <a:rPr lang="en-US" dirty="0">
                <a:effectLst/>
              </a:rPr>
              <a:t>Verifying Rust Code with Verus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87210-B2FE-C40F-1BEC-5250D48BC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99482"/>
            <a:ext cx="9144000" cy="1655762"/>
          </a:xfrm>
        </p:spPr>
        <p:txBody>
          <a:bodyPr/>
          <a:lstStyle/>
          <a:p>
            <a:pPr algn="ctr"/>
            <a:r>
              <a:rPr lang="en-US" dirty="0"/>
              <a:t>Chris Hawblitzel (and the Verus Team)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8CC68F4-F0CD-1B4C-1803-813EBE1EEF8B}"/>
              </a:ext>
            </a:extLst>
          </p:cNvPr>
          <p:cNvSpPr txBox="1">
            <a:spLocks/>
          </p:cNvSpPr>
          <p:nvPr/>
        </p:nvSpPr>
        <p:spPr>
          <a:xfrm>
            <a:off x="265721" y="6002746"/>
            <a:ext cx="4347099" cy="481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rgbClr val="9537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linkClick r:id="rId2"/>
              </a:rPr>
              <a:t>https://github.com/verus-lang/verus/</a:t>
            </a:r>
            <a:endParaRPr lang="en-US" sz="20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2D14AB9-36AE-74B3-57EF-E2CE4D414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722" y="4139098"/>
            <a:ext cx="1695939" cy="16959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D914D2-7854-CB53-B1EA-A8FE1C386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827" y="3512537"/>
            <a:ext cx="4473792" cy="27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B647-FE6D-6B5B-AC80-E72382F4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Verus: Floyd-Hoare Logic for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C0D0-0112-1492-69DC-BBBD7C28A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Verus is:</a:t>
            </a:r>
          </a:p>
          <a:p>
            <a:pPr marL="457200" lvl="1" indent="0">
              <a:buNone/>
            </a:pPr>
            <a:r>
              <a:rPr lang="en-US" dirty="0"/>
              <a:t>… an implementation of </a:t>
            </a:r>
            <a:r>
              <a:rPr lang="en-US" b="1" dirty="0"/>
              <a:t>Floyd-Hoare logic</a:t>
            </a:r>
          </a:p>
          <a:p>
            <a:pPr marL="457200" lvl="1" indent="0">
              <a:buNone/>
            </a:pPr>
            <a:r>
              <a:rPr lang="en-US" dirty="0"/>
              <a:t>… for the </a:t>
            </a:r>
            <a:r>
              <a:rPr lang="en-US" b="1" dirty="0"/>
              <a:t>Rust</a:t>
            </a:r>
            <a:r>
              <a:rPr lang="en-US" dirty="0"/>
              <a:t> programming Language</a:t>
            </a:r>
          </a:p>
          <a:p>
            <a:pPr marL="457200" lvl="1" indent="0">
              <a:buNone/>
            </a:pPr>
            <a:r>
              <a:rPr lang="en-US" dirty="0"/>
              <a:t>… using </a:t>
            </a:r>
            <a:r>
              <a:rPr lang="en-US" b="1" dirty="0"/>
              <a:t>SMT solvers</a:t>
            </a:r>
            <a:r>
              <a:rPr lang="en-US" dirty="0"/>
              <a:t> to automate proofs</a:t>
            </a:r>
          </a:p>
          <a:p>
            <a:pPr marL="457200" lvl="1" indent="0">
              <a:buNone/>
            </a:pPr>
            <a:r>
              <a:rPr lang="en-US" dirty="0"/>
              <a:t>… adding some higher-order logic, extensional =, induction,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Inspired heavily by Dafny and F*</a:t>
            </a:r>
          </a:p>
          <a:p>
            <a:pPr marL="0" indent="0">
              <a:buNone/>
            </a:pPr>
            <a:r>
              <a:rPr lang="en-US" dirty="0"/>
              <a:t>Similar Rust verification tools: Kani, Creusot, </a:t>
            </a:r>
            <a:r>
              <a:rPr lang="en-US" dirty="0" err="1"/>
              <a:t>Prusti</a:t>
            </a:r>
            <a:r>
              <a:rPr lang="en-US" dirty="0"/>
              <a:t>, Aeneas, …</a:t>
            </a:r>
          </a:p>
        </p:txBody>
      </p:sp>
    </p:spTree>
    <p:extLst>
      <p:ext uri="{BB962C8B-B14F-4D97-AF65-F5344CB8AC3E}">
        <p14:creationId xmlns:p14="http://schemas.microsoft.com/office/powerpoint/2010/main" val="71954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06A1-0E59-A57D-F4DF-8F9FFA8C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Verus</a:t>
            </a:r>
            <a:r>
              <a:rPr lang="en-US"/>
              <a:t>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9105B-F06B-8045-C32B-149CB5334E22}"/>
              </a:ext>
            </a:extLst>
          </p:cNvPr>
          <p:cNvSpPr txBox="1"/>
          <p:nvPr/>
        </p:nvSpPr>
        <p:spPr>
          <a:xfrm>
            <a:off x="6078812" y="295374"/>
            <a:ext cx="5180905" cy="6494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binary_search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(v: &amp;Vec&lt;u64&gt;, key: u64) -&gt;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(ret: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usize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requires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int, j: int| 0 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j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==&gt;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&lt;= v[j],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exists|i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0 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&amp;&amp; key ==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ensures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ret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key == v[ret as int],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let mut left: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usize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let mut right: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usize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- 1;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while left != right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invariant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right 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exists|i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left 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right &amp;&amp; key ==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int, j: int| 0 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j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==&gt;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&lt;= v[j],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decreases right - left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let mid = left + (right - left) / 2;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if v[mid] &lt; key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left = mid + 1;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} else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right = mid;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left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1E365-C99D-0F27-1689-9EBB12740067}"/>
              </a:ext>
            </a:extLst>
          </p:cNvPr>
          <p:cNvSpPr txBox="1"/>
          <p:nvPr/>
        </p:nvSpPr>
        <p:spPr>
          <a:xfrm>
            <a:off x="376990" y="5005137"/>
            <a:ext cx="4324132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C:\verus\source&gt;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verus.exe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binsearch.rs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verification results:: 2 verified, 0 errors</a:t>
            </a:r>
          </a:p>
        </p:txBody>
      </p:sp>
    </p:spTree>
    <p:extLst>
      <p:ext uri="{BB962C8B-B14F-4D97-AF65-F5344CB8AC3E}">
        <p14:creationId xmlns:p14="http://schemas.microsoft.com/office/powerpoint/2010/main" val="115945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06A1-0E59-A57D-F4DF-8F9FFA8C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Verus</a:t>
            </a:r>
            <a:r>
              <a:rPr lang="en-US"/>
              <a:t>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9105B-F06B-8045-C32B-149CB5334E22}"/>
              </a:ext>
            </a:extLst>
          </p:cNvPr>
          <p:cNvSpPr txBox="1"/>
          <p:nvPr/>
        </p:nvSpPr>
        <p:spPr>
          <a:xfrm>
            <a:off x="6078812" y="295374"/>
            <a:ext cx="5180905" cy="6494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binary_search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(v: &amp;Vec&lt;u64&gt;, key: u64) -&gt;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(ret: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usize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requires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int, j: int| 0 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j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==&gt;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&lt;= v[j],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exists|i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0 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&amp;&amp; key ==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ensures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ret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key == v[ret as int],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let mut left: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usize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let mut right: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usize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- 1;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while left != right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invariant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right 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exists|i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left 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right &amp;&amp; key ==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forall|i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int, j: int| 0 &lt;=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j &lt;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v.len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==&gt; v[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&lt;= v[j],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decreases right - left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let mid = left + (right - left) / 2;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if v[mid] &lt; key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left = mid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+ 2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} else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 right = mid;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left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1E365-C99D-0F27-1689-9EBB12740067}"/>
              </a:ext>
            </a:extLst>
          </p:cNvPr>
          <p:cNvSpPr txBox="1"/>
          <p:nvPr/>
        </p:nvSpPr>
        <p:spPr>
          <a:xfrm>
            <a:off x="596434" y="3630553"/>
            <a:ext cx="5241628" cy="28623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C:\verus\source&gt;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verus.exe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binsearch.rs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error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invariant not satisfied at end of loop body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--&gt;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.\scratch.rs:29:13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    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|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29 |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           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exists|i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int| left &lt;=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&lt;= right &amp;&amp; key == v[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     |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           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^^^^^^^^^^^^^^^^^^^^^^^^^^^^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error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aborting due to previous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verification results:: 1 verified, 1 errors</a:t>
            </a:r>
          </a:p>
        </p:txBody>
      </p:sp>
    </p:spTree>
    <p:extLst>
      <p:ext uri="{BB962C8B-B14F-4D97-AF65-F5344CB8AC3E}">
        <p14:creationId xmlns:p14="http://schemas.microsoft.com/office/powerpoint/2010/main" val="45202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282D-E55B-42F8-9D85-2D800139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write systems code in Rust?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C3267550-A813-4F79-AA42-10AE12722BBB}"/>
              </a:ext>
            </a:extLst>
          </p:cNvPr>
          <p:cNvSpPr/>
          <p:nvPr/>
        </p:nvSpPr>
        <p:spPr>
          <a:xfrm>
            <a:off x="3391877" y="1998244"/>
            <a:ext cx="6227296" cy="70467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C2820-54A0-4D79-A2D7-74E905A423E3}"/>
              </a:ext>
            </a:extLst>
          </p:cNvPr>
          <p:cNvSpPr txBox="1"/>
          <p:nvPr/>
        </p:nvSpPr>
        <p:spPr>
          <a:xfrm>
            <a:off x="1555082" y="2063644"/>
            <a:ext cx="143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High-level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85653-753F-4A4B-83BF-D9FADBB8C350}"/>
              </a:ext>
            </a:extLst>
          </p:cNvPr>
          <p:cNvSpPr txBox="1"/>
          <p:nvPr/>
        </p:nvSpPr>
        <p:spPr>
          <a:xfrm>
            <a:off x="10113575" y="2103815"/>
            <a:ext cx="137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Low-level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C61A1A-59F9-43BD-B5A4-7453BFA52D82}"/>
              </a:ext>
            </a:extLst>
          </p:cNvPr>
          <p:cNvSpPr/>
          <p:nvPr/>
        </p:nvSpPr>
        <p:spPr>
          <a:xfrm>
            <a:off x="1113290" y="2528955"/>
            <a:ext cx="2278587" cy="15145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C#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Haskell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OCaml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CCA3DD-49A8-48DE-B888-8173286259EA}"/>
              </a:ext>
            </a:extLst>
          </p:cNvPr>
          <p:cNvSpPr/>
          <p:nvPr/>
        </p:nvSpPr>
        <p:spPr>
          <a:xfrm>
            <a:off x="10113575" y="3075766"/>
            <a:ext cx="1416970" cy="55143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C/C++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280AEC-C44F-4EED-B8CD-D51608880C06}"/>
              </a:ext>
            </a:extLst>
          </p:cNvPr>
          <p:cNvSpPr/>
          <p:nvPr/>
        </p:nvSpPr>
        <p:spPr>
          <a:xfrm>
            <a:off x="5741033" y="2819919"/>
            <a:ext cx="1630260" cy="1069291"/>
          </a:xfrm>
          <a:prstGeom prst="ellipse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0E3CF5-1BF5-4D5C-B968-617D3BA92D32}"/>
              </a:ext>
            </a:extLst>
          </p:cNvPr>
          <p:cNvCxnSpPr>
            <a:cxnSpLocks/>
            <a:stCxn id="26" idx="0"/>
            <a:endCxn id="9" idx="4"/>
          </p:cNvCxnSpPr>
          <p:nvPr/>
        </p:nvCxnSpPr>
        <p:spPr>
          <a:xfrm flipV="1">
            <a:off x="6155614" y="3889210"/>
            <a:ext cx="400549" cy="1025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73A4264-533E-4E94-9B51-A5B2330F3A72}"/>
              </a:ext>
            </a:extLst>
          </p:cNvPr>
          <p:cNvSpPr txBox="1">
            <a:spLocks/>
          </p:cNvSpPr>
          <p:nvPr/>
        </p:nvSpPr>
        <p:spPr>
          <a:xfrm>
            <a:off x="282151" y="4238166"/>
            <a:ext cx="4956110" cy="18500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is like C#/Java/Haskell/ML: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Type-safe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Generic types + traits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Datatypes + pattern matching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60B3D-72B3-4351-B525-A634D4E3871F}"/>
              </a:ext>
            </a:extLst>
          </p:cNvPr>
          <p:cNvCxnSpPr>
            <a:cxnSpLocks/>
            <a:stCxn id="18" idx="0"/>
            <a:endCxn id="9" idx="2"/>
          </p:cNvCxnSpPr>
          <p:nvPr/>
        </p:nvCxnSpPr>
        <p:spPr>
          <a:xfrm flipV="1">
            <a:off x="2760206" y="3354565"/>
            <a:ext cx="2980827" cy="8836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6DA60C0-5267-47F6-AF7C-7DF60D7F26E4}"/>
              </a:ext>
            </a:extLst>
          </p:cNvPr>
          <p:cNvSpPr txBox="1">
            <a:spLocks/>
          </p:cNvSpPr>
          <p:nvPr/>
        </p:nvSpPr>
        <p:spPr>
          <a:xfrm>
            <a:off x="7072967" y="4186104"/>
            <a:ext cx="4751664" cy="20350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is like C/C++: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garbage collector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Low-level pointer manipulation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Structs inside structs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</a:rPr>
              <a:t>In-place mutation of fields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3FA2CD-CD2B-45A7-B793-A2180C5BFB8C}"/>
              </a:ext>
            </a:extLst>
          </p:cNvPr>
          <p:cNvCxnSpPr>
            <a:cxnSpLocks/>
            <a:stCxn id="22" idx="0"/>
            <a:endCxn id="9" idx="6"/>
          </p:cNvCxnSpPr>
          <p:nvPr/>
        </p:nvCxnSpPr>
        <p:spPr>
          <a:xfrm flipH="1" flipV="1">
            <a:off x="7371293" y="3354565"/>
            <a:ext cx="2077506" cy="831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2BB22A5-F345-4045-9D06-381136E03EA8}"/>
              </a:ext>
            </a:extLst>
          </p:cNvPr>
          <p:cNvSpPr txBox="1">
            <a:spLocks/>
          </p:cNvSpPr>
          <p:nvPr/>
        </p:nvSpPr>
        <p:spPr>
          <a:xfrm>
            <a:off x="4760851" y="4914761"/>
            <a:ext cx="2789526" cy="13680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is unique: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Ownership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Borrowing</a:t>
            </a:r>
          </a:p>
        </p:txBody>
      </p:sp>
    </p:spTree>
    <p:extLst>
      <p:ext uri="{BB962C8B-B14F-4D97-AF65-F5344CB8AC3E}">
        <p14:creationId xmlns:p14="http://schemas.microsoft.com/office/powerpoint/2010/main" val="369489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A9354-5BD5-FB7E-6C15-16BEDAB2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write systems code in Rust?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D35A3-02D2-9806-6E13-317417F2F0CB}"/>
              </a:ext>
            </a:extLst>
          </p:cNvPr>
          <p:cNvSpPr txBox="1"/>
          <p:nvPr/>
        </p:nvSpPr>
        <p:spPr>
          <a:xfrm>
            <a:off x="2701518" y="2316479"/>
            <a:ext cx="67889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“Speaking of languages, it's time to halt starting any new projects in C/C++ and use Rust for those scenarios where a non-GC language is required. For the sake of security and reliability, the industry should declare those languages as deprecated.”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Mark Russinovich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 Azure CTO), 2022</a:t>
            </a:r>
          </a:p>
        </p:txBody>
      </p:sp>
    </p:spTree>
    <p:extLst>
      <p:ext uri="{BB962C8B-B14F-4D97-AF65-F5344CB8AC3E}">
        <p14:creationId xmlns:p14="http://schemas.microsoft.com/office/powerpoint/2010/main" val="114067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CD39-5456-65D2-0E34-31CE4AB5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verification for systems programmers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32C0C-A7CA-2642-2687-AA72CC81E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1440316"/>
            <a:ext cx="10515600" cy="4351338"/>
          </a:xfrm>
        </p:spPr>
        <p:txBody>
          <a:bodyPr/>
          <a:lstStyle/>
          <a:p>
            <a:r>
              <a:rPr lang="en-US" dirty="0"/>
              <a:t>No separate proof language or proof assistant</a:t>
            </a:r>
          </a:p>
          <a:p>
            <a:r>
              <a:rPr lang="en-US" dirty="0"/>
              <a:t>specs + proofs + executable code in Rust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18FDB-D3AF-DA3E-355A-07EA70C25FB8}"/>
              </a:ext>
            </a:extLst>
          </p:cNvPr>
          <p:cNvSpPr txBox="1"/>
          <p:nvPr/>
        </p:nvSpPr>
        <p:spPr>
          <a:xfrm>
            <a:off x="202858" y="3109360"/>
            <a:ext cx="284141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spec fn triangle(n: int) -&gt;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    decreases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    if n &lt;= 0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       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    } else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        n + triangle(n - 1)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ea typeface="+mn-ea"/>
                <a:cs typeface="+mn-cs"/>
              </a:rPr>
              <a:t>}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CAA3C-EFFB-CC8F-AF4B-C5BC05049316}"/>
              </a:ext>
            </a:extLst>
          </p:cNvPr>
          <p:cNvSpPr txBox="1"/>
          <p:nvPr/>
        </p:nvSpPr>
        <p:spPr>
          <a:xfrm>
            <a:off x="3098849" y="3091799"/>
            <a:ext cx="4280659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proof </a:t>
            </a:r>
            <a:r>
              <a:rPr lang="en-US" b="1" dirty="0" err="1">
                <a:solidFill>
                  <a:srgbClr val="0070C0"/>
                </a:solidFill>
              </a:rPr>
              <a:t>fn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triangle_is_monotonic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: int, j: int)</a:t>
            </a:r>
          </a:p>
          <a:p>
            <a:r>
              <a:rPr lang="en-US" b="1" dirty="0">
                <a:solidFill>
                  <a:srgbClr val="0070C0"/>
                </a:solidFill>
              </a:rPr>
              <a:t>    ensures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 &lt;= j ==&gt; triangle(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) &lt;= triangle(j),</a:t>
            </a:r>
          </a:p>
          <a:p>
            <a:r>
              <a:rPr lang="en-US" b="1" dirty="0">
                <a:solidFill>
                  <a:srgbClr val="0070C0"/>
                </a:solidFill>
              </a:rPr>
              <a:t>    decreases j</a:t>
            </a:r>
          </a:p>
          <a:p>
            <a:r>
              <a:rPr lang="en-US" b="1" dirty="0">
                <a:solidFill>
                  <a:srgbClr val="0070C0"/>
                </a:solidFill>
              </a:rPr>
              <a:t>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if j &gt; 0 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</a:t>
            </a:r>
            <a:r>
              <a:rPr lang="en-US" b="1" dirty="0" err="1">
                <a:solidFill>
                  <a:srgbClr val="0070C0"/>
                </a:solidFill>
              </a:rPr>
              <a:t>triangle_is_monotonic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b="1" dirty="0">
                <a:solidFill>
                  <a:srgbClr val="0070C0"/>
                </a:solidFill>
              </a:rPr>
              <a:t>, j - 1);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}</a:t>
            </a:r>
          </a:p>
          <a:p>
            <a:r>
              <a:rPr lang="en-US" b="1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91AE4-08AE-4CE0-C26F-3331A4911DD7}"/>
              </a:ext>
            </a:extLst>
          </p:cNvPr>
          <p:cNvSpPr txBox="1"/>
          <p:nvPr/>
        </p:nvSpPr>
        <p:spPr>
          <a:xfrm>
            <a:off x="7488652" y="1983803"/>
            <a:ext cx="4604594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</a:t>
            </a:r>
            <a:r>
              <a:rPr lang="en-US" dirty="0" err="1"/>
              <a:t>loop_triangle</a:t>
            </a:r>
            <a:r>
              <a:rPr lang="en-US" dirty="0"/>
              <a:t>(n: u32) -&gt; (sum: u32)</a:t>
            </a:r>
          </a:p>
          <a:p>
            <a:r>
              <a:rPr lang="en-US" b="1" dirty="0">
                <a:solidFill>
                  <a:srgbClr val="00B050"/>
                </a:solidFill>
              </a:rPr>
              <a:t>    requires </a:t>
            </a:r>
            <a:r>
              <a:rPr lang="pt-BR" b="1" dirty="0">
                <a:solidFill>
                  <a:srgbClr val="00B050"/>
                </a:solidFill>
              </a:rPr>
              <a:t>triangle(n as int) &lt;= u32::MAX</a:t>
            </a:r>
          </a:p>
          <a:p>
            <a:r>
              <a:rPr lang="en-US" b="1" dirty="0">
                <a:solidFill>
                  <a:srgbClr val="00B050"/>
                </a:solidFill>
              </a:rPr>
              <a:t>    ensures </a:t>
            </a:r>
            <a:r>
              <a:rPr lang="pt-BR" b="1" dirty="0">
                <a:solidFill>
                  <a:srgbClr val="00B050"/>
                </a:solidFill>
              </a:rPr>
              <a:t>sum == triangle(n as int)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let mut sum: u32 = 0;</a:t>
            </a:r>
          </a:p>
          <a:p>
            <a:r>
              <a:rPr lang="en-US" dirty="0"/>
              <a:t>    for </a:t>
            </a:r>
            <a:r>
              <a:rPr lang="en-US" dirty="0" err="1"/>
              <a:t>idx</a:t>
            </a:r>
            <a:r>
              <a:rPr lang="en-US" dirty="0"/>
              <a:t> in 0..n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invariant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sum == triangle(</a:t>
            </a:r>
            <a:r>
              <a:rPr lang="en-US" b="1" dirty="0" err="1">
                <a:solidFill>
                  <a:srgbClr val="00B050"/>
                </a:solidFill>
              </a:rPr>
              <a:t>idx</a:t>
            </a:r>
            <a:r>
              <a:rPr lang="en-US" b="1" dirty="0">
                <a:solidFill>
                  <a:srgbClr val="00B050"/>
                </a:solidFill>
              </a:rPr>
              <a:t> as int),</a:t>
            </a:r>
          </a:p>
          <a:p>
            <a:r>
              <a:rPr lang="pt-BR" b="1" dirty="0">
                <a:solidFill>
                  <a:srgbClr val="00B050"/>
                </a:solidFill>
              </a:rPr>
              <a:t>            triangle(n as int) &lt;= u32::MAX,</a:t>
            </a:r>
          </a:p>
          <a:p>
            <a:r>
              <a:rPr lang="en-US" dirty="0"/>
              <a:t>    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assert(sum + (</a:t>
            </a:r>
            <a:r>
              <a:rPr lang="en-US" b="1" dirty="0" err="1">
                <a:solidFill>
                  <a:srgbClr val="0070C0"/>
                </a:solidFill>
              </a:rPr>
              <a:t>idx</a:t>
            </a:r>
            <a:r>
              <a:rPr lang="en-US" b="1" dirty="0">
                <a:solidFill>
                  <a:srgbClr val="0070C0"/>
                </a:solidFill>
              </a:rPr>
              <a:t> + 1) &lt;= u32::MAX) by {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   </a:t>
            </a:r>
            <a:r>
              <a:rPr lang="en-US" b="1" dirty="0" err="1">
                <a:solidFill>
                  <a:srgbClr val="0070C0"/>
                </a:solidFill>
              </a:rPr>
              <a:t>triangle_is_monotonic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idx</a:t>
            </a:r>
            <a:r>
              <a:rPr lang="en-US" b="1" dirty="0">
                <a:solidFill>
                  <a:srgbClr val="0070C0"/>
                </a:solidFill>
              </a:rPr>
              <a:t> + 1, n as int);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}</a:t>
            </a:r>
          </a:p>
          <a:p>
            <a:r>
              <a:rPr lang="en-US" dirty="0"/>
              <a:t>        sum = sum + (</a:t>
            </a:r>
            <a:r>
              <a:rPr lang="en-US" dirty="0" err="1"/>
              <a:t>idx</a:t>
            </a:r>
            <a:r>
              <a:rPr lang="en-US" dirty="0"/>
              <a:t> + 1);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sum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9395B7-9A67-AAE8-A217-3D1141EDA18C}"/>
              </a:ext>
            </a:extLst>
          </p:cNvPr>
          <p:cNvCxnSpPr>
            <a:cxnSpLocks/>
          </p:cNvCxnSpPr>
          <p:nvPr/>
        </p:nvCxnSpPr>
        <p:spPr>
          <a:xfrm flipH="1">
            <a:off x="693964" y="2383971"/>
            <a:ext cx="530679" cy="725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A8EA0C-765F-71DE-8B7B-18412C6519E1}"/>
              </a:ext>
            </a:extLst>
          </p:cNvPr>
          <p:cNvCxnSpPr>
            <a:cxnSpLocks/>
          </p:cNvCxnSpPr>
          <p:nvPr/>
        </p:nvCxnSpPr>
        <p:spPr>
          <a:xfrm>
            <a:off x="2449286" y="2383971"/>
            <a:ext cx="982738" cy="70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B50213-0769-8D5C-BDC8-9401DDE90F46}"/>
              </a:ext>
            </a:extLst>
          </p:cNvPr>
          <p:cNvCxnSpPr>
            <a:cxnSpLocks/>
          </p:cNvCxnSpPr>
          <p:nvPr/>
        </p:nvCxnSpPr>
        <p:spPr>
          <a:xfrm>
            <a:off x="4041321" y="2323703"/>
            <a:ext cx="3447331" cy="543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C36442-77BB-BB8A-90E3-5C1D3E7A78EA}"/>
              </a:ext>
            </a:extLst>
          </p:cNvPr>
          <p:cNvSpPr txBox="1"/>
          <p:nvPr/>
        </p:nvSpPr>
        <p:spPr>
          <a:xfrm>
            <a:off x="739357" y="5811979"/>
            <a:ext cx="42966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spec </a:t>
            </a:r>
            <a:r>
              <a:rPr lang="en-US" dirty="0" err="1"/>
              <a:t>fn</a:t>
            </a:r>
            <a:r>
              <a:rPr lang="en-US" dirty="0"/>
              <a:t>, proof </a:t>
            </a:r>
            <a:r>
              <a:rPr lang="en-US" dirty="0" err="1"/>
              <a:t>fn</a:t>
            </a:r>
            <a:r>
              <a:rPr lang="en-US" dirty="0"/>
              <a:t> must terminate</a:t>
            </a:r>
          </a:p>
          <a:p>
            <a:r>
              <a:rPr lang="en-US" dirty="0"/>
              <a:t>- disallowed: spec </a:t>
            </a:r>
            <a:r>
              <a:rPr lang="en-US" dirty="0" err="1"/>
              <a:t>fn</a:t>
            </a:r>
            <a:r>
              <a:rPr lang="en-US" dirty="0"/>
              <a:t> f() -&gt; bool { !f() }</a:t>
            </a:r>
          </a:p>
          <a:p>
            <a:r>
              <a:rPr lang="en-US" dirty="0"/>
              <a:t>- disallowed: proof </a:t>
            </a:r>
            <a:r>
              <a:rPr lang="en-US" dirty="0" err="1"/>
              <a:t>fn</a:t>
            </a:r>
            <a:r>
              <a:rPr lang="en-US" dirty="0"/>
              <a:t> f() ensures false { f(); }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EC6CD6-D10C-5F66-CA80-3FEFAE287A4A}"/>
              </a:ext>
            </a:extLst>
          </p:cNvPr>
          <p:cNvCxnSpPr/>
          <p:nvPr/>
        </p:nvCxnSpPr>
        <p:spPr>
          <a:xfrm flipH="1" flipV="1">
            <a:off x="1224643" y="3657600"/>
            <a:ext cx="485285" cy="2203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807A73-62ED-AF2F-B4D4-56A5D02D25AC}"/>
              </a:ext>
            </a:extLst>
          </p:cNvPr>
          <p:cNvCxnSpPr/>
          <p:nvPr/>
        </p:nvCxnSpPr>
        <p:spPr>
          <a:xfrm flipV="1">
            <a:off x="2551176" y="4187952"/>
            <a:ext cx="1261872" cy="1624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24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4542-7148-E779-A5F2-CD2C8685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FA4A-D243-7815-385C-24281B5A7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Verification condition (VC) generation</a:t>
            </a:r>
          </a:p>
          <a:p>
            <a:r>
              <a:rPr lang="en-US" dirty="0"/>
              <a:t>Using SMT solvers</a:t>
            </a:r>
          </a:p>
          <a:p>
            <a:r>
              <a:rPr lang="en-US" dirty="0"/>
              <a:t>Higher-order features, </a:t>
            </a:r>
            <a:r>
              <a:rPr lang="en-US" dirty="0" err="1"/>
              <a:t>vstd</a:t>
            </a:r>
            <a:r>
              <a:rPr lang="en-US" dirty="0"/>
              <a:t> library</a:t>
            </a:r>
          </a:p>
          <a:p>
            <a:r>
              <a:rPr lang="en-US" dirty="0"/>
              <a:t>Generics and traits (briefly)</a:t>
            </a:r>
          </a:p>
          <a:p>
            <a:r>
              <a:rPr lang="en-US" dirty="0"/>
              <a:t>Ownership, &amp;, &amp;mut</a:t>
            </a:r>
          </a:p>
          <a:p>
            <a:r>
              <a:rPr lang="en-US" dirty="0"/>
              <a:t>Verifying unsafe Rust code</a:t>
            </a:r>
          </a:p>
          <a:p>
            <a:r>
              <a:rPr lang="en-US" dirty="0"/>
              <a:t>Concurrency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188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10B8-8D61-BB1F-F338-F9163777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1DBB-E1E5-3A61-7FB5-07403C9D1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Verification condition (VC)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9E036-D485-8472-7E1B-52B754B0C2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1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386F-E5E1-D60E-E001-25115FA93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condition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9D6D8-95ED-B38B-992D-BB78386C6AA1}"/>
              </a:ext>
            </a:extLst>
          </p:cNvPr>
          <p:cNvSpPr txBox="1"/>
          <p:nvPr/>
        </p:nvSpPr>
        <p:spPr>
          <a:xfrm>
            <a:off x="356049" y="3995443"/>
            <a:ext cx="2792688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</a:rPr>
              <a:t>proof </a:t>
            </a:r>
            <a:r>
              <a:rPr lang="en-US" sz="2000" dirty="0" err="1">
                <a:solidFill>
                  <a:schemeClr val="tx1"/>
                </a:solidFill>
                <a:highlight>
                  <a:srgbClr val="FFFFFF"/>
                </a:highlight>
              </a:rPr>
              <a:t>fn</a:t>
            </a: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</a:rPr>
              <a:t> test(x: int, y: int)</a:t>
            </a:r>
          </a:p>
          <a:p>
            <a:r>
              <a:rPr lang="es-ES" sz="2000" dirty="0">
                <a:solidFill>
                  <a:schemeClr val="tx1"/>
                </a:solidFill>
                <a:highlight>
                  <a:srgbClr val="FFFFFF"/>
                </a:highlight>
              </a:rPr>
              <a:t>    </a:t>
            </a:r>
            <a:r>
              <a:rPr lang="es-ES" sz="2000" dirty="0" err="1">
                <a:solidFill>
                  <a:schemeClr val="tx1"/>
                </a:solidFill>
                <a:highlight>
                  <a:srgbClr val="FFFFFF"/>
                </a:highlight>
              </a:rPr>
              <a:t>ensures</a:t>
            </a:r>
            <a:r>
              <a:rPr lang="es-ES" sz="2000" dirty="0">
                <a:solidFill>
                  <a:schemeClr val="tx1"/>
                </a:solidFill>
                <a:highlight>
                  <a:srgbClr val="FFFFFF"/>
                </a:highlight>
              </a:rPr>
              <a:t> x + y == y + x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0F4AA-6FEC-B77D-76BC-20322F95B3C4}"/>
              </a:ext>
            </a:extLst>
          </p:cNvPr>
          <p:cNvSpPr txBox="1"/>
          <p:nvPr/>
        </p:nvSpPr>
        <p:spPr>
          <a:xfrm>
            <a:off x="5494764" y="3788355"/>
            <a:ext cx="3346622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highlight>
                  <a:srgbClr val="FFFFFF"/>
                </a:highlight>
              </a:rPr>
              <a:t>;; note: hand edited to simplify</a:t>
            </a:r>
          </a:p>
          <a:p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(declare-const x! Int)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(declare-const y! Int)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(assert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 (not</a:t>
            </a:r>
          </a:p>
          <a:p>
            <a:r>
              <a:rPr lang="es-ES" sz="2000" dirty="0">
                <a:solidFill>
                  <a:srgbClr val="000000"/>
                </a:solidFill>
                <a:highlight>
                  <a:srgbClr val="FFFFFF"/>
                </a:highlight>
              </a:rPr>
              <a:t>   (= (</a:t>
            </a:r>
            <a:r>
              <a:rPr lang="es-E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Add</a:t>
            </a:r>
            <a:r>
              <a:rPr lang="es-ES" sz="2000" dirty="0">
                <a:solidFill>
                  <a:srgbClr val="000000"/>
                </a:solidFill>
                <a:highlight>
                  <a:srgbClr val="FFFFFF"/>
                </a:highlight>
              </a:rPr>
              <a:t> x! y!) (</a:t>
            </a:r>
            <a:r>
              <a:rPr lang="es-E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Add</a:t>
            </a:r>
            <a:r>
              <a:rPr lang="es-ES" sz="2000" dirty="0">
                <a:solidFill>
                  <a:srgbClr val="000000"/>
                </a:solidFill>
                <a:highlight>
                  <a:srgbClr val="FFFFFF"/>
                </a:highlight>
              </a:rPr>
              <a:t> y! x!))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))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(check-sat)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960E9C-B343-FB3A-A627-A02B18432E9F}"/>
              </a:ext>
            </a:extLst>
          </p:cNvPr>
          <p:cNvSpPr txBox="1"/>
          <p:nvPr/>
        </p:nvSpPr>
        <p:spPr>
          <a:xfrm>
            <a:off x="984059" y="2039193"/>
            <a:ext cx="95648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test.rs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305CE-69F4-C48A-B913-B1D631A775F0}"/>
              </a:ext>
            </a:extLst>
          </p:cNvPr>
          <p:cNvSpPr txBox="1"/>
          <p:nvPr/>
        </p:nvSpPr>
        <p:spPr>
          <a:xfrm>
            <a:off x="6597102" y="2026299"/>
            <a:ext cx="14111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root.smt2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642661-C81D-7210-B47C-3EC7780035F2}"/>
              </a:ext>
            </a:extLst>
          </p:cNvPr>
          <p:cNvSpPr/>
          <p:nvPr/>
        </p:nvSpPr>
        <p:spPr>
          <a:xfrm>
            <a:off x="3042877" y="1710180"/>
            <a:ext cx="2451887" cy="1132885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Verus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D8DB6D-F831-2E7D-20B7-DB02D4E9B4E2}"/>
              </a:ext>
            </a:extLst>
          </p:cNvPr>
          <p:cNvSpPr/>
          <p:nvPr/>
        </p:nvSpPr>
        <p:spPr>
          <a:xfrm>
            <a:off x="9098953" y="1721034"/>
            <a:ext cx="2451887" cy="1132885"/>
          </a:xfrm>
          <a:prstGeom prst="round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SMT solver (Z3)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9552C2A-54B2-FC8F-C79A-6FFDE839B6D4}"/>
              </a:ext>
            </a:extLst>
          </p:cNvPr>
          <p:cNvSpPr/>
          <p:nvPr/>
        </p:nvSpPr>
        <p:spPr>
          <a:xfrm>
            <a:off x="1950181" y="2039193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921897C-8C01-8EE4-7610-D1D2758FD1F1}"/>
              </a:ext>
            </a:extLst>
          </p:cNvPr>
          <p:cNvSpPr/>
          <p:nvPr/>
        </p:nvSpPr>
        <p:spPr>
          <a:xfrm>
            <a:off x="5494764" y="2036045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689E187-7AE3-2418-205A-90A832D42A83}"/>
              </a:ext>
            </a:extLst>
          </p:cNvPr>
          <p:cNvSpPr/>
          <p:nvPr/>
        </p:nvSpPr>
        <p:spPr>
          <a:xfrm>
            <a:off x="8033953" y="2052591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58F8F-A3BE-7921-4C28-EAD714D8D8E7}"/>
              </a:ext>
            </a:extLst>
          </p:cNvPr>
          <p:cNvSpPr txBox="1"/>
          <p:nvPr/>
        </p:nvSpPr>
        <p:spPr>
          <a:xfrm>
            <a:off x="5726595" y="1347450"/>
            <a:ext cx="3217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SMT file contains</a:t>
            </a:r>
          </a:p>
          <a:p>
            <a:r>
              <a:rPr lang="en-US" dirty="0"/>
              <a:t>verification conditions for test.rs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F4BC41-225F-E96C-6F2D-A320E1E75D53}"/>
              </a:ext>
            </a:extLst>
          </p:cNvPr>
          <p:cNvSpPr txBox="1"/>
          <p:nvPr/>
        </p:nvSpPr>
        <p:spPr>
          <a:xfrm>
            <a:off x="543935" y="5470216"/>
            <a:ext cx="2723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verus</a:t>
            </a:r>
            <a:r>
              <a:rPr lang="en-US" sz="2400" dirty="0"/>
              <a:t> test.rs --log-all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581BFC-748E-9DE0-5702-52D7D4C26D4E}"/>
              </a:ext>
            </a:extLst>
          </p:cNvPr>
          <p:cNvCxnSpPr>
            <a:cxnSpLocks/>
          </p:cNvCxnSpPr>
          <p:nvPr/>
        </p:nvCxnSpPr>
        <p:spPr>
          <a:xfrm flipH="1">
            <a:off x="356049" y="2514256"/>
            <a:ext cx="628010" cy="1481187"/>
          </a:xfrm>
          <a:prstGeom prst="line">
            <a:avLst/>
          </a:prstGeom>
          <a:ln w="76200">
            <a:solidFill>
              <a:srgbClr val="00206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D0AC0C-089F-59F1-74C0-739D37384EAD}"/>
              </a:ext>
            </a:extLst>
          </p:cNvPr>
          <p:cNvCxnSpPr>
            <a:cxnSpLocks/>
          </p:cNvCxnSpPr>
          <p:nvPr/>
        </p:nvCxnSpPr>
        <p:spPr>
          <a:xfrm>
            <a:off x="1950181" y="2514256"/>
            <a:ext cx="1198556" cy="1481187"/>
          </a:xfrm>
          <a:prstGeom prst="line">
            <a:avLst/>
          </a:prstGeom>
          <a:ln w="76200">
            <a:solidFill>
              <a:srgbClr val="00206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273976-1E90-53DB-1D38-0717F3DFC037}"/>
              </a:ext>
            </a:extLst>
          </p:cNvPr>
          <p:cNvCxnSpPr>
            <a:cxnSpLocks/>
          </p:cNvCxnSpPr>
          <p:nvPr/>
        </p:nvCxnSpPr>
        <p:spPr>
          <a:xfrm>
            <a:off x="8018872" y="2507640"/>
            <a:ext cx="848209" cy="1307007"/>
          </a:xfrm>
          <a:prstGeom prst="line">
            <a:avLst/>
          </a:prstGeom>
          <a:ln w="76200">
            <a:solidFill>
              <a:srgbClr val="00206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532A2C-5402-046E-A1A5-C509C18E6BFD}"/>
              </a:ext>
            </a:extLst>
          </p:cNvPr>
          <p:cNvCxnSpPr>
            <a:cxnSpLocks/>
          </p:cNvCxnSpPr>
          <p:nvPr/>
        </p:nvCxnSpPr>
        <p:spPr>
          <a:xfrm flipH="1">
            <a:off x="5520459" y="2487964"/>
            <a:ext cx="1076643" cy="1300391"/>
          </a:xfrm>
          <a:prstGeom prst="line">
            <a:avLst/>
          </a:prstGeom>
          <a:ln w="76200">
            <a:solidFill>
              <a:srgbClr val="00206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4489F8-6CCB-F573-9E92-23F0FC42CFC6}"/>
              </a:ext>
            </a:extLst>
          </p:cNvPr>
          <p:cNvSpPr txBox="1"/>
          <p:nvPr/>
        </p:nvSpPr>
        <p:spPr>
          <a:xfrm>
            <a:off x="9385334" y="3995443"/>
            <a:ext cx="28066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find counterexample</a:t>
            </a:r>
          </a:p>
          <a:p>
            <a:r>
              <a:rPr lang="en-US" dirty="0"/>
              <a:t>(x and y such that “ensures”</a:t>
            </a:r>
          </a:p>
          <a:p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hold)</a:t>
            </a:r>
          </a:p>
        </p:txBody>
      </p:sp>
    </p:spTree>
    <p:extLst>
      <p:ext uri="{BB962C8B-B14F-4D97-AF65-F5344CB8AC3E}">
        <p14:creationId xmlns:p14="http://schemas.microsoft.com/office/powerpoint/2010/main" val="20527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7C33-17D4-20DB-5979-A2B1ECC4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46AE-6E7B-57E9-3887-61E1C77E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condition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3AF93-CBC1-95EE-7315-596B5B365DEF}"/>
              </a:ext>
            </a:extLst>
          </p:cNvPr>
          <p:cNvSpPr txBox="1"/>
          <p:nvPr/>
        </p:nvSpPr>
        <p:spPr>
          <a:xfrm>
            <a:off x="472907" y="3595393"/>
            <a:ext cx="290316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FF"/>
                </a:highlight>
              </a:rPr>
              <a:t>proof </a:t>
            </a:r>
            <a:r>
              <a:rPr lang="en-US" dirty="0" err="1">
                <a:highlight>
                  <a:srgbClr val="FFFFFF"/>
                </a:highlight>
              </a:rPr>
              <a:t>fn</a:t>
            </a:r>
            <a:r>
              <a:rPr lang="en-US" dirty="0">
                <a:highlight>
                  <a:srgbClr val="FFFFFF"/>
                </a:highlight>
              </a:rPr>
              <a:t> test1(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: int) -&gt; (r: int)</a:t>
            </a:r>
          </a:p>
          <a:p>
            <a:r>
              <a:rPr lang="en-US" dirty="0">
                <a:highlight>
                  <a:srgbClr val="FFFFFF"/>
                </a:highlight>
              </a:rPr>
              <a:t>    ensures r == 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 + 15</a:t>
            </a:r>
          </a:p>
          <a:p>
            <a:r>
              <a:rPr lang="en-US" dirty="0">
                <a:highlight>
                  <a:srgbClr val="FFFFFF"/>
                </a:highlight>
              </a:rPr>
              <a:t>{</a:t>
            </a:r>
          </a:p>
          <a:p>
            <a:r>
              <a:rPr lang="nn-NO" dirty="0">
                <a:highlight>
                  <a:srgbClr val="FFFFFF"/>
                </a:highlight>
              </a:rPr>
              <a:t>    let mut x = i + 3;</a:t>
            </a:r>
          </a:p>
          <a:p>
            <a:r>
              <a:rPr lang="en-US" dirty="0">
                <a:highlight>
                  <a:srgbClr val="FFFFFF"/>
                </a:highlight>
              </a:rPr>
              <a:t>    x = x + 5;</a:t>
            </a:r>
          </a:p>
          <a:p>
            <a:r>
              <a:rPr lang="en-US" dirty="0">
                <a:highlight>
                  <a:srgbClr val="FFFFFF"/>
                </a:highlight>
              </a:rPr>
              <a:t>    x = x + 7;</a:t>
            </a:r>
          </a:p>
          <a:p>
            <a:r>
              <a:rPr lang="en-US" dirty="0">
                <a:highlight>
                  <a:srgbClr val="FFFFFF"/>
                </a:highlight>
              </a:rPr>
              <a:t>    x</a:t>
            </a:r>
          </a:p>
          <a:p>
            <a:r>
              <a:rPr lang="en-US" dirty="0">
                <a:highlight>
                  <a:srgbClr val="FFFFFF"/>
                </a:highlight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3A560-8F26-C012-7123-8B9D9BCC41CC}"/>
              </a:ext>
            </a:extLst>
          </p:cNvPr>
          <p:cNvSpPr txBox="1"/>
          <p:nvPr/>
        </p:nvSpPr>
        <p:spPr>
          <a:xfrm>
            <a:off x="3722802" y="2684473"/>
            <a:ext cx="303634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highlight>
                  <a:srgbClr val="FFFFFF"/>
                </a:highlight>
              </a:rPr>
              <a:t>;; note: hand edited to simplify</a:t>
            </a:r>
          </a:p>
          <a:p>
            <a:r>
              <a:rPr lang="en-US" dirty="0"/>
              <a:t>(check-valid</a:t>
            </a:r>
          </a:p>
          <a:p>
            <a:r>
              <a:rPr lang="en-US" dirty="0"/>
              <a:t> (declare-const r! Int)</a:t>
            </a:r>
          </a:p>
          <a:p>
            <a:r>
              <a:rPr lang="en-US" dirty="0"/>
              <a:t> (declare-const </a:t>
            </a:r>
            <a:r>
              <a:rPr lang="en-US" dirty="0" err="1"/>
              <a:t>i</a:t>
            </a:r>
            <a:r>
              <a:rPr lang="en-US" dirty="0"/>
              <a:t>! Int)</a:t>
            </a:r>
          </a:p>
          <a:p>
            <a:r>
              <a:rPr lang="en-US" dirty="0"/>
              <a:t> (declare-var x@ Int)</a:t>
            </a:r>
          </a:p>
          <a:p>
            <a:endParaRPr lang="en-US" dirty="0"/>
          </a:p>
          <a:p>
            <a:r>
              <a:rPr lang="en-US" dirty="0"/>
              <a:t> (block</a:t>
            </a:r>
          </a:p>
          <a:p>
            <a:r>
              <a:rPr lang="it-IT" dirty="0"/>
              <a:t>  (assume (= x@ (Add i! 3)))</a:t>
            </a:r>
          </a:p>
          <a:p>
            <a:r>
              <a:rPr lang="en-US" dirty="0"/>
              <a:t>  (assign x@ (Add x@ 5))</a:t>
            </a:r>
          </a:p>
          <a:p>
            <a:r>
              <a:rPr lang="en-US" dirty="0"/>
              <a:t>  (assign x@ (Add x@ 7))</a:t>
            </a:r>
          </a:p>
          <a:p>
            <a:r>
              <a:rPr lang="en-US" dirty="0"/>
              <a:t>  (assume (= r! x@))</a:t>
            </a:r>
          </a:p>
          <a:p>
            <a:r>
              <a:rPr lang="en-US" dirty="0"/>
              <a:t>  (assert (= r! (Add </a:t>
            </a:r>
            <a:r>
              <a:rPr lang="en-US" dirty="0" err="1"/>
              <a:t>i</a:t>
            </a:r>
            <a:r>
              <a:rPr lang="en-US" dirty="0"/>
              <a:t>! 15)))</a:t>
            </a:r>
          </a:p>
          <a:p>
            <a:r>
              <a:rPr lang="en-US" dirty="0"/>
              <a:t> )</a:t>
            </a:r>
          </a:p>
          <a:p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268C3-BED4-1557-84F6-00F5F96B5218}"/>
              </a:ext>
            </a:extLst>
          </p:cNvPr>
          <p:cNvSpPr txBox="1"/>
          <p:nvPr/>
        </p:nvSpPr>
        <p:spPr>
          <a:xfrm>
            <a:off x="1329392" y="1831458"/>
            <a:ext cx="95648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test.rs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E14F7-DFE0-1AB8-D439-585B70F242E6}"/>
              </a:ext>
            </a:extLst>
          </p:cNvPr>
          <p:cNvSpPr txBox="1"/>
          <p:nvPr/>
        </p:nvSpPr>
        <p:spPr>
          <a:xfrm>
            <a:off x="7846237" y="1818564"/>
            <a:ext cx="14111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root.smt2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F3402-61D4-7505-AAC3-3674274EC3DF}"/>
              </a:ext>
            </a:extLst>
          </p:cNvPr>
          <p:cNvSpPr txBox="1"/>
          <p:nvPr/>
        </p:nvSpPr>
        <p:spPr>
          <a:xfrm>
            <a:off x="4648044" y="1828309"/>
            <a:ext cx="111588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root.air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33E2E-574C-4CAC-CB60-CF6119CCBC1F}"/>
              </a:ext>
            </a:extLst>
          </p:cNvPr>
          <p:cNvSpPr txBox="1"/>
          <p:nvPr/>
        </p:nvSpPr>
        <p:spPr>
          <a:xfrm>
            <a:off x="7105874" y="2421000"/>
            <a:ext cx="303634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highlight>
                  <a:srgbClr val="FFFFFF"/>
                </a:highlight>
              </a:rPr>
              <a:t>;; note: hand edited to simplify</a:t>
            </a:r>
          </a:p>
          <a:p>
            <a:r>
              <a:rPr lang="en-US" dirty="0"/>
              <a:t>(declare-const r! Int)</a:t>
            </a:r>
          </a:p>
          <a:p>
            <a:r>
              <a:rPr lang="en-US" dirty="0"/>
              <a:t>(declare-const </a:t>
            </a:r>
            <a:r>
              <a:rPr lang="en-US" dirty="0" err="1"/>
              <a:t>i</a:t>
            </a:r>
            <a:r>
              <a:rPr lang="en-US" dirty="0"/>
              <a:t>! Int)</a:t>
            </a:r>
          </a:p>
          <a:p>
            <a:r>
              <a:rPr lang="en-US" dirty="0"/>
              <a:t>(declare-const x@0 Int)</a:t>
            </a:r>
          </a:p>
          <a:p>
            <a:r>
              <a:rPr lang="en-US" dirty="0"/>
              <a:t>(declare-const x@1 Int)</a:t>
            </a:r>
          </a:p>
          <a:p>
            <a:r>
              <a:rPr lang="en-US" dirty="0"/>
              <a:t>(declare-const x@2 Int)</a:t>
            </a:r>
          </a:p>
          <a:p>
            <a:r>
              <a:rPr lang="en-US" dirty="0"/>
              <a:t>(assert</a:t>
            </a:r>
          </a:p>
          <a:p>
            <a:r>
              <a:rPr lang="en-US" dirty="0"/>
              <a:t> (not</a:t>
            </a:r>
          </a:p>
          <a:p>
            <a:r>
              <a:rPr lang="nn-NO" dirty="0"/>
              <a:t>  (=&gt; (= x@0 (Add i! 3))</a:t>
            </a:r>
          </a:p>
          <a:p>
            <a:r>
              <a:rPr lang="en-US" dirty="0"/>
              <a:t>   (=&gt; (= x@1 (Add x@0 5))</a:t>
            </a:r>
          </a:p>
          <a:p>
            <a:r>
              <a:rPr lang="en-US" dirty="0"/>
              <a:t>    (=&gt; (= x@2 (Add x@1 7))</a:t>
            </a:r>
          </a:p>
          <a:p>
            <a:r>
              <a:rPr lang="en-US" dirty="0"/>
              <a:t>     (=&gt; (= r! x@2)</a:t>
            </a:r>
          </a:p>
          <a:p>
            <a:r>
              <a:rPr lang="en-US" dirty="0"/>
              <a:t>      (= r! (Add </a:t>
            </a:r>
            <a:r>
              <a:rPr lang="en-US" dirty="0" err="1"/>
              <a:t>i</a:t>
            </a:r>
            <a:r>
              <a:rPr lang="en-US" dirty="0"/>
              <a:t>! 15))</a:t>
            </a:r>
          </a:p>
          <a:p>
            <a:r>
              <a:rPr lang="en-US" dirty="0"/>
              <a:t>))))))</a:t>
            </a:r>
          </a:p>
          <a:p>
            <a:r>
              <a:rPr lang="en-US" dirty="0"/>
              <a:t>(check-sat)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B0FEC41-0107-715F-8B36-7E927E8F9360}"/>
              </a:ext>
            </a:extLst>
          </p:cNvPr>
          <p:cNvSpPr/>
          <p:nvPr/>
        </p:nvSpPr>
        <p:spPr>
          <a:xfrm>
            <a:off x="2934607" y="1831458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3F5E99F-4DE6-9E4E-AF9B-5EF1455B4D8D}"/>
              </a:ext>
            </a:extLst>
          </p:cNvPr>
          <p:cNvSpPr/>
          <p:nvPr/>
        </p:nvSpPr>
        <p:spPr>
          <a:xfrm>
            <a:off x="6281596" y="1831458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DD6C-7B39-040B-89B8-AD4EE3973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AFCB70-95C5-2FB4-B5FB-6C0B1D7B672A}"/>
              </a:ext>
            </a:extLst>
          </p:cNvPr>
          <p:cNvSpPr txBox="1"/>
          <p:nvPr/>
        </p:nvSpPr>
        <p:spPr>
          <a:xfrm>
            <a:off x="2497522" y="1470559"/>
            <a:ext cx="3900107" cy="12003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((assert E), Q) = E &amp;&amp; Q</a:t>
            </a: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((assume E), Q) = E ==&gt; Q</a:t>
            </a: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((assign x := E), Q) = </a:t>
            </a:r>
            <a:r>
              <a:rPr lang="en-US" dirty="0" err="1">
                <a:highlight>
                  <a:srgbClr val="FFFFFF"/>
                </a:highlight>
              </a:rPr>
              <a:t>subst</a:t>
            </a:r>
            <a:r>
              <a:rPr lang="en-US" dirty="0">
                <a:highlight>
                  <a:srgbClr val="FFFFFF"/>
                </a:highlight>
              </a:rPr>
              <a:t> x := E in Q</a:t>
            </a: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((S1; S2), Q) = </a:t>
            </a:r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(S1, </a:t>
            </a:r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(S2, Q))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1D827-5BBA-6224-50C1-2DA1A708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Weakest preconditions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C6992-32F9-0031-67B8-393E3A60DE8C}"/>
              </a:ext>
            </a:extLst>
          </p:cNvPr>
          <p:cNvSpPr txBox="1"/>
          <p:nvPr/>
        </p:nvSpPr>
        <p:spPr>
          <a:xfrm>
            <a:off x="6460729" y="490359"/>
            <a:ext cx="5634171" cy="120032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From Speaking Logic lecture:</a:t>
            </a:r>
          </a:p>
          <a:p>
            <a:r>
              <a:rPr lang="en-US" dirty="0"/>
              <a:t>The proof of a valid triple {P}S{Q} can be decomposed into</a:t>
            </a:r>
          </a:p>
          <a:p>
            <a:r>
              <a:rPr lang="en-US" dirty="0"/>
              <a:t>1. The valid triple {</a:t>
            </a:r>
            <a:r>
              <a:rPr lang="en-US" dirty="0" err="1"/>
              <a:t>wlp</a:t>
            </a:r>
            <a:r>
              <a:rPr lang="en-US" dirty="0"/>
              <a:t>(S)(Q)}S{Q}, and</a:t>
            </a:r>
          </a:p>
          <a:p>
            <a:r>
              <a:rPr lang="en-US" dirty="0"/>
              <a:t>2. The valid assertion P ==&gt; </a:t>
            </a:r>
            <a:r>
              <a:rPr lang="en-US" dirty="0" err="1"/>
              <a:t>wlp</a:t>
            </a:r>
            <a:r>
              <a:rPr lang="en-US" dirty="0"/>
              <a:t>(S)(Q)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490F1-B791-0AEC-68B5-C047ABD89CBA}"/>
              </a:ext>
            </a:extLst>
          </p:cNvPr>
          <p:cNvSpPr txBox="1"/>
          <p:nvPr/>
        </p:nvSpPr>
        <p:spPr>
          <a:xfrm>
            <a:off x="499277" y="1516726"/>
            <a:ext cx="1935145" cy="23083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({</a:t>
            </a:r>
          </a:p>
          <a:p>
            <a:r>
              <a:rPr lang="it-IT" dirty="0"/>
              <a:t>    assume x = i + 3;</a:t>
            </a:r>
          </a:p>
          <a:p>
            <a:r>
              <a:rPr lang="it-IT" dirty="0"/>
              <a:t>    assign x := x + 5;</a:t>
            </a:r>
          </a:p>
          <a:p>
            <a:r>
              <a:rPr lang="it-IT" dirty="0"/>
              <a:t>    assign x := x + 7;</a:t>
            </a:r>
          </a:p>
          <a:p>
            <a:r>
              <a:rPr lang="it-IT" dirty="0"/>
              <a:t>    assume r = x;</a:t>
            </a:r>
          </a:p>
          <a:p>
            <a:r>
              <a:rPr lang="it-IT" dirty="0"/>
              <a:t>    assert r = i + 15</a:t>
            </a:r>
          </a:p>
          <a:p>
            <a:r>
              <a:rPr lang="it-IT" dirty="0"/>
              <a:t>  },</a:t>
            </a:r>
          </a:p>
          <a:p>
            <a:r>
              <a:rPr lang="it-IT" dirty="0"/>
              <a:t>  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03569-7532-51EE-D654-5FCC5E8B58D5}"/>
              </a:ext>
            </a:extLst>
          </p:cNvPr>
          <p:cNvSpPr txBox="1"/>
          <p:nvPr/>
        </p:nvSpPr>
        <p:spPr>
          <a:xfrm>
            <a:off x="499277" y="4256569"/>
            <a:ext cx="2129109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+ 5,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+ 7,</a:t>
            </a:r>
          </a:p>
          <a:p>
            <a:r>
              <a:rPr lang="it-IT" dirty="0">
                <a:highlight>
                  <a:srgbClr val="FFFFFF"/>
                </a:highlight>
              </a:rPr>
              <a:t>wlp(assume r = x,</a:t>
            </a:r>
          </a:p>
          <a:p>
            <a:r>
              <a:rPr lang="it-IT" dirty="0">
                <a:highlight>
                  <a:srgbClr val="FFFFFF"/>
                </a:highlight>
              </a:rPr>
              <a:t>wlp(assert r = i + 15,</a:t>
            </a:r>
          </a:p>
          <a:p>
            <a:r>
              <a:rPr lang="it-IT" dirty="0">
                <a:highlight>
                  <a:srgbClr val="FFFFFF"/>
                </a:highlight>
              </a:rPr>
              <a:t>true)))))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D6C61-9465-0B90-9A1A-DAEE43D0E610}"/>
              </a:ext>
            </a:extLst>
          </p:cNvPr>
          <p:cNvSpPr txBox="1"/>
          <p:nvPr/>
        </p:nvSpPr>
        <p:spPr>
          <a:xfrm>
            <a:off x="2711076" y="4256569"/>
            <a:ext cx="2178802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+ 5,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+ 7,</a:t>
            </a:r>
          </a:p>
          <a:p>
            <a:r>
              <a:rPr lang="it-IT" dirty="0">
                <a:highlight>
                  <a:srgbClr val="FFFFFF"/>
                </a:highlight>
              </a:rPr>
              <a:t>wlp(assume r = x,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))))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DCC25-F5CB-DD94-9186-EF5A59712957}"/>
              </a:ext>
            </a:extLst>
          </p:cNvPr>
          <p:cNvSpPr txBox="1"/>
          <p:nvPr/>
        </p:nvSpPr>
        <p:spPr>
          <a:xfrm>
            <a:off x="4988869" y="4256571"/>
            <a:ext cx="2178802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+ 5,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+ 7,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x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95247-1D9B-AF0E-500D-EDC7AB5E89CC}"/>
              </a:ext>
            </a:extLst>
          </p:cNvPr>
          <p:cNvSpPr txBox="1"/>
          <p:nvPr/>
        </p:nvSpPr>
        <p:spPr>
          <a:xfrm>
            <a:off x="7233665" y="4256569"/>
            <a:ext cx="2178802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 := x + 5,</a:t>
            </a:r>
          </a:p>
          <a:p>
            <a:endParaRPr lang="it-IT" dirty="0">
              <a:highlight>
                <a:srgbClr val="FFFFFF"/>
              </a:highlight>
            </a:endParaRPr>
          </a:p>
          <a:p>
            <a:r>
              <a:rPr lang="it-IT" dirty="0">
                <a:highlight>
                  <a:srgbClr val="FFFFFF"/>
                </a:highlight>
              </a:rPr>
              <a:t>       r = x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054E6-F054-F78F-6C41-E403B1322215}"/>
              </a:ext>
            </a:extLst>
          </p:cNvPr>
          <p:cNvSpPr txBox="1"/>
          <p:nvPr/>
        </p:nvSpPr>
        <p:spPr>
          <a:xfrm>
            <a:off x="9478461" y="4256569"/>
            <a:ext cx="2178802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 = i + 3,</a:t>
            </a:r>
          </a:p>
          <a:p>
            <a:endParaRPr lang="it-IT" dirty="0">
              <a:highlight>
                <a:srgbClr val="FFFFFF"/>
              </a:highlight>
            </a:endParaRPr>
          </a:p>
          <a:p>
            <a:endParaRPr lang="it-IT" dirty="0">
              <a:highlight>
                <a:srgbClr val="FFFFFF"/>
              </a:highlight>
            </a:endParaRPr>
          </a:p>
          <a:p>
            <a:r>
              <a:rPr lang="it-IT" dirty="0">
                <a:highlight>
                  <a:srgbClr val="FFFFFF"/>
                </a:highlight>
              </a:rPr>
              <a:t>       r = (x + 5)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0E80E-C330-AD42-28AB-F8D319E1BFB6}"/>
              </a:ext>
            </a:extLst>
          </p:cNvPr>
          <p:cNvSpPr txBox="1"/>
          <p:nvPr/>
        </p:nvSpPr>
        <p:spPr>
          <a:xfrm>
            <a:off x="9545292" y="2867086"/>
            <a:ext cx="1808508" cy="9233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FFFFFF"/>
                </a:highlight>
              </a:rPr>
              <a:t>x = i + 3 ==&gt;</a:t>
            </a:r>
          </a:p>
          <a:p>
            <a:r>
              <a:rPr lang="it-IT" dirty="0">
                <a:highlight>
                  <a:srgbClr val="FFFFFF"/>
                </a:highlight>
              </a:rPr>
              <a:t>r = (x + 5)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r = i + 15 &amp;&amp; true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F1569C2-4D81-E791-1C9A-E03B00220E59}"/>
              </a:ext>
            </a:extLst>
          </p:cNvPr>
          <p:cNvSpPr/>
          <p:nvPr/>
        </p:nvSpPr>
        <p:spPr>
          <a:xfrm>
            <a:off x="1281793" y="3825050"/>
            <a:ext cx="351064" cy="4315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BBC1368-BB28-68FC-CBC5-51836E11FE56}"/>
              </a:ext>
            </a:extLst>
          </p:cNvPr>
          <p:cNvSpPr/>
          <p:nvPr/>
        </p:nvSpPr>
        <p:spPr>
          <a:xfrm flipV="1">
            <a:off x="10307371" y="3816074"/>
            <a:ext cx="351064" cy="4315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0E59E4C-4645-5AE8-7962-C495714A0750}"/>
              </a:ext>
            </a:extLst>
          </p:cNvPr>
          <p:cNvSpPr/>
          <p:nvPr/>
        </p:nvSpPr>
        <p:spPr>
          <a:xfrm>
            <a:off x="2497522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942BCF0-CF98-D9A8-58E0-34BB2B81806C}"/>
              </a:ext>
            </a:extLst>
          </p:cNvPr>
          <p:cNvSpPr/>
          <p:nvPr/>
        </p:nvSpPr>
        <p:spPr>
          <a:xfrm>
            <a:off x="4757120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612FCA5-BED4-D8D9-AF10-9CE2BD0F9C59}"/>
              </a:ext>
            </a:extLst>
          </p:cNvPr>
          <p:cNvSpPr/>
          <p:nvPr/>
        </p:nvSpPr>
        <p:spPr>
          <a:xfrm>
            <a:off x="7042832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2B651D8-9E2F-46BC-C823-7F520D645177}"/>
              </a:ext>
            </a:extLst>
          </p:cNvPr>
          <p:cNvSpPr/>
          <p:nvPr/>
        </p:nvSpPr>
        <p:spPr>
          <a:xfrm>
            <a:off x="9281105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3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D7C7-2E37-9C08-071F-383CEC53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5C8E76-9A3F-ACA1-A39F-0A4FB89C580A}"/>
              </a:ext>
            </a:extLst>
          </p:cNvPr>
          <p:cNvSpPr txBox="1"/>
          <p:nvPr/>
        </p:nvSpPr>
        <p:spPr>
          <a:xfrm>
            <a:off x="2869327" y="1572045"/>
            <a:ext cx="3775585" cy="12003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((assert E), Q) = E &amp;&amp; Q</a:t>
            </a: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((assume E), Q) = E ==&gt; Q</a:t>
            </a: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((assign </a:t>
            </a:r>
            <a:r>
              <a:rPr lang="en-US" dirty="0" err="1">
                <a:highlight>
                  <a:srgbClr val="FFFFFF"/>
                </a:highlight>
              </a:rPr>
              <a:t>x</a:t>
            </a:r>
            <a:r>
              <a:rPr lang="en-US" baseline="-25000" dirty="0" err="1">
                <a:highlight>
                  <a:srgbClr val="FFFFFF"/>
                </a:highlight>
              </a:rPr>
              <a:t>n</a:t>
            </a:r>
            <a:r>
              <a:rPr lang="en-US" dirty="0">
                <a:highlight>
                  <a:srgbClr val="FFFFFF"/>
                </a:highlight>
              </a:rPr>
              <a:t> := E), Q) = </a:t>
            </a:r>
            <a:r>
              <a:rPr lang="en-US" dirty="0" err="1">
                <a:highlight>
                  <a:srgbClr val="FFFFFF"/>
                </a:highlight>
              </a:rPr>
              <a:t>x</a:t>
            </a:r>
            <a:r>
              <a:rPr lang="en-US" baseline="-25000" dirty="0" err="1">
                <a:highlight>
                  <a:srgbClr val="FFFFFF"/>
                </a:highlight>
              </a:rPr>
              <a:t>n</a:t>
            </a:r>
            <a:r>
              <a:rPr lang="en-US" dirty="0">
                <a:highlight>
                  <a:srgbClr val="FFFFFF"/>
                </a:highlight>
              </a:rPr>
              <a:t> = E ==&gt; Q</a:t>
            </a: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((S1; S2), Q) = </a:t>
            </a:r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(S1, </a:t>
            </a:r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(S2, Q))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E187F-913C-1804-6D29-077494DD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Weakest preconditions via SSA (single static assignment)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2C2DB-FFA7-4F6F-9CE9-7F18F0FEED80}"/>
              </a:ext>
            </a:extLst>
          </p:cNvPr>
          <p:cNvSpPr txBox="1"/>
          <p:nvPr/>
        </p:nvSpPr>
        <p:spPr>
          <a:xfrm>
            <a:off x="499277" y="1516726"/>
            <a:ext cx="2063385" cy="23083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({</a:t>
            </a:r>
          </a:p>
          <a:p>
            <a:r>
              <a:rPr lang="it-IT" dirty="0"/>
              <a:t>    assume x</a:t>
            </a:r>
            <a:r>
              <a:rPr lang="it-IT" baseline="-25000" dirty="0"/>
              <a:t>0</a:t>
            </a:r>
            <a:r>
              <a:rPr lang="it-IT" dirty="0"/>
              <a:t> = i + 3;</a:t>
            </a:r>
          </a:p>
          <a:p>
            <a:r>
              <a:rPr lang="it-IT" dirty="0"/>
              <a:t>    assign x</a:t>
            </a:r>
            <a:r>
              <a:rPr lang="it-IT" baseline="-25000" dirty="0"/>
              <a:t>1</a:t>
            </a:r>
            <a:r>
              <a:rPr lang="it-IT" dirty="0"/>
              <a:t> := x</a:t>
            </a:r>
            <a:r>
              <a:rPr lang="it-IT" baseline="-25000" dirty="0"/>
              <a:t>0</a:t>
            </a:r>
            <a:r>
              <a:rPr lang="it-IT" dirty="0"/>
              <a:t> + 5;</a:t>
            </a:r>
          </a:p>
          <a:p>
            <a:r>
              <a:rPr lang="it-IT" dirty="0"/>
              <a:t>    assign x</a:t>
            </a:r>
            <a:r>
              <a:rPr lang="it-IT" baseline="-25000" dirty="0"/>
              <a:t>2</a:t>
            </a:r>
            <a:r>
              <a:rPr lang="it-IT" dirty="0"/>
              <a:t> := x</a:t>
            </a:r>
            <a:r>
              <a:rPr lang="it-IT" baseline="-25000" dirty="0"/>
              <a:t>1</a:t>
            </a:r>
            <a:r>
              <a:rPr lang="it-IT" dirty="0"/>
              <a:t> + 7;</a:t>
            </a:r>
          </a:p>
          <a:p>
            <a:r>
              <a:rPr lang="it-IT" dirty="0"/>
              <a:t>    assume r = x</a:t>
            </a:r>
            <a:r>
              <a:rPr lang="it-IT" baseline="-25000" dirty="0"/>
              <a:t>2</a:t>
            </a:r>
            <a:r>
              <a:rPr lang="it-IT" dirty="0"/>
              <a:t>;</a:t>
            </a:r>
          </a:p>
          <a:p>
            <a:r>
              <a:rPr lang="it-IT" dirty="0"/>
              <a:t>    assert r = i + 15</a:t>
            </a:r>
          </a:p>
          <a:p>
            <a:r>
              <a:rPr lang="it-IT" dirty="0"/>
              <a:t>  },</a:t>
            </a:r>
          </a:p>
          <a:p>
            <a:r>
              <a:rPr lang="it-IT" dirty="0"/>
              <a:t>  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52EE9-A7C0-ED28-FB7E-8BD41007EA48}"/>
              </a:ext>
            </a:extLst>
          </p:cNvPr>
          <p:cNvSpPr txBox="1"/>
          <p:nvPr/>
        </p:nvSpPr>
        <p:spPr>
          <a:xfrm>
            <a:off x="219729" y="4258733"/>
            <a:ext cx="2257349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+ 7,</a:t>
            </a:r>
          </a:p>
          <a:p>
            <a:r>
              <a:rPr lang="it-IT" dirty="0">
                <a:highlight>
                  <a:srgbClr val="FFFFFF"/>
                </a:highlight>
              </a:rPr>
              <a:t>wlp(assume 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,</a:t>
            </a:r>
          </a:p>
          <a:p>
            <a:r>
              <a:rPr lang="it-IT" dirty="0">
                <a:highlight>
                  <a:srgbClr val="FFFFFF"/>
                </a:highlight>
              </a:rPr>
              <a:t>wlp(assert r = i + 15,</a:t>
            </a:r>
          </a:p>
          <a:p>
            <a:r>
              <a:rPr lang="it-IT" dirty="0">
                <a:highlight>
                  <a:srgbClr val="FFFFFF"/>
                </a:highlight>
              </a:rPr>
              <a:t>true)))))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90554-3F9F-3C5B-67BF-B6D1DB162DBA}"/>
              </a:ext>
            </a:extLst>
          </p:cNvPr>
          <p:cNvSpPr txBox="1"/>
          <p:nvPr/>
        </p:nvSpPr>
        <p:spPr>
          <a:xfrm>
            <a:off x="2623868" y="4256569"/>
            <a:ext cx="2257349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+ 7,</a:t>
            </a:r>
          </a:p>
          <a:p>
            <a:r>
              <a:rPr lang="it-IT" dirty="0">
                <a:highlight>
                  <a:srgbClr val="FFFFFF"/>
                </a:highlight>
              </a:rPr>
              <a:t>wlp(assume 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,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))))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23158-9486-F76F-CB94-C4865E79292A}"/>
              </a:ext>
            </a:extLst>
          </p:cNvPr>
          <p:cNvSpPr txBox="1"/>
          <p:nvPr/>
        </p:nvSpPr>
        <p:spPr>
          <a:xfrm>
            <a:off x="4988869" y="4256571"/>
            <a:ext cx="2257349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+ 7,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5B10B-EF9A-C35B-49FB-EBF90119A5B1}"/>
              </a:ext>
            </a:extLst>
          </p:cNvPr>
          <p:cNvSpPr txBox="1"/>
          <p:nvPr/>
        </p:nvSpPr>
        <p:spPr>
          <a:xfrm>
            <a:off x="7353870" y="4256569"/>
            <a:ext cx="2257349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+ 3,</a:t>
            </a:r>
          </a:p>
          <a:p>
            <a:r>
              <a:rPr lang="it-IT" dirty="0">
                <a:highlight>
                  <a:srgbClr val="FFFFFF"/>
                </a:highlight>
              </a:rPr>
              <a:t>wlp(assign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:=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+ 5,</a:t>
            </a:r>
          </a:p>
          <a:p>
            <a:r>
              <a:rPr lang="it-IT" dirty="0">
                <a:highlight>
                  <a:srgbClr val="FFFFFF"/>
                </a:highlight>
              </a:rPr>
              <a:t>      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E0BAA-D3A1-41AC-DD34-8F66FE862A4F}"/>
              </a:ext>
            </a:extLst>
          </p:cNvPr>
          <p:cNvSpPr txBox="1"/>
          <p:nvPr/>
        </p:nvSpPr>
        <p:spPr>
          <a:xfrm>
            <a:off x="9722763" y="4247593"/>
            <a:ext cx="2257349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 err="1">
                <a:highlight>
                  <a:srgbClr val="FFFFFF"/>
                </a:highlight>
              </a:rPr>
              <a:t>wlp</a:t>
            </a:r>
            <a:r>
              <a:rPr lang="en-US" dirty="0">
                <a:highlight>
                  <a:srgbClr val="FFFFFF"/>
                </a:highlight>
              </a:rPr>
              <a:t>(</a:t>
            </a:r>
            <a:r>
              <a:rPr lang="it-IT" dirty="0">
                <a:highlight>
                  <a:srgbClr val="FFFFFF"/>
                </a:highlight>
              </a:rPr>
              <a:t>assume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+ 3,</a:t>
            </a:r>
          </a:p>
          <a:p>
            <a:r>
              <a:rPr lang="it-IT" dirty="0">
                <a:highlight>
                  <a:srgbClr val="FFFFFF"/>
                </a:highlight>
              </a:rPr>
              <a:t>      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==&gt;</a:t>
            </a:r>
          </a:p>
          <a:p>
            <a:r>
              <a:rPr lang="it-IT" dirty="0">
                <a:highlight>
                  <a:srgbClr val="FFFFFF"/>
                </a:highlight>
              </a:rPr>
              <a:t>       r = i + 15 &amp;&amp; true</a:t>
            </a:r>
          </a:p>
          <a:p>
            <a:r>
              <a:rPr lang="it-IT" dirty="0">
                <a:highlight>
                  <a:srgbClr val="FFFFFF"/>
                </a:highlight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9D8F7-93A3-9891-0FD7-AA8C5FC11D2D}"/>
              </a:ext>
            </a:extLst>
          </p:cNvPr>
          <p:cNvSpPr txBox="1"/>
          <p:nvPr/>
        </p:nvSpPr>
        <p:spPr>
          <a:xfrm>
            <a:off x="9545292" y="2329770"/>
            <a:ext cx="1808508" cy="1477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FFFFFF"/>
                </a:highlight>
              </a:rPr>
              <a:t>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 ==&gt;</a:t>
            </a:r>
          </a:p>
          <a:p>
            <a:r>
              <a:rPr lang="it-IT" dirty="0">
                <a:highlight>
                  <a:srgbClr val="FFFFFF"/>
                </a:highlight>
              </a:rPr>
              <a:t>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 ==&gt;</a:t>
            </a:r>
          </a:p>
          <a:p>
            <a:r>
              <a:rPr lang="it-IT" dirty="0">
                <a:highlight>
                  <a:srgbClr val="FFFFFF"/>
                </a:highlight>
              </a:rPr>
              <a:t>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==&gt;</a:t>
            </a:r>
          </a:p>
          <a:p>
            <a:r>
              <a:rPr lang="it-IT" dirty="0">
                <a:highlight>
                  <a:srgbClr val="FFFFFF"/>
                </a:highlight>
              </a:rPr>
              <a:t>r = i + 15 &amp;&amp; true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1074848-FFA6-4857-8414-02053E80692C}"/>
              </a:ext>
            </a:extLst>
          </p:cNvPr>
          <p:cNvSpPr/>
          <p:nvPr/>
        </p:nvSpPr>
        <p:spPr>
          <a:xfrm>
            <a:off x="1281793" y="3825050"/>
            <a:ext cx="351064" cy="4315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1C0AF6D-EAC1-62F6-C2AD-B434EEEF1C75}"/>
              </a:ext>
            </a:extLst>
          </p:cNvPr>
          <p:cNvSpPr/>
          <p:nvPr/>
        </p:nvSpPr>
        <p:spPr>
          <a:xfrm flipV="1">
            <a:off x="10307371" y="3816074"/>
            <a:ext cx="351064" cy="4315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4A97D72-FB2E-FF0B-33A5-2553B0835CDF}"/>
              </a:ext>
            </a:extLst>
          </p:cNvPr>
          <p:cNvSpPr/>
          <p:nvPr/>
        </p:nvSpPr>
        <p:spPr>
          <a:xfrm>
            <a:off x="2378413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7CF6FC7-60F7-E171-07C1-094B20C34126}"/>
              </a:ext>
            </a:extLst>
          </p:cNvPr>
          <p:cNvSpPr/>
          <p:nvPr/>
        </p:nvSpPr>
        <p:spPr>
          <a:xfrm>
            <a:off x="4757120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447CCE1-A306-B901-B513-70C245336A35}"/>
              </a:ext>
            </a:extLst>
          </p:cNvPr>
          <p:cNvSpPr/>
          <p:nvPr/>
        </p:nvSpPr>
        <p:spPr>
          <a:xfrm>
            <a:off x="7132343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560FA36-97D7-D6C1-F6C9-2A0B410E96ED}"/>
              </a:ext>
            </a:extLst>
          </p:cNvPr>
          <p:cNvSpPr/>
          <p:nvPr/>
        </p:nvSpPr>
        <p:spPr>
          <a:xfrm>
            <a:off x="9501236" y="4988379"/>
            <a:ext cx="331510" cy="399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81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6A73-0471-1892-385E-EEDC3551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073E-5251-57EC-041A-55C06B98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condition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453C1-A519-0544-A2C6-2832B0CEAD99}"/>
              </a:ext>
            </a:extLst>
          </p:cNvPr>
          <p:cNvSpPr txBox="1"/>
          <p:nvPr/>
        </p:nvSpPr>
        <p:spPr>
          <a:xfrm>
            <a:off x="472907" y="3595393"/>
            <a:ext cx="290316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FF"/>
                </a:highlight>
              </a:rPr>
              <a:t>proof </a:t>
            </a:r>
            <a:r>
              <a:rPr lang="en-US" dirty="0" err="1">
                <a:highlight>
                  <a:srgbClr val="FFFFFF"/>
                </a:highlight>
              </a:rPr>
              <a:t>fn</a:t>
            </a:r>
            <a:r>
              <a:rPr lang="en-US" dirty="0">
                <a:highlight>
                  <a:srgbClr val="FFFFFF"/>
                </a:highlight>
              </a:rPr>
              <a:t> test1(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: int) -&gt; (r: int)</a:t>
            </a:r>
          </a:p>
          <a:p>
            <a:r>
              <a:rPr lang="en-US" dirty="0">
                <a:highlight>
                  <a:srgbClr val="FFFFFF"/>
                </a:highlight>
              </a:rPr>
              <a:t>    ensures r == 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 + 15</a:t>
            </a:r>
          </a:p>
          <a:p>
            <a:r>
              <a:rPr lang="en-US" dirty="0">
                <a:highlight>
                  <a:srgbClr val="FFFFFF"/>
                </a:highlight>
              </a:rPr>
              <a:t>{</a:t>
            </a:r>
          </a:p>
          <a:p>
            <a:r>
              <a:rPr lang="nn-NO" dirty="0">
                <a:highlight>
                  <a:srgbClr val="FFFFFF"/>
                </a:highlight>
              </a:rPr>
              <a:t>    let mut x = i + 3;</a:t>
            </a:r>
          </a:p>
          <a:p>
            <a:r>
              <a:rPr lang="en-US" dirty="0">
                <a:highlight>
                  <a:srgbClr val="FFFFFF"/>
                </a:highlight>
              </a:rPr>
              <a:t>    x = x + 5;</a:t>
            </a:r>
          </a:p>
          <a:p>
            <a:r>
              <a:rPr lang="en-US" dirty="0">
                <a:highlight>
                  <a:srgbClr val="FFFFFF"/>
                </a:highlight>
              </a:rPr>
              <a:t>    x = x + 7;</a:t>
            </a:r>
          </a:p>
          <a:p>
            <a:r>
              <a:rPr lang="en-US" dirty="0">
                <a:highlight>
                  <a:srgbClr val="FFFFFF"/>
                </a:highlight>
              </a:rPr>
              <a:t>    x</a:t>
            </a:r>
          </a:p>
          <a:p>
            <a:r>
              <a:rPr lang="en-US" dirty="0">
                <a:highlight>
                  <a:srgbClr val="FFFFFF"/>
                </a:highlight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D0434-ECED-7599-3BC8-F69C1C295903}"/>
              </a:ext>
            </a:extLst>
          </p:cNvPr>
          <p:cNvSpPr txBox="1"/>
          <p:nvPr/>
        </p:nvSpPr>
        <p:spPr>
          <a:xfrm>
            <a:off x="3722802" y="2684473"/>
            <a:ext cx="303634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highlight>
                  <a:srgbClr val="FFFFFF"/>
                </a:highlight>
              </a:rPr>
              <a:t>;; note: hand edited to simplify</a:t>
            </a:r>
          </a:p>
          <a:p>
            <a:r>
              <a:rPr lang="en-US" dirty="0"/>
              <a:t>(check-valid</a:t>
            </a:r>
          </a:p>
          <a:p>
            <a:r>
              <a:rPr lang="en-US" dirty="0"/>
              <a:t> (declare-const r! Int)</a:t>
            </a:r>
          </a:p>
          <a:p>
            <a:r>
              <a:rPr lang="en-US" dirty="0"/>
              <a:t> (declare-const </a:t>
            </a:r>
            <a:r>
              <a:rPr lang="en-US" dirty="0" err="1"/>
              <a:t>i</a:t>
            </a:r>
            <a:r>
              <a:rPr lang="en-US" dirty="0"/>
              <a:t>! Int)</a:t>
            </a:r>
          </a:p>
          <a:p>
            <a:r>
              <a:rPr lang="en-US" dirty="0"/>
              <a:t> (declare-var x@ Int)</a:t>
            </a:r>
          </a:p>
          <a:p>
            <a:endParaRPr lang="en-US" dirty="0"/>
          </a:p>
          <a:p>
            <a:r>
              <a:rPr lang="en-US" dirty="0"/>
              <a:t> (block</a:t>
            </a:r>
          </a:p>
          <a:p>
            <a:r>
              <a:rPr lang="it-IT" dirty="0"/>
              <a:t>  (assume (= x@ (Add i! 3)))</a:t>
            </a:r>
          </a:p>
          <a:p>
            <a:r>
              <a:rPr lang="en-US" dirty="0"/>
              <a:t>  (assign x@ (Add x@ 5))</a:t>
            </a:r>
          </a:p>
          <a:p>
            <a:r>
              <a:rPr lang="en-US" dirty="0"/>
              <a:t>  (assign x@ (Add x@ 7))</a:t>
            </a:r>
          </a:p>
          <a:p>
            <a:r>
              <a:rPr lang="en-US" dirty="0"/>
              <a:t>  (assume (= r! x@))</a:t>
            </a:r>
          </a:p>
          <a:p>
            <a:r>
              <a:rPr lang="en-US" dirty="0"/>
              <a:t>  (assert (= r! (Add </a:t>
            </a:r>
            <a:r>
              <a:rPr lang="en-US" dirty="0" err="1"/>
              <a:t>i</a:t>
            </a:r>
            <a:r>
              <a:rPr lang="en-US" dirty="0"/>
              <a:t>! 15)))</a:t>
            </a:r>
          </a:p>
          <a:p>
            <a:r>
              <a:rPr lang="en-US" dirty="0"/>
              <a:t> )</a:t>
            </a:r>
          </a:p>
          <a:p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85D03-F238-7921-D2AA-2523EA4DFE1D}"/>
              </a:ext>
            </a:extLst>
          </p:cNvPr>
          <p:cNvSpPr txBox="1"/>
          <p:nvPr/>
        </p:nvSpPr>
        <p:spPr>
          <a:xfrm>
            <a:off x="1329392" y="1831458"/>
            <a:ext cx="95648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test.rs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B0FD5-D8BC-1304-D60D-13AE104B4846}"/>
              </a:ext>
            </a:extLst>
          </p:cNvPr>
          <p:cNvSpPr txBox="1"/>
          <p:nvPr/>
        </p:nvSpPr>
        <p:spPr>
          <a:xfrm>
            <a:off x="7846237" y="1818564"/>
            <a:ext cx="14111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root.smt2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26DBE48-9CEE-3F7F-3758-CB8E0C4B1CEC}"/>
              </a:ext>
            </a:extLst>
          </p:cNvPr>
          <p:cNvSpPr/>
          <p:nvPr/>
        </p:nvSpPr>
        <p:spPr>
          <a:xfrm>
            <a:off x="2934607" y="1831458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85A5E73-E94B-C794-BF27-13F6E7863636}"/>
              </a:ext>
            </a:extLst>
          </p:cNvPr>
          <p:cNvSpPr/>
          <p:nvPr/>
        </p:nvSpPr>
        <p:spPr>
          <a:xfrm>
            <a:off x="6281596" y="1831458"/>
            <a:ext cx="1046972" cy="461665"/>
          </a:xfrm>
          <a:prstGeom prst="right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58CC0-09E2-7ABF-7DEE-DE9053731F8B}"/>
              </a:ext>
            </a:extLst>
          </p:cNvPr>
          <p:cNvSpPr txBox="1"/>
          <p:nvPr/>
        </p:nvSpPr>
        <p:spPr>
          <a:xfrm>
            <a:off x="4648044" y="1828309"/>
            <a:ext cx="111588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/>
              <a:t>root.air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21652-47BD-769C-0040-4C80CF2B0C1C}"/>
              </a:ext>
            </a:extLst>
          </p:cNvPr>
          <p:cNvSpPr txBox="1"/>
          <p:nvPr/>
        </p:nvSpPr>
        <p:spPr>
          <a:xfrm>
            <a:off x="7105874" y="2421000"/>
            <a:ext cx="303634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highlight>
                  <a:srgbClr val="FFFFFF"/>
                </a:highlight>
              </a:rPr>
              <a:t>;; note: hand edited to simplify</a:t>
            </a:r>
          </a:p>
          <a:p>
            <a:r>
              <a:rPr lang="en-US" dirty="0"/>
              <a:t>(declare-const r! Int)</a:t>
            </a:r>
          </a:p>
          <a:p>
            <a:r>
              <a:rPr lang="en-US" dirty="0"/>
              <a:t>(declare-const </a:t>
            </a:r>
            <a:r>
              <a:rPr lang="en-US" dirty="0" err="1"/>
              <a:t>i</a:t>
            </a:r>
            <a:r>
              <a:rPr lang="en-US" dirty="0"/>
              <a:t>! Int)</a:t>
            </a:r>
          </a:p>
          <a:p>
            <a:r>
              <a:rPr lang="en-US" dirty="0"/>
              <a:t>(declare-const x@0 Int)</a:t>
            </a:r>
          </a:p>
          <a:p>
            <a:r>
              <a:rPr lang="en-US" dirty="0"/>
              <a:t>(declare-const x@1 Int)</a:t>
            </a:r>
          </a:p>
          <a:p>
            <a:r>
              <a:rPr lang="en-US" dirty="0"/>
              <a:t>(declare-const x@2 Int)</a:t>
            </a:r>
          </a:p>
          <a:p>
            <a:r>
              <a:rPr lang="en-US" dirty="0"/>
              <a:t>(assert</a:t>
            </a:r>
          </a:p>
          <a:p>
            <a:r>
              <a:rPr lang="en-US" dirty="0"/>
              <a:t> (not</a:t>
            </a:r>
          </a:p>
          <a:p>
            <a:r>
              <a:rPr lang="nn-NO" dirty="0"/>
              <a:t>  (=&gt; (= x@0 (Add i! 3))</a:t>
            </a:r>
          </a:p>
          <a:p>
            <a:r>
              <a:rPr lang="en-US" dirty="0"/>
              <a:t>   (=&gt; (= x@1 (Add x@0 5))</a:t>
            </a:r>
          </a:p>
          <a:p>
            <a:r>
              <a:rPr lang="en-US" dirty="0"/>
              <a:t>    (=&gt; (= x@2 (Add x@1 7))</a:t>
            </a:r>
          </a:p>
          <a:p>
            <a:r>
              <a:rPr lang="en-US" dirty="0"/>
              <a:t>     (=&gt; (= r! x@2)</a:t>
            </a:r>
          </a:p>
          <a:p>
            <a:r>
              <a:rPr lang="en-US" dirty="0"/>
              <a:t>      (= r! (Add </a:t>
            </a:r>
            <a:r>
              <a:rPr lang="en-US" dirty="0" err="1"/>
              <a:t>i</a:t>
            </a:r>
            <a:r>
              <a:rPr lang="en-US" dirty="0"/>
              <a:t>! 15))</a:t>
            </a:r>
          </a:p>
          <a:p>
            <a:r>
              <a:rPr lang="en-US" dirty="0"/>
              <a:t>))))))</a:t>
            </a:r>
          </a:p>
          <a:p>
            <a:r>
              <a:rPr lang="en-US" dirty="0"/>
              <a:t>(check-sat)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63785-1120-5287-739A-5BD2CBD6187D}"/>
              </a:ext>
            </a:extLst>
          </p:cNvPr>
          <p:cNvSpPr txBox="1"/>
          <p:nvPr/>
        </p:nvSpPr>
        <p:spPr>
          <a:xfrm>
            <a:off x="9910585" y="4669632"/>
            <a:ext cx="1808508" cy="1477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FFFFFF"/>
                </a:highlight>
              </a:rPr>
              <a:t>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= i + 3 ==&gt;</a:t>
            </a:r>
          </a:p>
          <a:p>
            <a:r>
              <a:rPr lang="it-IT" dirty="0">
                <a:highlight>
                  <a:srgbClr val="FFFFFF"/>
                </a:highlight>
              </a:rPr>
              <a:t>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0</a:t>
            </a:r>
            <a:r>
              <a:rPr lang="it-IT" dirty="0">
                <a:highlight>
                  <a:srgbClr val="FFFFFF"/>
                </a:highlight>
              </a:rPr>
              <a:t> + 5 ==&gt;</a:t>
            </a:r>
          </a:p>
          <a:p>
            <a:r>
              <a:rPr lang="it-IT" dirty="0">
                <a:highlight>
                  <a:srgbClr val="FFFFFF"/>
                </a:highlight>
              </a:rPr>
              <a:t>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 x</a:t>
            </a:r>
            <a:r>
              <a:rPr lang="it-IT" baseline="-25000" dirty="0">
                <a:highlight>
                  <a:srgbClr val="FFFFFF"/>
                </a:highlight>
              </a:rPr>
              <a:t>1</a:t>
            </a:r>
            <a:r>
              <a:rPr lang="it-IT" dirty="0">
                <a:highlight>
                  <a:srgbClr val="FFFFFF"/>
                </a:highlight>
              </a:rPr>
              <a:t> + 7 ==&gt;</a:t>
            </a:r>
          </a:p>
          <a:p>
            <a:r>
              <a:rPr lang="it-IT" dirty="0">
                <a:highlight>
                  <a:srgbClr val="FFFFFF"/>
                </a:highlight>
              </a:rPr>
              <a:t>r = x</a:t>
            </a:r>
            <a:r>
              <a:rPr lang="it-IT" baseline="-25000" dirty="0">
                <a:highlight>
                  <a:srgbClr val="FFFFFF"/>
                </a:highlight>
              </a:rPr>
              <a:t>2</a:t>
            </a:r>
            <a:r>
              <a:rPr lang="it-IT" dirty="0">
                <a:highlight>
                  <a:srgbClr val="FFFFFF"/>
                </a:highlight>
              </a:rPr>
              <a:t> ==&gt;</a:t>
            </a:r>
          </a:p>
          <a:p>
            <a:r>
              <a:rPr lang="it-IT" dirty="0">
                <a:highlight>
                  <a:srgbClr val="FFFFFF"/>
                </a:highlight>
              </a:rPr>
              <a:t>r = i + 15 &amp;&amp; true</a:t>
            </a:r>
          </a:p>
        </p:txBody>
      </p:sp>
    </p:spTree>
    <p:extLst>
      <p:ext uri="{BB962C8B-B14F-4D97-AF65-F5344CB8AC3E}">
        <p14:creationId xmlns:p14="http://schemas.microsoft.com/office/powerpoint/2010/main" val="2050032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391C-7699-9A0A-503A-9D71A1CE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205B-48A0-FC1D-7A15-D84630F40F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SMT solvers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2027F-3AF9-839F-4280-B4CC081BF4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07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Decidable and undecidable theories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9069" y="1371600"/>
            <a:ext cx="9710443" cy="2057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3300"/>
                </a:solidFill>
              </a:rPr>
              <a:t>DECIDABLE THEORIES</a:t>
            </a:r>
          </a:p>
          <a:p>
            <a:r>
              <a:rPr lang="en-US" sz="2000" b="1" dirty="0" err="1">
                <a:solidFill>
                  <a:srgbClr val="003300"/>
                </a:solidFill>
              </a:rPr>
              <a:t>boolean</a:t>
            </a:r>
            <a:r>
              <a:rPr lang="en-US" sz="2000" b="1" dirty="0">
                <a:solidFill>
                  <a:srgbClr val="003300"/>
                </a:solidFill>
              </a:rPr>
              <a:t> expressions</a:t>
            </a:r>
            <a:r>
              <a:rPr lang="en-US" sz="2000" dirty="0">
                <a:solidFill>
                  <a:srgbClr val="003300"/>
                </a:solidFill>
              </a:rPr>
              <a:t>                e ::= true | false | !e | e &amp;&amp; e | e ==&gt; e | ...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linear integer arithmetic </a:t>
            </a:r>
            <a:r>
              <a:rPr lang="en-US" sz="2000" dirty="0">
                <a:solidFill>
                  <a:srgbClr val="003300"/>
                </a:solidFill>
              </a:rPr>
              <a:t>        e ::= ... | -2 | -1 | 0 | 1 | 2 | e + e | e – e | e &lt;= e | ...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bit vector arithmetic</a:t>
            </a:r>
            <a:r>
              <a:rPr lang="en-US" sz="2000" dirty="0">
                <a:solidFill>
                  <a:srgbClr val="003300"/>
                </a:solidFill>
              </a:rPr>
              <a:t>                e ::= ... | e &amp; e | e &lt;&lt; e | ...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uninterpreted functions</a:t>
            </a:r>
            <a:r>
              <a:rPr lang="en-US" sz="2000" dirty="0">
                <a:solidFill>
                  <a:srgbClr val="003300"/>
                </a:solidFill>
              </a:rPr>
              <a:t>          e ::= ... | f(e,…,e)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datatypes</a:t>
            </a:r>
            <a:r>
              <a:rPr lang="en-US" sz="2000" dirty="0">
                <a:solidFill>
                  <a:srgbClr val="003300"/>
                </a:solidFill>
              </a:rPr>
              <a:t>                                    e ::= … | S(e, …, e) | </a:t>
            </a:r>
            <a:r>
              <a:rPr lang="en-US" sz="2000" dirty="0" err="1">
                <a:solidFill>
                  <a:srgbClr val="003300"/>
                </a:solidFill>
              </a:rPr>
              <a:t>S.f</a:t>
            </a:r>
            <a:r>
              <a:rPr lang="en-US" sz="2000" dirty="0">
                <a:solidFill>
                  <a:srgbClr val="003300"/>
                </a:solidFill>
              </a:rPr>
              <a:t> | match e { … 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9069" y="3581399"/>
            <a:ext cx="9710443" cy="11686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3300"/>
                </a:solidFill>
              </a:rPr>
              <a:t>UNDECIDABLE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nonlinear integer arithmetic</a:t>
            </a:r>
            <a:r>
              <a:rPr lang="en-US" sz="2000" dirty="0">
                <a:solidFill>
                  <a:srgbClr val="003300"/>
                </a:solidFill>
              </a:rPr>
              <a:t>   e ::= … | e * e | e / e | e % e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quantifiers</a:t>
            </a:r>
            <a:r>
              <a:rPr lang="en-US" sz="2000" dirty="0">
                <a:solidFill>
                  <a:srgbClr val="003300"/>
                </a:solidFill>
              </a:rPr>
              <a:t>                                   e ::= ... | (</a:t>
            </a:r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e) | (</a:t>
            </a:r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4134" y="5232851"/>
            <a:ext cx="7738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algorithms solve the decidable theories?</a:t>
            </a:r>
          </a:p>
          <a:p>
            <a:r>
              <a:rPr lang="en-US" sz="2400" dirty="0"/>
              <a:t>What heuristics can help with the undecidable components?</a:t>
            </a:r>
          </a:p>
        </p:txBody>
      </p:sp>
    </p:spTree>
    <p:extLst>
      <p:ext uri="{BB962C8B-B14F-4D97-AF65-F5344CB8AC3E}">
        <p14:creationId xmlns:p14="http://schemas.microsoft.com/office/powerpoint/2010/main" val="2352792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49B6EC-098C-6D0D-2EAD-0D18B39101BD}"/>
              </a:ext>
            </a:extLst>
          </p:cNvPr>
          <p:cNvSpPr/>
          <p:nvPr/>
        </p:nvSpPr>
        <p:spPr>
          <a:xfrm>
            <a:off x="388418" y="1335186"/>
            <a:ext cx="5462124" cy="5300283"/>
          </a:xfrm>
          <a:prstGeom prst="roundRect">
            <a:avLst>
              <a:gd name="adj" fmla="val 8065"/>
            </a:avLst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Core Components (always enabled)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2A4B4-64E0-5465-A0CE-26B987F2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components used by Verus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2E0F4D-7497-B348-756B-A9316E5A3C90}"/>
              </a:ext>
            </a:extLst>
          </p:cNvPr>
          <p:cNvSpPr/>
          <p:nvPr/>
        </p:nvSpPr>
        <p:spPr>
          <a:xfrm>
            <a:off x="778613" y="1921367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SAT solver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55089B3F-6897-C20B-5B36-9A2F8EEAE838}"/>
              </a:ext>
            </a:extLst>
          </p:cNvPr>
          <p:cNvSpPr/>
          <p:nvPr/>
        </p:nvSpPr>
        <p:spPr>
          <a:xfrm>
            <a:off x="859534" y="2516132"/>
            <a:ext cx="1950181" cy="9346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true | false | !e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e &amp;&amp; e | 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52E0E-CEB2-DB8D-38E8-85B520FB8D93}"/>
              </a:ext>
            </a:extLst>
          </p:cNvPr>
          <p:cNvSpPr/>
          <p:nvPr/>
        </p:nvSpPr>
        <p:spPr>
          <a:xfrm>
            <a:off x="3196783" y="1921367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Linear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54F7D4A6-680C-E27C-87B2-0CB8C2E392A1}"/>
              </a:ext>
            </a:extLst>
          </p:cNvPr>
          <p:cNvSpPr/>
          <p:nvPr/>
        </p:nvSpPr>
        <p:spPr>
          <a:xfrm>
            <a:off x="3277704" y="2516131"/>
            <a:ext cx="2072910" cy="9993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-2 | -1 | 0 | 1 | 2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+ e | e –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&lt;= e | 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35AEC-CA4C-36EA-B494-449329FDD91B}"/>
              </a:ext>
            </a:extLst>
          </p:cNvPr>
          <p:cNvSpPr/>
          <p:nvPr/>
        </p:nvSpPr>
        <p:spPr>
          <a:xfrm>
            <a:off x="77861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C852994E-91D8-0BDA-7D18-132C85FD5DDE}"/>
              </a:ext>
            </a:extLst>
          </p:cNvPr>
          <p:cNvSpPr/>
          <p:nvPr/>
        </p:nvSpPr>
        <p:spPr>
          <a:xfrm>
            <a:off x="859534" y="4300427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AE1962-BCD9-70CF-9655-C2B94C0E453C}"/>
              </a:ext>
            </a:extLst>
          </p:cNvPr>
          <p:cNvSpPr/>
          <p:nvPr/>
        </p:nvSpPr>
        <p:spPr>
          <a:xfrm>
            <a:off x="319678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Datatypes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632DC1AA-3499-30BF-683B-25917A0A15CF}"/>
              </a:ext>
            </a:extLst>
          </p:cNvPr>
          <p:cNvSpPr/>
          <p:nvPr/>
        </p:nvSpPr>
        <p:spPr>
          <a:xfrm>
            <a:off x="3277704" y="4300427"/>
            <a:ext cx="2072910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struct S { … }</a:t>
            </a:r>
          </a:p>
          <a:p>
            <a:r>
              <a:rPr lang="en-US" sz="2000" dirty="0" err="1">
                <a:solidFill>
                  <a:srgbClr val="003300"/>
                </a:solidFill>
              </a:rPr>
              <a:t>enum</a:t>
            </a:r>
            <a:r>
              <a:rPr lang="en-US" sz="2000" dirty="0">
                <a:solidFill>
                  <a:srgbClr val="003300"/>
                </a:solidFill>
              </a:rPr>
              <a:t> E { … }</a:t>
            </a:r>
          </a:p>
          <a:p>
            <a:r>
              <a:rPr lang="en-US" sz="2000" dirty="0">
                <a:solidFill>
                  <a:srgbClr val="003300"/>
                </a:solidFill>
              </a:rPr>
              <a:t>S(e,…,e) | </a:t>
            </a:r>
            <a:r>
              <a:rPr lang="en-US" sz="2000" dirty="0" err="1">
                <a:solidFill>
                  <a:srgbClr val="003300"/>
                </a:solidFill>
              </a:rPr>
              <a:t>e.f</a:t>
            </a:r>
            <a:r>
              <a:rPr lang="en-US" sz="2000" dirty="0">
                <a:solidFill>
                  <a:srgbClr val="003300"/>
                </a:solidFill>
              </a:rPr>
              <a:t> | 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0F0EB-82D2-ED86-8210-E3655D519AED}"/>
              </a:ext>
            </a:extLst>
          </p:cNvPr>
          <p:cNvSpPr/>
          <p:nvPr/>
        </p:nvSpPr>
        <p:spPr>
          <a:xfrm>
            <a:off x="778613" y="5522326"/>
            <a:ext cx="4667757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775EF67F-312F-5189-49E5-F679A476DAE7}"/>
              </a:ext>
            </a:extLst>
          </p:cNvPr>
          <p:cNvSpPr/>
          <p:nvPr/>
        </p:nvSpPr>
        <p:spPr>
          <a:xfrm>
            <a:off x="2339027" y="5643705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1F0F5A-6E42-4897-1010-EB3F3FA09DEB}"/>
              </a:ext>
            </a:extLst>
          </p:cNvPr>
          <p:cNvSpPr/>
          <p:nvPr/>
        </p:nvSpPr>
        <p:spPr>
          <a:xfrm>
            <a:off x="6159816" y="1690689"/>
            <a:ext cx="5462124" cy="2687905"/>
          </a:xfrm>
          <a:prstGeom prst="roundRect">
            <a:avLst>
              <a:gd name="adj" fmla="val 8065"/>
            </a:avLst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Additional Components (via “assert by”)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5D428F-14DD-3536-0770-E56C97A6FAA4}"/>
              </a:ext>
            </a:extLst>
          </p:cNvPr>
          <p:cNvSpPr/>
          <p:nvPr/>
        </p:nvSpPr>
        <p:spPr>
          <a:xfrm>
            <a:off x="6550011" y="227687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Bit vector </a:t>
            </a:r>
            <a:r>
              <a:rPr lang="en-US" sz="2400" dirty="0" err="1"/>
              <a:t>arith</a:t>
            </a:r>
            <a:endParaRPr lang="en-US" sz="2400" dirty="0"/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36D22469-AA24-3585-1AFC-C62845A1FA51}"/>
              </a:ext>
            </a:extLst>
          </p:cNvPr>
          <p:cNvSpPr/>
          <p:nvPr/>
        </p:nvSpPr>
        <p:spPr>
          <a:xfrm>
            <a:off x="6630932" y="2871635"/>
            <a:ext cx="1950181" cy="9346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e &amp; e| e &lt;&lt; e | 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6A5EBC-27AD-A3F4-40F4-C76B1F0DAD85}"/>
              </a:ext>
            </a:extLst>
          </p:cNvPr>
          <p:cNvSpPr/>
          <p:nvPr/>
        </p:nvSpPr>
        <p:spPr>
          <a:xfrm>
            <a:off x="8968181" y="227687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Nonlin</a:t>
            </a:r>
            <a:r>
              <a:rPr lang="en-US" sz="2400" dirty="0"/>
              <a:t>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6D89D606-802B-0D30-6C1C-78FD53352FFD}"/>
              </a:ext>
            </a:extLst>
          </p:cNvPr>
          <p:cNvSpPr/>
          <p:nvPr/>
        </p:nvSpPr>
        <p:spPr>
          <a:xfrm>
            <a:off x="9146880" y="2969570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e *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e / e | e % 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3A0CF4-345A-1A6A-0994-D4AAF4CD8F3B}"/>
              </a:ext>
            </a:extLst>
          </p:cNvPr>
          <p:cNvSpPr txBox="1"/>
          <p:nvPr/>
        </p:nvSpPr>
        <p:spPr>
          <a:xfrm>
            <a:off x="6028566" y="5915278"/>
            <a:ext cx="3454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undecidable, but really important</a:t>
            </a:r>
          </a:p>
          <a:p>
            <a:r>
              <a:rPr lang="en-US" dirty="0"/>
              <a:t>- programmable by triggers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B092D0-DE20-F69E-F679-43F813139132}"/>
              </a:ext>
            </a:extLst>
          </p:cNvPr>
          <p:cNvCxnSpPr>
            <a:stCxn id="29" idx="1"/>
          </p:cNvCxnSpPr>
          <p:nvPr/>
        </p:nvCxnSpPr>
        <p:spPr>
          <a:xfrm flipH="1" flipV="1">
            <a:off x="4216380" y="6052842"/>
            <a:ext cx="1812186" cy="18560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1389B55-2D85-D8CA-A072-BBA1BB7AA86C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040071" y="3806265"/>
            <a:ext cx="565952" cy="810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4934D0B-DE4A-BACE-FD65-C2EED1473F47}"/>
              </a:ext>
            </a:extLst>
          </p:cNvPr>
          <p:cNvSpPr txBox="1"/>
          <p:nvPr/>
        </p:nvSpPr>
        <p:spPr>
          <a:xfrm>
            <a:off x="6019125" y="4556229"/>
            <a:ext cx="267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decidable, but can be slow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88D428-B074-2D47-B6CB-70F6BDFADED7}"/>
              </a:ext>
            </a:extLst>
          </p:cNvPr>
          <p:cNvCxnSpPr>
            <a:cxnSpLocks/>
            <a:endCxn id="28" idx="2"/>
          </p:cNvCxnSpPr>
          <p:nvPr/>
        </p:nvCxnSpPr>
        <p:spPr>
          <a:xfrm flipH="1" flipV="1">
            <a:off x="10085557" y="3770681"/>
            <a:ext cx="355298" cy="11548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A21C9A0-10C2-BB00-D7A1-74FE9C3FD417}"/>
              </a:ext>
            </a:extLst>
          </p:cNvPr>
          <p:cNvSpPr txBox="1"/>
          <p:nvPr/>
        </p:nvSpPr>
        <p:spPr>
          <a:xfrm>
            <a:off x="9591473" y="4964775"/>
            <a:ext cx="2047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undecidable,</a:t>
            </a:r>
          </a:p>
          <a:p>
            <a:r>
              <a:rPr lang="en-US" dirty="0"/>
              <a:t>often unpredictable</a:t>
            </a:r>
          </a:p>
        </p:txBody>
      </p:sp>
    </p:spTree>
    <p:extLst>
      <p:ext uri="{BB962C8B-B14F-4D97-AF65-F5344CB8AC3E}">
        <p14:creationId xmlns:p14="http://schemas.microsoft.com/office/powerpoint/2010/main" val="219699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5" grpId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A4B4-64E0-5465-A0CE-26B987F2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for uninterpreted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E8C6A-A679-C1C0-CE04-C66A2B7F4D3F}"/>
              </a:ext>
            </a:extLst>
          </p:cNvPr>
          <p:cNvSpPr txBox="1"/>
          <p:nvPr/>
        </p:nvSpPr>
        <p:spPr>
          <a:xfrm>
            <a:off x="5726595" y="2776933"/>
            <a:ext cx="43091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Congruence principle:</a:t>
            </a:r>
          </a:p>
          <a:p>
            <a:r>
              <a:rPr lang="en-US" sz="2400" dirty="0"/>
              <a:t>equal inputs imply equal output</a:t>
            </a:r>
          </a:p>
          <a:p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dirty="0">
                <a:solidFill>
                  <a:srgbClr val="0070C0"/>
                </a:solidFill>
              </a:rPr>
              <a:t>e1</a:t>
            </a:r>
            <a:r>
              <a:rPr lang="en-US" sz="2400" dirty="0"/>
              <a:t> == </a:t>
            </a:r>
            <a:r>
              <a:rPr lang="en-US" sz="2400" dirty="0">
                <a:solidFill>
                  <a:srgbClr val="7030A0"/>
                </a:solidFill>
              </a:rPr>
              <a:t>e1’</a:t>
            </a:r>
          </a:p>
          <a:p>
            <a:r>
              <a:rPr lang="en-US" sz="2400" dirty="0"/>
              <a:t>    </a:t>
            </a:r>
            <a:r>
              <a:rPr lang="en-US" sz="2400" dirty="0">
                <a:solidFill>
                  <a:srgbClr val="0070C0"/>
                </a:solidFill>
              </a:rPr>
              <a:t>e2</a:t>
            </a:r>
            <a:r>
              <a:rPr lang="en-US" sz="2400" dirty="0"/>
              <a:t> == </a:t>
            </a:r>
            <a:r>
              <a:rPr lang="en-US" sz="2400" dirty="0">
                <a:solidFill>
                  <a:srgbClr val="7030A0"/>
                </a:solidFill>
              </a:rPr>
              <a:t>e2’</a:t>
            </a:r>
          </a:p>
          <a:p>
            <a:r>
              <a:rPr lang="en-US" sz="2400" dirty="0"/>
              <a:t>    …</a:t>
            </a:r>
          </a:p>
          <a:p>
            <a:r>
              <a:rPr lang="en-US" sz="2400" dirty="0"/>
              <a:t>    </a:t>
            </a:r>
            <a:r>
              <a:rPr lang="en-US" sz="2400" dirty="0" err="1">
                <a:solidFill>
                  <a:srgbClr val="0070C0"/>
                </a:solidFill>
              </a:rPr>
              <a:t>en</a:t>
            </a:r>
            <a:r>
              <a:rPr lang="en-US" sz="2400" dirty="0"/>
              <a:t> == </a:t>
            </a:r>
            <a:r>
              <a:rPr lang="en-US" sz="2400" dirty="0" err="1">
                <a:solidFill>
                  <a:srgbClr val="7030A0"/>
                </a:solidFill>
              </a:rPr>
              <a:t>en</a:t>
            </a:r>
            <a:r>
              <a:rPr lang="en-US" sz="2400" dirty="0">
                <a:solidFill>
                  <a:srgbClr val="7030A0"/>
                </a:solidFill>
              </a:rPr>
              <a:t>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22F99-81AD-0F72-5C4A-3245FCF4C972}"/>
              </a:ext>
            </a:extLst>
          </p:cNvPr>
          <p:cNvSpPr/>
          <p:nvPr/>
        </p:nvSpPr>
        <p:spPr>
          <a:xfrm>
            <a:off x="77861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B861304D-50DD-7024-5174-61D859E99548}"/>
              </a:ext>
            </a:extLst>
          </p:cNvPr>
          <p:cNvSpPr/>
          <p:nvPr/>
        </p:nvSpPr>
        <p:spPr>
          <a:xfrm>
            <a:off x="859534" y="4300427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FDEE9C-9B44-12C7-89E9-623AA1FDA957}"/>
              </a:ext>
            </a:extLst>
          </p:cNvPr>
          <p:cNvSpPr txBox="1"/>
          <p:nvPr/>
        </p:nvSpPr>
        <p:spPr>
          <a:xfrm>
            <a:off x="7780491" y="4438550"/>
            <a:ext cx="3899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==&gt;  f(</a:t>
            </a:r>
            <a:r>
              <a:rPr lang="en-US" sz="2400" dirty="0">
                <a:solidFill>
                  <a:srgbClr val="0070C0"/>
                </a:solidFill>
              </a:rPr>
              <a:t>e1</a:t>
            </a:r>
            <a:r>
              <a:rPr lang="en-US" sz="2400" dirty="0"/>
              <a:t>,…,</a:t>
            </a:r>
            <a:r>
              <a:rPr lang="en-US" sz="2400" dirty="0" err="1">
                <a:solidFill>
                  <a:srgbClr val="0070C0"/>
                </a:solidFill>
              </a:rPr>
              <a:t>en</a:t>
            </a:r>
            <a:r>
              <a:rPr lang="en-US" sz="2400" dirty="0"/>
              <a:t>) == f(</a:t>
            </a:r>
            <a:r>
              <a:rPr lang="en-US" sz="2400" dirty="0">
                <a:solidFill>
                  <a:srgbClr val="7030A0"/>
                </a:solidFill>
              </a:rPr>
              <a:t>e1’</a:t>
            </a:r>
            <a:r>
              <a:rPr lang="en-US" sz="2400" dirty="0"/>
              <a:t>,…,</a:t>
            </a:r>
            <a:r>
              <a:rPr lang="en-US" sz="2400" dirty="0" err="1">
                <a:solidFill>
                  <a:srgbClr val="7030A0"/>
                </a:solidFill>
              </a:rPr>
              <a:t>en</a:t>
            </a:r>
            <a:r>
              <a:rPr lang="en-US" sz="2400" dirty="0">
                <a:solidFill>
                  <a:srgbClr val="7030A0"/>
                </a:solidFill>
              </a:rPr>
              <a:t>’</a:t>
            </a:r>
            <a:r>
              <a:rPr lang="en-US" sz="2400" dirty="0"/>
              <a:t>)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BC77C32-A738-6ED6-7C38-6512A2E0B49D}"/>
              </a:ext>
            </a:extLst>
          </p:cNvPr>
          <p:cNvSpPr/>
          <p:nvPr/>
        </p:nvSpPr>
        <p:spPr>
          <a:xfrm>
            <a:off x="7448718" y="3884177"/>
            <a:ext cx="331773" cy="1570412"/>
          </a:xfrm>
          <a:prstGeom prst="rightBrac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1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53DC-534B-DB84-3226-E9139E8F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uninterp</a:t>
            </a:r>
            <a:r>
              <a:rPr lang="en-US" dirty="0"/>
              <a:t> </a:t>
            </a:r>
            <a:r>
              <a:rPr lang="en-US" dirty="0" err="1"/>
              <a:t>funcs</a:t>
            </a:r>
            <a:r>
              <a:rPr lang="en-US" dirty="0"/>
              <a:t> + arithmetic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65E90-E087-0D77-F05F-EC9F922260CA}"/>
              </a:ext>
            </a:extLst>
          </p:cNvPr>
          <p:cNvSpPr txBox="1"/>
          <p:nvPr/>
        </p:nvSpPr>
        <p:spPr>
          <a:xfrm>
            <a:off x="485522" y="1982549"/>
            <a:ext cx="610936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#[verifier::external_body]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struct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MySeq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MySeq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spec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empty() -&gt;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MySeq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-&gt;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push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value: int) -&gt;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MySeq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proof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(x: int, y: int) 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let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 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MySeq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empty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assert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s.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push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+ y)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s.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push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(y + x));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7AE0D5-A535-2E5B-A7C1-D769D9263F78}"/>
              </a:ext>
            </a:extLst>
          </p:cNvPr>
          <p:cNvSpPr/>
          <p:nvPr/>
        </p:nvSpPr>
        <p:spPr>
          <a:xfrm>
            <a:off x="5462553" y="4955881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Linear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68D723C1-48CC-6A86-3717-76739E75D838}"/>
              </a:ext>
            </a:extLst>
          </p:cNvPr>
          <p:cNvSpPr/>
          <p:nvPr/>
        </p:nvSpPr>
        <p:spPr>
          <a:xfrm>
            <a:off x="5543474" y="5550645"/>
            <a:ext cx="2072910" cy="9993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-2 | -1 | 0 | 1 | 2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+ e | e –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&lt;= e | 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1B91B6-4968-DB85-B2CA-1FFFEA74FB01}"/>
              </a:ext>
            </a:extLst>
          </p:cNvPr>
          <p:cNvSpPr/>
          <p:nvPr/>
        </p:nvSpPr>
        <p:spPr>
          <a:xfrm>
            <a:off x="8610600" y="3084531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2EA7B14D-66D6-7B7C-7870-1CD0ED20E552}"/>
              </a:ext>
            </a:extLst>
          </p:cNvPr>
          <p:cNvSpPr/>
          <p:nvPr/>
        </p:nvSpPr>
        <p:spPr>
          <a:xfrm>
            <a:off x="8691521" y="3667158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B9EE6B-2795-E643-8FB3-8D4ABD0BD837}"/>
              </a:ext>
            </a:extLst>
          </p:cNvPr>
          <p:cNvCxnSpPr/>
          <p:nvPr/>
        </p:nvCxnSpPr>
        <p:spPr>
          <a:xfrm>
            <a:off x="3811349" y="5211271"/>
            <a:ext cx="1651204" cy="2023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E799B1-AE18-3E0E-A227-2358C69770E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680406" y="5610994"/>
            <a:ext cx="1782147" cy="1945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39B9A5-E443-6EDE-5059-770D94E59411}"/>
              </a:ext>
            </a:extLst>
          </p:cNvPr>
          <p:cNvCxnSpPr>
            <a:cxnSpLocks/>
          </p:cNvCxnSpPr>
          <p:nvPr/>
        </p:nvCxnSpPr>
        <p:spPr>
          <a:xfrm>
            <a:off x="7697305" y="5805545"/>
            <a:ext cx="96013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26A46F-0F13-60B1-1ED7-616B734DD7C5}"/>
              </a:ext>
            </a:extLst>
          </p:cNvPr>
          <p:cNvSpPr txBox="1"/>
          <p:nvPr/>
        </p:nvSpPr>
        <p:spPr>
          <a:xfrm>
            <a:off x="8680769" y="5550645"/>
            <a:ext cx="1758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+ y == y + 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26E00D-3CEE-6F83-DF9A-6D2D46A3D61B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9560177" y="4783860"/>
            <a:ext cx="175217" cy="76678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D28FBD-DF1F-83D4-C336-0107F81E1F8F}"/>
              </a:ext>
            </a:extLst>
          </p:cNvPr>
          <p:cNvCxnSpPr>
            <a:cxnSpLocks/>
          </p:cNvCxnSpPr>
          <p:nvPr/>
        </p:nvCxnSpPr>
        <p:spPr>
          <a:xfrm flipV="1">
            <a:off x="9926230" y="2317746"/>
            <a:ext cx="175217" cy="76678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1D52AF8-BB2B-7567-8B1B-4F6C1CBA4CEC}"/>
              </a:ext>
            </a:extLst>
          </p:cNvPr>
          <p:cNvSpPr txBox="1"/>
          <p:nvPr/>
        </p:nvSpPr>
        <p:spPr>
          <a:xfrm>
            <a:off x="8177371" y="1914893"/>
            <a:ext cx="3874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push(s, x + y) == push(s, y + x)</a:t>
            </a:r>
          </a:p>
        </p:txBody>
      </p:sp>
    </p:spTree>
    <p:extLst>
      <p:ext uri="{BB962C8B-B14F-4D97-AF65-F5344CB8AC3E}">
        <p14:creationId xmlns:p14="http://schemas.microsoft.com/office/powerpoint/2010/main" val="133020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5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9DDA-8135-891F-575E-04ECCDED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50E54F-1964-3ECA-CA18-99165D44AA0E}"/>
              </a:ext>
            </a:extLst>
          </p:cNvPr>
          <p:cNvSpPr/>
          <p:nvPr/>
        </p:nvSpPr>
        <p:spPr>
          <a:xfrm>
            <a:off x="388418" y="1335186"/>
            <a:ext cx="5462124" cy="5300283"/>
          </a:xfrm>
          <a:prstGeom prst="roundRect">
            <a:avLst>
              <a:gd name="adj" fmla="val 8065"/>
            </a:avLst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Core Components (always enabled)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741AA-860E-55E6-FACF-1EE6D3FD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Interpreted functions (</a:t>
            </a:r>
            <a:r>
              <a:rPr lang="en-US" dirty="0" err="1"/>
              <a:t>nonrecursive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157677-9C7C-D568-33D5-82ED79D71E2C}"/>
              </a:ext>
            </a:extLst>
          </p:cNvPr>
          <p:cNvSpPr/>
          <p:nvPr/>
        </p:nvSpPr>
        <p:spPr>
          <a:xfrm>
            <a:off x="77861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ECF7D673-AD65-47FE-8277-09A2231B2ABA}"/>
              </a:ext>
            </a:extLst>
          </p:cNvPr>
          <p:cNvSpPr/>
          <p:nvPr/>
        </p:nvSpPr>
        <p:spPr>
          <a:xfrm>
            <a:off x="859534" y="4300427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55071B-0EAC-AC23-6B59-A02E1E0EB3BC}"/>
              </a:ext>
            </a:extLst>
          </p:cNvPr>
          <p:cNvSpPr/>
          <p:nvPr/>
        </p:nvSpPr>
        <p:spPr>
          <a:xfrm>
            <a:off x="778613" y="5522326"/>
            <a:ext cx="4667757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A3F57FDB-8EBC-01C3-AE29-F41C00905849}"/>
              </a:ext>
            </a:extLst>
          </p:cNvPr>
          <p:cNvSpPr/>
          <p:nvPr/>
        </p:nvSpPr>
        <p:spPr>
          <a:xfrm>
            <a:off x="2339027" y="5643705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43A47-DE6B-C6C3-D6B6-4FEED3900864}"/>
              </a:ext>
            </a:extLst>
          </p:cNvPr>
          <p:cNvSpPr txBox="1"/>
          <p:nvPr/>
        </p:nvSpPr>
        <p:spPr>
          <a:xfrm>
            <a:off x="6176119" y="1690688"/>
            <a:ext cx="4812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(x: int, y: int) -&gt; 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x + 2 * y</a:t>
            </a:r>
            <a:endParaRPr lang="en-US" sz="18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E173890-E53E-7E02-CAE6-8B137D6DD4B8}"/>
              </a:ext>
            </a:extLst>
          </p:cNvPr>
          <p:cNvSpPr/>
          <p:nvPr/>
        </p:nvSpPr>
        <p:spPr>
          <a:xfrm>
            <a:off x="8031045" y="2868603"/>
            <a:ext cx="846473" cy="1325563"/>
          </a:xfrm>
          <a:prstGeom prst="downArrow">
            <a:avLst/>
          </a:prstGeom>
          <a:solidFill>
            <a:schemeClr val="bg1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77F4D-03B0-0D28-B4A7-FA28FB5A6A07}"/>
              </a:ext>
            </a:extLst>
          </p:cNvPr>
          <p:cNvSpPr txBox="1"/>
          <p:nvPr/>
        </p:nvSpPr>
        <p:spPr>
          <a:xfrm>
            <a:off x="6176118" y="4296351"/>
            <a:ext cx="51776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(x: int, y: int) -&gt; int;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i="1" dirty="0">
                <a:solidFill>
                  <a:srgbClr val="000000"/>
                </a:solidFill>
                <a:highlight>
                  <a:srgbClr val="FFFFFF"/>
                </a:highlight>
              </a:rPr>
              <a:t>axiom: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forall|x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int, y: int|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#[trigger] f(x, y) == x + 2 * y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762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1169-DF2C-FE67-F0CF-F1B65EBF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50011C-7DA8-0F6F-7895-F38E81E90035}"/>
              </a:ext>
            </a:extLst>
          </p:cNvPr>
          <p:cNvSpPr/>
          <p:nvPr/>
        </p:nvSpPr>
        <p:spPr>
          <a:xfrm>
            <a:off x="388418" y="1335186"/>
            <a:ext cx="5462124" cy="5300283"/>
          </a:xfrm>
          <a:prstGeom prst="roundRect">
            <a:avLst>
              <a:gd name="adj" fmla="val 8065"/>
            </a:avLst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Core Components (always enabled)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4C0FC-37FD-8753-1B66-2100DF11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Interpreted functions (recursive)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9C6ED-D9E2-1CB0-A60E-F332A77C8C64}"/>
              </a:ext>
            </a:extLst>
          </p:cNvPr>
          <p:cNvSpPr/>
          <p:nvPr/>
        </p:nvSpPr>
        <p:spPr>
          <a:xfrm>
            <a:off x="77861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F3C7E49B-7D57-6A21-EC3D-97681C7063EA}"/>
              </a:ext>
            </a:extLst>
          </p:cNvPr>
          <p:cNvSpPr/>
          <p:nvPr/>
        </p:nvSpPr>
        <p:spPr>
          <a:xfrm>
            <a:off x="859534" y="4300427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C1D0D6-1A44-3AE8-4046-D41D7E7E37A1}"/>
              </a:ext>
            </a:extLst>
          </p:cNvPr>
          <p:cNvSpPr/>
          <p:nvPr/>
        </p:nvSpPr>
        <p:spPr>
          <a:xfrm>
            <a:off x="778613" y="5522326"/>
            <a:ext cx="4667757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F87CB7D7-F821-ED11-07CB-6AAF90C54827}"/>
              </a:ext>
            </a:extLst>
          </p:cNvPr>
          <p:cNvSpPr/>
          <p:nvPr/>
        </p:nvSpPr>
        <p:spPr>
          <a:xfrm>
            <a:off x="2339027" y="5643705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CE25B-94AD-7D53-B410-A01ABE8CD9B0}"/>
              </a:ext>
            </a:extLst>
          </p:cNvPr>
          <p:cNvSpPr txBox="1"/>
          <p:nvPr/>
        </p:nvSpPr>
        <p:spPr>
          <a:xfrm>
            <a:off x="6176117" y="1353829"/>
            <a:ext cx="56692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(x: int) -&gt; bool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decreases x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x &lt;= 0 || !f(x - 1)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i="1" dirty="0">
                <a:solidFill>
                  <a:srgbClr val="000000"/>
                </a:solidFill>
                <a:highlight>
                  <a:srgbClr val="FFFFFF"/>
                </a:highlight>
              </a:rPr>
              <a:t>Naive axiom generates matching loop: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     f(x)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  ==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x &lt;= 0 || !f(x - 1)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  ==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x &lt;= 0 ||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!(x – 1 &lt;= 0 || !f(x - 1 - 1))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  ==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x &lt;= 0 ||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!(x – 1 &lt;= 0 || !(x – 1 – 1 &lt;= 0 || !f(…)))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  ...</a:t>
            </a:r>
          </a:p>
          <a:p>
            <a:r>
              <a:rPr lang="en-US" i="1" dirty="0">
                <a:solidFill>
                  <a:srgbClr val="000000"/>
                </a:solidFill>
                <a:highlight>
                  <a:srgbClr val="FFFFFF"/>
                </a:highlight>
              </a:rPr>
              <a:t>Verus axiom uses “fuel” to limit unrolling depth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proof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test()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reveal_with_fuel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(f, 4);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assert(!f(3));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1077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0947-863A-367E-E5B2-D79E2F57E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76E1D5-F1E8-40FD-BD85-ABE131D73530}"/>
              </a:ext>
            </a:extLst>
          </p:cNvPr>
          <p:cNvSpPr/>
          <p:nvPr/>
        </p:nvSpPr>
        <p:spPr>
          <a:xfrm>
            <a:off x="388418" y="1335186"/>
            <a:ext cx="5462124" cy="5300283"/>
          </a:xfrm>
          <a:prstGeom prst="roundRect">
            <a:avLst>
              <a:gd name="adj" fmla="val 8065"/>
            </a:avLst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Core Components (always enabled)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89572-4B09-B620-BF27-A5B68AB6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Assert-by for bit vector, nonlinear </a:t>
            </a:r>
            <a:r>
              <a:rPr lang="en-US" dirty="0" err="1"/>
              <a:t>arith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7ED4FF-71AF-8B72-443F-F87E4046EB83}"/>
              </a:ext>
            </a:extLst>
          </p:cNvPr>
          <p:cNvSpPr/>
          <p:nvPr/>
        </p:nvSpPr>
        <p:spPr>
          <a:xfrm>
            <a:off x="778613" y="1921367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SAT solver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7422EC6E-6415-B787-CE1A-F449D78E39F5}"/>
              </a:ext>
            </a:extLst>
          </p:cNvPr>
          <p:cNvSpPr/>
          <p:nvPr/>
        </p:nvSpPr>
        <p:spPr>
          <a:xfrm>
            <a:off x="859534" y="2516132"/>
            <a:ext cx="1950181" cy="9346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true | false | !e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e &amp;&amp; e | 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E0C07-79AA-EB16-EC40-01203A45A9A8}"/>
              </a:ext>
            </a:extLst>
          </p:cNvPr>
          <p:cNvSpPr/>
          <p:nvPr/>
        </p:nvSpPr>
        <p:spPr>
          <a:xfrm>
            <a:off x="3196783" y="1921367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Linear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003A1D5A-E8F7-1557-CBB8-7D3CEB611139}"/>
              </a:ext>
            </a:extLst>
          </p:cNvPr>
          <p:cNvSpPr/>
          <p:nvPr/>
        </p:nvSpPr>
        <p:spPr>
          <a:xfrm>
            <a:off x="3277704" y="2516131"/>
            <a:ext cx="2072910" cy="9993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-2 | -1 | 0 | 1 | 2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+ e | e –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&lt;= e | 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4446DF-3328-43FC-9CDF-FC8EBA4D5719}"/>
              </a:ext>
            </a:extLst>
          </p:cNvPr>
          <p:cNvSpPr/>
          <p:nvPr/>
        </p:nvSpPr>
        <p:spPr>
          <a:xfrm>
            <a:off x="77861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D034625F-0246-76F8-1239-7174088BA10F}"/>
              </a:ext>
            </a:extLst>
          </p:cNvPr>
          <p:cNvSpPr/>
          <p:nvPr/>
        </p:nvSpPr>
        <p:spPr>
          <a:xfrm>
            <a:off x="859534" y="4300427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62C7D1-571F-1386-E91F-0CB0FD88FAFF}"/>
              </a:ext>
            </a:extLst>
          </p:cNvPr>
          <p:cNvSpPr/>
          <p:nvPr/>
        </p:nvSpPr>
        <p:spPr>
          <a:xfrm>
            <a:off x="319678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Datatypes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08EA87CE-57FB-E649-801D-4F6375642A3E}"/>
              </a:ext>
            </a:extLst>
          </p:cNvPr>
          <p:cNvSpPr/>
          <p:nvPr/>
        </p:nvSpPr>
        <p:spPr>
          <a:xfrm>
            <a:off x="3277704" y="4300427"/>
            <a:ext cx="2072910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struct S { … }</a:t>
            </a:r>
          </a:p>
          <a:p>
            <a:r>
              <a:rPr lang="en-US" sz="2000" dirty="0" err="1">
                <a:solidFill>
                  <a:srgbClr val="003300"/>
                </a:solidFill>
              </a:rPr>
              <a:t>enum</a:t>
            </a:r>
            <a:r>
              <a:rPr lang="en-US" sz="2000" dirty="0">
                <a:solidFill>
                  <a:srgbClr val="003300"/>
                </a:solidFill>
              </a:rPr>
              <a:t> E { … }</a:t>
            </a:r>
          </a:p>
          <a:p>
            <a:r>
              <a:rPr lang="en-US" sz="2000" dirty="0">
                <a:solidFill>
                  <a:srgbClr val="003300"/>
                </a:solidFill>
              </a:rPr>
              <a:t>S(e,…,e) | </a:t>
            </a:r>
            <a:r>
              <a:rPr lang="en-US" sz="2000" dirty="0" err="1">
                <a:solidFill>
                  <a:srgbClr val="003300"/>
                </a:solidFill>
              </a:rPr>
              <a:t>e.f</a:t>
            </a:r>
            <a:r>
              <a:rPr lang="en-US" sz="2000" dirty="0">
                <a:solidFill>
                  <a:srgbClr val="003300"/>
                </a:solidFill>
              </a:rPr>
              <a:t> | 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4CE060-2992-68F3-8C9D-6ABFFB7D0DC9}"/>
              </a:ext>
            </a:extLst>
          </p:cNvPr>
          <p:cNvSpPr/>
          <p:nvPr/>
        </p:nvSpPr>
        <p:spPr>
          <a:xfrm>
            <a:off x="778613" y="5522326"/>
            <a:ext cx="4667757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95C426E9-3631-295F-F0FC-48047C874DA7}"/>
              </a:ext>
            </a:extLst>
          </p:cNvPr>
          <p:cNvSpPr/>
          <p:nvPr/>
        </p:nvSpPr>
        <p:spPr>
          <a:xfrm>
            <a:off x="2339027" y="5643705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73E8A6-F6C2-FF36-83BC-4A8DC6242BA2}"/>
              </a:ext>
            </a:extLst>
          </p:cNvPr>
          <p:cNvSpPr/>
          <p:nvPr/>
        </p:nvSpPr>
        <p:spPr>
          <a:xfrm>
            <a:off x="6159816" y="1690689"/>
            <a:ext cx="5462124" cy="2687905"/>
          </a:xfrm>
          <a:prstGeom prst="roundRect">
            <a:avLst>
              <a:gd name="adj" fmla="val 8065"/>
            </a:avLst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Additional Components (via “assert by”)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E7BC12-ACC9-D790-7158-6B11E5D96D1C}"/>
              </a:ext>
            </a:extLst>
          </p:cNvPr>
          <p:cNvSpPr/>
          <p:nvPr/>
        </p:nvSpPr>
        <p:spPr>
          <a:xfrm>
            <a:off x="6550011" y="227687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Bit vector </a:t>
            </a:r>
            <a:r>
              <a:rPr lang="en-US" sz="2400" dirty="0" err="1"/>
              <a:t>arith</a:t>
            </a:r>
            <a:endParaRPr lang="en-US" sz="2400" dirty="0"/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8CDA8C09-B164-D6F0-8BE2-C6EF69198449}"/>
              </a:ext>
            </a:extLst>
          </p:cNvPr>
          <p:cNvSpPr/>
          <p:nvPr/>
        </p:nvSpPr>
        <p:spPr>
          <a:xfrm>
            <a:off x="6630932" y="2871635"/>
            <a:ext cx="1950181" cy="9346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e &amp; e| e &lt;&lt; e | 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522702-79DE-737A-EBC4-2B0425C66711}"/>
              </a:ext>
            </a:extLst>
          </p:cNvPr>
          <p:cNvSpPr/>
          <p:nvPr/>
        </p:nvSpPr>
        <p:spPr>
          <a:xfrm>
            <a:off x="8968181" y="227687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Nonlin</a:t>
            </a:r>
            <a:r>
              <a:rPr lang="en-US" sz="2400" dirty="0"/>
              <a:t>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6BC748F4-0617-2B60-7A5D-4BF3988951A0}"/>
              </a:ext>
            </a:extLst>
          </p:cNvPr>
          <p:cNvSpPr/>
          <p:nvPr/>
        </p:nvSpPr>
        <p:spPr>
          <a:xfrm>
            <a:off x="9146880" y="2969570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e *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e / e | e % 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E3410-5CAB-F318-575F-F4B6362FA68B}"/>
              </a:ext>
            </a:extLst>
          </p:cNvPr>
          <p:cNvSpPr txBox="1"/>
          <p:nvPr/>
        </p:nvSpPr>
        <p:spPr>
          <a:xfrm>
            <a:off x="6159816" y="4773811"/>
            <a:ext cx="53014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proof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test_by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u32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requires x &lt;= 200,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assert(x &gt;&gt; 8 == 0)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bit_vector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&lt;= 255);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82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327-CFAA-EE8E-AA97-910219AD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432F32-EF1F-1556-405D-FBB760085889}"/>
              </a:ext>
            </a:extLst>
          </p:cNvPr>
          <p:cNvSpPr/>
          <p:nvPr/>
        </p:nvSpPr>
        <p:spPr>
          <a:xfrm>
            <a:off x="388418" y="1335186"/>
            <a:ext cx="5462124" cy="5300283"/>
          </a:xfrm>
          <a:prstGeom prst="roundRect">
            <a:avLst>
              <a:gd name="adj" fmla="val 8065"/>
            </a:avLst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Core Components (always enabled)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5C2C4-ACD7-3B2F-1B60-AE14A689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Assert-by for bit vector, nonlinear </a:t>
            </a:r>
            <a:r>
              <a:rPr lang="en-US" dirty="0" err="1"/>
              <a:t>arith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0C25EB-6706-437A-61B5-3FDEDC8FAD94}"/>
              </a:ext>
            </a:extLst>
          </p:cNvPr>
          <p:cNvSpPr/>
          <p:nvPr/>
        </p:nvSpPr>
        <p:spPr>
          <a:xfrm>
            <a:off x="778613" y="1921367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SAT solver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EB6644E3-B7B8-A826-7418-DB3AAACE77A8}"/>
              </a:ext>
            </a:extLst>
          </p:cNvPr>
          <p:cNvSpPr/>
          <p:nvPr/>
        </p:nvSpPr>
        <p:spPr>
          <a:xfrm>
            <a:off x="859534" y="2516132"/>
            <a:ext cx="1950181" cy="9346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true | false | !e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e &amp;&amp; e | ...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66961-25CC-903C-BE07-D1B2199D45DB}"/>
              </a:ext>
            </a:extLst>
          </p:cNvPr>
          <p:cNvSpPr/>
          <p:nvPr/>
        </p:nvSpPr>
        <p:spPr>
          <a:xfrm>
            <a:off x="3196783" y="1921367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Linear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2936A56D-D2BB-5A0C-6733-EADCE1AC91DF}"/>
              </a:ext>
            </a:extLst>
          </p:cNvPr>
          <p:cNvSpPr/>
          <p:nvPr/>
        </p:nvSpPr>
        <p:spPr>
          <a:xfrm>
            <a:off x="3277704" y="2516131"/>
            <a:ext cx="2072910" cy="9993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-2 | -1 | 0 | 1 | 2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+ e | e –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| e &lt;= e | 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7A4BB-F02C-A990-5669-A4ECFDD30686}"/>
              </a:ext>
            </a:extLst>
          </p:cNvPr>
          <p:cNvSpPr/>
          <p:nvPr/>
        </p:nvSpPr>
        <p:spPr>
          <a:xfrm>
            <a:off x="77861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CCD54755-6339-C1D2-65D6-2C4E940A171C}"/>
              </a:ext>
            </a:extLst>
          </p:cNvPr>
          <p:cNvSpPr/>
          <p:nvPr/>
        </p:nvSpPr>
        <p:spPr>
          <a:xfrm>
            <a:off x="859534" y="4300427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2B961E-8134-FE8E-66FC-5DD3B47BA13C}"/>
              </a:ext>
            </a:extLst>
          </p:cNvPr>
          <p:cNvSpPr/>
          <p:nvPr/>
        </p:nvSpPr>
        <p:spPr>
          <a:xfrm>
            <a:off x="3196783" y="371780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Datatypes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402652CC-C9F6-4760-F0A3-A7226E50DF05}"/>
              </a:ext>
            </a:extLst>
          </p:cNvPr>
          <p:cNvSpPr/>
          <p:nvPr/>
        </p:nvSpPr>
        <p:spPr>
          <a:xfrm>
            <a:off x="3277704" y="4300427"/>
            <a:ext cx="2072910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struct S { … }</a:t>
            </a:r>
          </a:p>
          <a:p>
            <a:r>
              <a:rPr lang="en-US" sz="2000" dirty="0" err="1">
                <a:solidFill>
                  <a:srgbClr val="003300"/>
                </a:solidFill>
              </a:rPr>
              <a:t>enum</a:t>
            </a:r>
            <a:r>
              <a:rPr lang="en-US" sz="2000" dirty="0">
                <a:solidFill>
                  <a:srgbClr val="003300"/>
                </a:solidFill>
              </a:rPr>
              <a:t> E { … }</a:t>
            </a:r>
          </a:p>
          <a:p>
            <a:r>
              <a:rPr lang="en-US" sz="2000" dirty="0">
                <a:solidFill>
                  <a:srgbClr val="003300"/>
                </a:solidFill>
              </a:rPr>
              <a:t>S(e,…,e) | </a:t>
            </a:r>
            <a:r>
              <a:rPr lang="en-US" sz="2000" dirty="0" err="1">
                <a:solidFill>
                  <a:srgbClr val="003300"/>
                </a:solidFill>
              </a:rPr>
              <a:t>e.f</a:t>
            </a:r>
            <a:r>
              <a:rPr lang="en-US" sz="2000" dirty="0">
                <a:solidFill>
                  <a:srgbClr val="003300"/>
                </a:solidFill>
              </a:rPr>
              <a:t> | 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07AB1B-C412-28D3-DC56-4A2EE76A836B}"/>
              </a:ext>
            </a:extLst>
          </p:cNvPr>
          <p:cNvSpPr/>
          <p:nvPr/>
        </p:nvSpPr>
        <p:spPr>
          <a:xfrm>
            <a:off x="778613" y="5522326"/>
            <a:ext cx="4667757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995B4D0C-AA2B-093F-EC5D-1D228A94FEA4}"/>
              </a:ext>
            </a:extLst>
          </p:cNvPr>
          <p:cNvSpPr/>
          <p:nvPr/>
        </p:nvSpPr>
        <p:spPr>
          <a:xfrm>
            <a:off x="2339027" y="5643705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0F91E4-7DE8-81CB-A0AD-AEA0404D21CA}"/>
              </a:ext>
            </a:extLst>
          </p:cNvPr>
          <p:cNvSpPr/>
          <p:nvPr/>
        </p:nvSpPr>
        <p:spPr>
          <a:xfrm>
            <a:off x="6159816" y="1690689"/>
            <a:ext cx="5462124" cy="2687905"/>
          </a:xfrm>
          <a:prstGeom prst="roundRect">
            <a:avLst>
              <a:gd name="adj" fmla="val 8065"/>
            </a:avLst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Additional Components (via “assert by”)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CCC276-0DF7-9484-BC63-EBC793D1978A}"/>
              </a:ext>
            </a:extLst>
          </p:cNvPr>
          <p:cNvSpPr/>
          <p:nvPr/>
        </p:nvSpPr>
        <p:spPr>
          <a:xfrm>
            <a:off x="6550011" y="227687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Bit vector </a:t>
            </a:r>
            <a:r>
              <a:rPr lang="en-US" sz="2400" dirty="0" err="1"/>
              <a:t>arith</a:t>
            </a:r>
            <a:endParaRPr lang="en-US" sz="2400" dirty="0"/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900E69D6-1175-C5AA-95AA-1B686FC718C4}"/>
              </a:ext>
            </a:extLst>
          </p:cNvPr>
          <p:cNvSpPr/>
          <p:nvPr/>
        </p:nvSpPr>
        <p:spPr>
          <a:xfrm>
            <a:off x="6630932" y="2871635"/>
            <a:ext cx="1950181" cy="93463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e &amp; e| e &lt;&lt; e | 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ADB134-DAF3-AC19-6DAD-DE256BCD3FFE}"/>
              </a:ext>
            </a:extLst>
          </p:cNvPr>
          <p:cNvSpPr/>
          <p:nvPr/>
        </p:nvSpPr>
        <p:spPr>
          <a:xfrm>
            <a:off x="8968181" y="2276870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Nonlin</a:t>
            </a:r>
            <a:r>
              <a:rPr lang="en-US" sz="2400" dirty="0"/>
              <a:t> int </a:t>
            </a:r>
            <a:r>
              <a:rPr lang="en-US" sz="2400" dirty="0" err="1"/>
              <a:t>arith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ADD086C8-785E-BC61-C622-04987D3247A7}"/>
              </a:ext>
            </a:extLst>
          </p:cNvPr>
          <p:cNvSpPr/>
          <p:nvPr/>
        </p:nvSpPr>
        <p:spPr>
          <a:xfrm>
            <a:off x="9146880" y="2969570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e * e</a:t>
            </a:r>
          </a:p>
          <a:p>
            <a:r>
              <a:rPr lang="en-US" sz="2000" dirty="0">
                <a:solidFill>
                  <a:srgbClr val="003300"/>
                </a:solidFill>
              </a:rPr>
              <a:t>e / e | e % 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C537F-BC8A-B4F8-36A9-5D4CFC7BC816}"/>
              </a:ext>
            </a:extLst>
          </p:cNvPr>
          <p:cNvSpPr txBox="1"/>
          <p:nvPr/>
        </p:nvSpPr>
        <p:spPr>
          <a:xfrm>
            <a:off x="6159816" y="4766542"/>
            <a:ext cx="57054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proof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test_by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u32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y: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u32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s-E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requires</a:t>
            </a:r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 &gt; 1 &amp;&amp; y &gt; 0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assert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* y &gt; y)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nonlinear_arith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 &gt; 1 &amp;&amp; y &gt; 0);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16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58400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int) -&gt; int;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spec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int) -&gt; int;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proof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requires</a:t>
            </a:r>
          </a:p>
          <a:p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s-E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forall|x</a:t>
            </a:r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s-E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y: </a:t>
            </a:r>
            <a:r>
              <a:rPr lang="es-E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| </a:t>
            </a:r>
            <a:r>
              <a:rPr lang="es-E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(x) &gt; </a:t>
            </a:r>
            <a:r>
              <a:rPr lang="es-E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</a:t>
            </a:r>
            <a:r>
              <a:rPr lang="es-E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(y)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ensures</a:t>
            </a:r>
          </a:p>
          <a:p>
            <a:r>
              <a:rPr lang="da-D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da-DK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da-D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da-DK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</a:t>
            </a:r>
            <a:r>
              <a:rPr lang="da-D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(7)) &gt; </a:t>
            </a:r>
            <a:r>
              <a:rPr lang="da-DK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</a:t>
            </a:r>
            <a:r>
              <a:rPr lang="da-DK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669398-5557-C15E-B538-C57B9191C2BD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774F45A-CD74-F648-471A-8608FA7C818A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1425598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46096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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f(x) &gt; g(y))</a:t>
            </a:r>
          </a:p>
          <a:p>
            <a:r>
              <a:rPr lang="en-US" sz="2400" dirty="0"/>
              <a:t>  ==&gt; f(g(7)) &gt; g(3)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669398-5557-C15E-B538-C57B9191C2BD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774F45A-CD74-F648-471A-8608FA7C818A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3864248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CCD746B-75F3-56C0-0301-74625D684B3E}"/>
              </a:ext>
            </a:extLst>
          </p:cNvPr>
          <p:cNvSpPr/>
          <p:nvPr/>
        </p:nvSpPr>
        <p:spPr>
          <a:xfrm>
            <a:off x="2735108" y="3250975"/>
            <a:ext cx="4021742" cy="883860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46096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 (as satisfiability query):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f(x) &gt; g(y))</a:t>
            </a:r>
          </a:p>
          <a:p>
            <a:r>
              <a:rPr lang="en-US" sz="2400" dirty="0"/>
              <a:t>  &amp;&amp; f(g(7)) &lt;= g(3)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D3E14-B896-0E3D-EB59-7B02EB020FF2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9C0942FF-E456-CE7C-1347-E53572516E74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E242B-FD58-8D21-BC33-84B7E3B16CB4}"/>
              </a:ext>
            </a:extLst>
          </p:cNvPr>
          <p:cNvSpPr txBox="1"/>
          <p:nvPr/>
        </p:nvSpPr>
        <p:spPr>
          <a:xfrm>
            <a:off x="7177636" y="2096869"/>
            <a:ext cx="4791183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Infinitely many possible instantiations of x, y</a:t>
            </a:r>
          </a:p>
          <a:p>
            <a:endParaRPr lang="en-US" sz="2000" dirty="0"/>
          </a:p>
          <a:p>
            <a:r>
              <a:rPr lang="en-US" sz="2000" dirty="0"/>
              <a:t>…</a:t>
            </a:r>
          </a:p>
          <a:p>
            <a:r>
              <a:rPr lang="en-US" sz="2000" dirty="0"/>
              <a:t>&amp;&amp; f(2) &gt; g(7)</a:t>
            </a:r>
          </a:p>
          <a:p>
            <a:r>
              <a:rPr lang="en-US" sz="2000" dirty="0"/>
              <a:t>&amp;&amp; f(4) &gt; g(6)</a:t>
            </a:r>
          </a:p>
          <a:p>
            <a:r>
              <a:rPr lang="en-US" sz="2000" dirty="0"/>
              <a:t>&amp;&amp; f(4) &gt; g(7)</a:t>
            </a:r>
          </a:p>
          <a:p>
            <a:r>
              <a:rPr lang="en-US" sz="2000" dirty="0"/>
              <a:t>&amp;&amp; f(5) &gt; g(10)</a:t>
            </a:r>
          </a:p>
          <a:p>
            <a:r>
              <a:rPr lang="en-US" sz="2000" dirty="0"/>
              <a:t>&amp;&amp; f(5) &gt; g(-5)</a:t>
            </a:r>
          </a:p>
          <a:p>
            <a:r>
              <a:rPr lang="en-US" sz="2000" dirty="0"/>
              <a:t>…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EE51F9-E3B2-2CF9-ABE5-F7D6BB0CB2AD}"/>
              </a:ext>
            </a:extLst>
          </p:cNvPr>
          <p:cNvCxnSpPr>
            <a:stCxn id="8" idx="6"/>
            <a:endCxn id="7" idx="1"/>
          </p:cNvCxnSpPr>
          <p:nvPr/>
        </p:nvCxnSpPr>
        <p:spPr>
          <a:xfrm flipV="1">
            <a:off x="6756850" y="3528030"/>
            <a:ext cx="420786" cy="164875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56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BA62B-2BBE-BA51-9B78-597E1DF20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D62B-3DB5-2C9E-0091-C0B57DC4E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E2EE5-1506-1916-4D4F-D9819E419D97}"/>
              </a:ext>
            </a:extLst>
          </p:cNvPr>
          <p:cNvSpPr txBox="1"/>
          <p:nvPr/>
        </p:nvSpPr>
        <p:spPr>
          <a:xfrm>
            <a:off x="2057400" y="2743200"/>
            <a:ext cx="70513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</a:t>
            </a:r>
            <a:r>
              <a:rPr lang="en-US" sz="2400" dirty="0">
                <a:solidFill>
                  <a:srgbClr val="0070C0"/>
                </a:solidFill>
              </a:rPr>
              <a:t>#![trigger f(x), g(y)]</a:t>
            </a:r>
            <a:r>
              <a:rPr lang="en-US" sz="2400" dirty="0"/>
              <a:t> f(x) &gt; g(y))</a:t>
            </a:r>
          </a:p>
          <a:p>
            <a:r>
              <a:rPr lang="en-US" sz="2400" dirty="0"/>
              <a:t>  &amp;&amp; f(g(7)) &lt;= g(3)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0F3CD6B-6CC0-4070-8769-85CC9E3F4763}"/>
              </a:ext>
            </a:extLst>
          </p:cNvPr>
          <p:cNvSpPr/>
          <p:nvPr/>
        </p:nvSpPr>
        <p:spPr>
          <a:xfrm rot="16200000" flipV="1">
            <a:off x="6230621" y="2068863"/>
            <a:ext cx="381000" cy="23392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1F542-0DB8-BC66-95B8-7878675AFABF}"/>
              </a:ext>
            </a:extLst>
          </p:cNvPr>
          <p:cNvSpPr txBox="1"/>
          <p:nvPr/>
        </p:nvSpPr>
        <p:spPr>
          <a:xfrm>
            <a:off x="4704171" y="2664767"/>
            <a:ext cx="372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pattern (“trigger”) to match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5D4C89-ABAC-8145-2F69-70EB8319178A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0D173F8D-AB27-E822-18D2-C89F06F371D9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3877036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330A-5F09-6BFF-0AD9-4D6904BC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A959-2FC3-CD06-FECD-0535820E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D9D6E-59B4-6B77-B8B4-A41EA82272B2}"/>
              </a:ext>
            </a:extLst>
          </p:cNvPr>
          <p:cNvSpPr txBox="1"/>
          <p:nvPr/>
        </p:nvSpPr>
        <p:spPr>
          <a:xfrm>
            <a:off x="2057400" y="2743200"/>
            <a:ext cx="70949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</a:t>
            </a:r>
            <a:r>
              <a:rPr lang="en-US" sz="2400" dirty="0">
                <a:solidFill>
                  <a:srgbClr val="0070C0"/>
                </a:solidFill>
              </a:rPr>
              <a:t>#[trigger]</a:t>
            </a:r>
            <a:r>
              <a:rPr lang="en-US" sz="2400" dirty="0"/>
              <a:t> f(x) &gt; </a:t>
            </a:r>
            <a:r>
              <a:rPr lang="en-US" sz="2400" dirty="0">
                <a:solidFill>
                  <a:srgbClr val="0070C0"/>
                </a:solidFill>
              </a:rPr>
              <a:t>#[trigger] </a:t>
            </a:r>
            <a:r>
              <a:rPr lang="en-US" sz="2400" dirty="0"/>
              <a:t>g(y))</a:t>
            </a:r>
          </a:p>
          <a:p>
            <a:r>
              <a:rPr lang="en-US" sz="2400" dirty="0"/>
              <a:t>  &amp;&amp; f(g(7)) &lt;= g(3)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E61D-1DBC-B5A1-9D9F-AE41CAD259A3}"/>
              </a:ext>
            </a:extLst>
          </p:cNvPr>
          <p:cNvSpPr txBox="1"/>
          <p:nvPr/>
        </p:nvSpPr>
        <p:spPr>
          <a:xfrm>
            <a:off x="4218649" y="2743200"/>
            <a:ext cx="6141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(alternate trigger notation for trigger </a:t>
            </a:r>
            <a:r>
              <a:rPr lang="en-US" sz="2400" dirty="0">
                <a:solidFill>
                  <a:srgbClr val="0070C0"/>
                </a:solidFill>
              </a:rPr>
              <a:t>f(x), g(y)</a:t>
            </a:r>
            <a:r>
              <a:rPr lang="en-US" sz="2400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1EA34-80B4-C045-CD1F-824C6F0648D5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374A27CC-CFC5-2BC7-BC09-4B8316D6A8FD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2119737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70513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</a:t>
            </a:r>
            <a:r>
              <a:rPr lang="en-US" sz="2400" dirty="0">
                <a:solidFill>
                  <a:srgbClr val="0070C0"/>
                </a:solidFill>
              </a:rPr>
              <a:t>#![trigger f(x), g(y)]</a:t>
            </a:r>
            <a:r>
              <a:rPr lang="en-US" sz="2400" dirty="0"/>
              <a:t> f(x) &gt; g(y))</a:t>
            </a:r>
          </a:p>
          <a:p>
            <a:r>
              <a:rPr lang="en-US" sz="2400" dirty="0"/>
              <a:t>  &amp;&amp; f(g(7)) &lt;= g(3)</a:t>
            </a:r>
          </a:p>
        </p:txBody>
      </p:sp>
      <p:sp>
        <p:nvSpPr>
          <p:cNvPr id="5" name="Right Brace 4"/>
          <p:cNvSpPr/>
          <p:nvPr/>
        </p:nvSpPr>
        <p:spPr>
          <a:xfrm rot="16200000" flipV="1">
            <a:off x="6230621" y="2068863"/>
            <a:ext cx="381000" cy="23392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04171" y="2664767"/>
            <a:ext cx="372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pattern (“trigger”) to match</a:t>
            </a:r>
          </a:p>
        </p:txBody>
      </p:sp>
      <p:sp>
        <p:nvSpPr>
          <p:cNvPr id="8" name="Right Brace 7"/>
          <p:cNvSpPr/>
          <p:nvPr/>
        </p:nvSpPr>
        <p:spPr>
          <a:xfrm rot="5400000">
            <a:off x="4079098" y="4152900"/>
            <a:ext cx="228600" cy="457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 rot="5400000">
            <a:off x="3009900" y="4000500"/>
            <a:ext cx="228600" cy="762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9758" y="4539344"/>
            <a:ext cx="123918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/>
              <a:t>matches</a:t>
            </a:r>
          </a:p>
          <a:p>
            <a:r>
              <a:rPr lang="en-US" sz="2400"/>
              <a:t>f(x) with</a:t>
            </a:r>
          </a:p>
          <a:p>
            <a:r>
              <a:rPr lang="en-US" sz="2400"/>
              <a:t>x = g(7)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3757" y="4539344"/>
            <a:ext cx="1277914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/>
              <a:t>matches</a:t>
            </a:r>
          </a:p>
          <a:p>
            <a:r>
              <a:rPr lang="en-US" sz="2400"/>
              <a:t>g(y) with</a:t>
            </a:r>
          </a:p>
          <a:p>
            <a:r>
              <a:rPr lang="en-US" sz="2400"/>
              <a:t>y =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D4DB95-BD9D-F356-014E-656AF1E442E2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68CA5A32-EE2C-116C-10E9-E6BEF9AF544F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51979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6774229" y="3815416"/>
            <a:ext cx="2362200" cy="61068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514600" y="3810946"/>
            <a:ext cx="2362200" cy="5659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4554486" y="4256314"/>
            <a:ext cx="2378974" cy="0"/>
          </a:xfrm>
          <a:prstGeom prst="straightConnector1">
            <a:avLst/>
          </a:prstGeom>
          <a:ln w="5715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70949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</a:t>
            </a:r>
            <a:r>
              <a:rPr lang="en-US" sz="2400" dirty="0">
                <a:solidFill>
                  <a:srgbClr val="0070C0"/>
                </a:solidFill>
              </a:rPr>
              <a:t>#![trigger f(x), g(y)]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f(x) &gt; g(y)</a:t>
            </a:r>
            <a:r>
              <a:rPr lang="en-US" sz="2400" dirty="0"/>
              <a:t>)</a:t>
            </a:r>
          </a:p>
          <a:p>
            <a:r>
              <a:rPr lang="en-US" sz="2400" dirty="0"/>
              <a:t>  &amp;&amp; f(g(7)) &lt;= g(3)                &amp;&amp;                     </a:t>
            </a:r>
            <a:r>
              <a:rPr lang="en-US" sz="2400" dirty="0">
                <a:solidFill>
                  <a:srgbClr val="7030A0"/>
                </a:solidFill>
              </a:rPr>
              <a:t>f(g(7)) &gt; g(3)</a:t>
            </a:r>
          </a:p>
        </p:txBody>
      </p:sp>
      <p:sp>
        <p:nvSpPr>
          <p:cNvPr id="8" name="Right Brace 7"/>
          <p:cNvSpPr/>
          <p:nvPr/>
        </p:nvSpPr>
        <p:spPr>
          <a:xfrm rot="5400000">
            <a:off x="4079098" y="4152900"/>
            <a:ext cx="228600" cy="457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 rot="5400000">
            <a:off x="3009900" y="4000500"/>
            <a:ext cx="228600" cy="762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9758" y="4539344"/>
            <a:ext cx="123918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/>
              <a:t>matches</a:t>
            </a:r>
          </a:p>
          <a:p>
            <a:r>
              <a:rPr lang="en-US" sz="2400"/>
              <a:t>f(x) with</a:t>
            </a:r>
          </a:p>
          <a:p>
            <a:r>
              <a:rPr lang="en-US" sz="2400">
                <a:solidFill>
                  <a:srgbClr val="7030A0"/>
                </a:solidFill>
              </a:rPr>
              <a:t>x = g(7)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3757" y="4539344"/>
            <a:ext cx="1277914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/>
              <a:t>matches</a:t>
            </a:r>
          </a:p>
          <a:p>
            <a:r>
              <a:rPr lang="en-US" sz="2400"/>
              <a:t>g(y) with</a:t>
            </a:r>
          </a:p>
          <a:p>
            <a:r>
              <a:rPr lang="en-US" sz="2400">
                <a:solidFill>
                  <a:srgbClr val="7030A0"/>
                </a:solidFill>
              </a:rPr>
              <a:t>y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9800" y="4876801"/>
            <a:ext cx="32707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contradiction</a:t>
            </a:r>
          </a:p>
          <a:p>
            <a:r>
              <a:rPr lang="en-US" sz="2400">
                <a:solidFill>
                  <a:srgbClr val="C00000"/>
                </a:solidFill>
              </a:rPr>
              <a:t>(no counterexample,</a:t>
            </a:r>
          </a:p>
          <a:p>
            <a:r>
              <a:rPr lang="en-US" sz="2400">
                <a:solidFill>
                  <a:srgbClr val="C00000"/>
                </a:solidFill>
              </a:rPr>
              <a:t>original formula is valid)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B6864-1D66-BDD3-940D-28056B12CD41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B93450DC-8D4D-E644-EE5D-AA485A72F8AD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7EF0227B-A284-BD9D-61AB-A2765F0591EC}"/>
              </a:ext>
            </a:extLst>
          </p:cNvPr>
          <p:cNvSpPr/>
          <p:nvPr/>
        </p:nvSpPr>
        <p:spPr>
          <a:xfrm rot="16200000" flipV="1">
            <a:off x="6230621" y="2068863"/>
            <a:ext cx="381000" cy="23392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FA57D7-8C51-7727-0D9E-D94F7698189F}"/>
              </a:ext>
            </a:extLst>
          </p:cNvPr>
          <p:cNvSpPr txBox="1"/>
          <p:nvPr/>
        </p:nvSpPr>
        <p:spPr>
          <a:xfrm>
            <a:off x="4704171" y="2664767"/>
            <a:ext cx="372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pattern (“trigger”) to match</a:t>
            </a:r>
          </a:p>
        </p:txBody>
      </p:sp>
    </p:spTree>
    <p:extLst>
      <p:ext uri="{BB962C8B-B14F-4D97-AF65-F5344CB8AC3E}">
        <p14:creationId xmlns:p14="http://schemas.microsoft.com/office/powerpoint/2010/main" val="343572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70513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</a:t>
            </a:r>
            <a:r>
              <a:rPr lang="en-US" sz="2400" dirty="0">
                <a:solidFill>
                  <a:srgbClr val="0070C0"/>
                </a:solidFill>
              </a:rPr>
              <a:t>#![trigger f(x), g(y)]</a:t>
            </a:r>
            <a:r>
              <a:rPr lang="en-US" sz="2400" dirty="0"/>
              <a:t> f(x) &gt; g(y))</a:t>
            </a:r>
          </a:p>
          <a:p>
            <a:r>
              <a:rPr lang="en-US" sz="2400" dirty="0"/>
              <a:t>  &amp;&amp; f(g(7)) &lt;= g(3)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0938" y="4953001"/>
            <a:ext cx="50940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Triggers may be written by user,</a:t>
            </a:r>
          </a:p>
          <a:p>
            <a:r>
              <a:rPr lang="en-US" sz="2800" dirty="0">
                <a:solidFill>
                  <a:srgbClr val="0070C0"/>
                </a:solidFill>
              </a:rPr>
              <a:t>or chosen automatically by Verus.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644440-6771-970B-3456-6215C27301B7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81A739E9-227D-1025-73BF-DAC2217F4E69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7D25F9D-B2AE-3BF5-A550-D3CF2F6DDDAF}"/>
              </a:ext>
            </a:extLst>
          </p:cNvPr>
          <p:cNvSpPr/>
          <p:nvPr/>
        </p:nvSpPr>
        <p:spPr>
          <a:xfrm rot="16200000" flipV="1">
            <a:off x="6230621" y="2068863"/>
            <a:ext cx="381000" cy="23392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67270-C858-7947-0618-9288A3582D52}"/>
              </a:ext>
            </a:extLst>
          </p:cNvPr>
          <p:cNvSpPr txBox="1"/>
          <p:nvPr/>
        </p:nvSpPr>
        <p:spPr>
          <a:xfrm>
            <a:off x="4704171" y="2664767"/>
            <a:ext cx="372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pattern (“trigger”) to match</a:t>
            </a:r>
          </a:p>
        </p:txBody>
      </p:sp>
    </p:spTree>
    <p:extLst>
      <p:ext uri="{BB962C8B-B14F-4D97-AF65-F5344CB8AC3E}">
        <p14:creationId xmlns:p14="http://schemas.microsoft.com/office/powerpoint/2010/main" val="1386696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E3467-328E-190A-D99E-78B50DD4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B3DB-CEB2-53A9-F0BD-12B6FD98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E748A-E8C8-381C-88DC-169C678EBB54}"/>
              </a:ext>
            </a:extLst>
          </p:cNvPr>
          <p:cNvSpPr txBox="1"/>
          <p:nvPr/>
        </p:nvSpPr>
        <p:spPr>
          <a:xfrm>
            <a:off x="2057400" y="2743200"/>
            <a:ext cx="70513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</a:t>
            </a:r>
            <a:r>
              <a:rPr lang="en-US" sz="2400" dirty="0" err="1">
                <a:sym typeface="Symbol"/>
              </a:rPr>
              <a:t>f,g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int, y: int| </a:t>
            </a:r>
            <a:r>
              <a:rPr lang="en-US" sz="2400" dirty="0">
                <a:solidFill>
                  <a:srgbClr val="0070C0"/>
                </a:solidFill>
              </a:rPr>
              <a:t>#![trigger f(x), g(y)]</a:t>
            </a:r>
            <a:r>
              <a:rPr lang="en-US" sz="2400" dirty="0"/>
              <a:t> f(x) &gt; g(y))</a:t>
            </a:r>
          </a:p>
          <a:p>
            <a:r>
              <a:rPr lang="en-US" sz="2400" dirty="0"/>
              <a:t>  &amp;&amp; f(g(7)) &lt;= g(3)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4C103-3A14-CA80-0BEC-979860637C2D}"/>
              </a:ext>
            </a:extLst>
          </p:cNvPr>
          <p:cNvSpPr txBox="1"/>
          <p:nvPr/>
        </p:nvSpPr>
        <p:spPr>
          <a:xfrm>
            <a:off x="1376861" y="4426664"/>
            <a:ext cx="841243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solidFill>
                  <a:srgbClr val="0070C0"/>
                </a:solidFill>
              </a:rPr>
              <a:t>The trigger must mention all the quantified variables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solidFill>
                  <a:srgbClr val="0070C0"/>
                </a:solidFill>
              </a:rPr>
              <a:t>both and x and y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rgbClr val="0070C0"/>
                </a:solidFill>
              </a:rPr>
              <a:t>The trigger matches only if *all* of its patterns match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solidFill>
                  <a:srgbClr val="0070C0"/>
                </a:solidFill>
              </a:rPr>
              <a:t>both f(x) and g(y) must match some expressions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097BB-6A94-44E7-DB69-516D642D5FF1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CF545C6-FA22-283B-F8CC-360302655313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1A0D0CB-0B05-1802-D205-7A0CE1E4CC13}"/>
              </a:ext>
            </a:extLst>
          </p:cNvPr>
          <p:cNvSpPr/>
          <p:nvPr/>
        </p:nvSpPr>
        <p:spPr>
          <a:xfrm rot="16200000" flipV="1">
            <a:off x="6230621" y="2068863"/>
            <a:ext cx="381000" cy="23392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7E9D2-5955-B048-546B-DB10B7C7AD11}"/>
              </a:ext>
            </a:extLst>
          </p:cNvPr>
          <p:cNvSpPr txBox="1"/>
          <p:nvPr/>
        </p:nvSpPr>
        <p:spPr>
          <a:xfrm>
            <a:off x="4704171" y="2664767"/>
            <a:ext cx="372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pattern (“trigger”) to match</a:t>
            </a:r>
          </a:p>
        </p:txBody>
      </p:sp>
    </p:spTree>
    <p:extLst>
      <p:ext uri="{BB962C8B-B14F-4D97-AF65-F5344CB8AC3E}">
        <p14:creationId xmlns:p14="http://schemas.microsoft.com/office/powerpoint/2010/main" val="4155479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743200"/>
            <a:ext cx="58006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f.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int| </a:t>
            </a:r>
            <a:r>
              <a:rPr lang="en-US" sz="2400" dirty="0">
                <a:solidFill>
                  <a:srgbClr val="0070C0"/>
                </a:solidFill>
              </a:rPr>
              <a:t>#![trigger f(x)]</a:t>
            </a:r>
            <a:r>
              <a:rPr lang="en-US" sz="2400" dirty="0"/>
              <a:t> f(f(x)) &gt; f(x)</a:t>
            </a:r>
          </a:p>
          <a:p>
            <a:r>
              <a:rPr lang="en-US" sz="2400" dirty="0"/>
              <a:t>  &amp;&amp; f(3) &lt;= f(f(2))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&amp;&amp; f(f(3)) &gt; f(3)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&amp;&amp; f(f(f(3))) &gt; f(f(3))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&amp;&amp; f(f(f(f(3)))) &gt; f(f(f(3)))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0938" y="5725180"/>
            <a:ext cx="5068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70C0"/>
                </a:solidFill>
              </a:rPr>
              <a:t>Beware of infinite matching loops</a:t>
            </a:r>
          </a:p>
        </p:txBody>
      </p:sp>
      <p:sp>
        <p:nvSpPr>
          <p:cNvPr id="8" name="Right Brace 7"/>
          <p:cNvSpPr/>
          <p:nvPr/>
        </p:nvSpPr>
        <p:spPr>
          <a:xfrm rot="16200000" flipV="1">
            <a:off x="5129050" y="2410029"/>
            <a:ext cx="480030" cy="17559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21741" y="2664767"/>
            <a:ext cx="2924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70C0"/>
                </a:solidFill>
              </a:rPr>
              <a:t>badly behaved trigger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B8129C-D367-54FD-417D-13ABD0DAA33C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3732B30D-0B95-861B-97D4-24EFB83E732C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133847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Quantifiers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1" y="2743200"/>
            <a:ext cx="60796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</a:t>
            </a:r>
          </a:p>
          <a:p>
            <a:r>
              <a:rPr lang="en-US" sz="2400" dirty="0">
                <a:sym typeface="Symbol"/>
              </a:rPr>
              <a:t>f.</a:t>
            </a:r>
            <a:endParaRPr lang="en-US" sz="2400" dirty="0"/>
          </a:p>
          <a:p>
            <a:r>
              <a:rPr lang="en-US" sz="2400" dirty="0"/>
              <a:t>          (</a:t>
            </a:r>
            <a:r>
              <a:rPr lang="en-US" sz="2400" dirty="0" err="1"/>
              <a:t>forall|x</a:t>
            </a:r>
            <a:r>
              <a:rPr lang="en-US" sz="2400" dirty="0"/>
              <a:t>: int| </a:t>
            </a:r>
            <a:r>
              <a:rPr lang="en-US" sz="2400" dirty="0">
                <a:solidFill>
                  <a:srgbClr val="0070C0"/>
                </a:solidFill>
              </a:rPr>
              <a:t>#![trigger f(f(x))]</a:t>
            </a:r>
            <a:r>
              <a:rPr lang="en-US" sz="2400" dirty="0"/>
              <a:t> f(f(x)) &gt; f(x)</a:t>
            </a:r>
          </a:p>
          <a:p>
            <a:r>
              <a:rPr lang="en-US" sz="2400" dirty="0"/>
              <a:t>  &amp;&amp; f(3) &lt;= f(f(2))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&amp;&amp; f(f(2)) &gt; f(2)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005" y="5538767"/>
            <a:ext cx="81225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Triggers are the programming language for quantifiers.</a:t>
            </a:r>
          </a:p>
          <a:p>
            <a:r>
              <a:rPr lang="en-US" sz="2800" dirty="0">
                <a:solidFill>
                  <a:srgbClr val="0070C0"/>
                </a:solidFill>
              </a:rPr>
              <a:t>Choose triggers carefully!</a:t>
            </a:r>
          </a:p>
        </p:txBody>
      </p:sp>
      <p:sp>
        <p:nvSpPr>
          <p:cNvPr id="8" name="Right Brace 7"/>
          <p:cNvSpPr/>
          <p:nvPr/>
        </p:nvSpPr>
        <p:spPr>
          <a:xfrm rot="16200000" flipV="1">
            <a:off x="5243013" y="2224586"/>
            <a:ext cx="480030" cy="21268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70295" y="2663520"/>
            <a:ext cx="295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70C0"/>
                </a:solidFill>
              </a:rPr>
              <a:t>nicely behaved trigger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517ED-75D9-D2E1-58E6-F77B4638CCA1}"/>
              </a:ext>
            </a:extLst>
          </p:cNvPr>
          <p:cNvSpPr/>
          <p:nvPr/>
        </p:nvSpPr>
        <p:spPr>
          <a:xfrm>
            <a:off x="6030345" y="537632"/>
            <a:ext cx="3672006" cy="104387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Quantifiers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7684E621-5FB0-21BF-6F2A-C162257CF8D6}"/>
              </a:ext>
            </a:extLst>
          </p:cNvPr>
          <p:cNvSpPr/>
          <p:nvPr/>
        </p:nvSpPr>
        <p:spPr>
          <a:xfrm>
            <a:off x="7590758" y="659011"/>
            <a:ext cx="1877353" cy="80111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  <a:p>
            <a:pPr algn="ctr"/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</a:t>
            </a:r>
          </a:p>
        </p:txBody>
      </p:sp>
    </p:spTree>
    <p:extLst>
      <p:ext uri="{BB962C8B-B14F-4D97-AF65-F5344CB8AC3E}">
        <p14:creationId xmlns:p14="http://schemas.microsoft.com/office/powerpoint/2010/main" val="285687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641B-CC3D-D525-3772-98ED2827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9EF9-6964-A867-4C29-9136C033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Higher-order features: </a:t>
            </a:r>
            <a:r>
              <a:rPr lang="en-US" dirty="0" err="1"/>
              <a:t>spec_fn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B125C-FFCD-8641-A393-36A22F68CE21}"/>
              </a:ext>
            </a:extLst>
          </p:cNvPr>
          <p:cNvSpPr txBox="1"/>
          <p:nvPr/>
        </p:nvSpPr>
        <p:spPr>
          <a:xfrm>
            <a:off x="1669343" y="1691561"/>
            <a:ext cx="531023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FF"/>
                </a:highlight>
              </a:rPr>
              <a:t>proof </a:t>
            </a:r>
            <a:r>
              <a:rPr lang="en-US" dirty="0" err="1">
                <a:highlight>
                  <a:srgbClr val="FFFFFF"/>
                </a:highlight>
              </a:rPr>
              <a:t>fn</a:t>
            </a:r>
            <a:r>
              <a:rPr lang="en-US" dirty="0">
                <a:highlight>
                  <a:srgbClr val="FFFFFF"/>
                </a:highlight>
              </a:rPr>
              <a:t> test() {</a:t>
            </a:r>
          </a:p>
          <a:p>
            <a:r>
              <a:rPr lang="fr-FR" dirty="0">
                <a:highlight>
                  <a:srgbClr val="FFFFFF"/>
                </a:highlight>
              </a:rPr>
              <a:t>    let f: </a:t>
            </a:r>
            <a:r>
              <a:rPr lang="fr-FR" dirty="0" err="1">
                <a:highlight>
                  <a:srgbClr val="FFFFFF"/>
                </a:highlight>
              </a:rPr>
              <a:t>spec_fn</a:t>
            </a:r>
            <a:r>
              <a:rPr lang="fr-FR" dirty="0">
                <a:highlight>
                  <a:srgbClr val="FFFFFF"/>
                </a:highlight>
              </a:rPr>
              <a:t>(</a:t>
            </a:r>
            <a:r>
              <a:rPr lang="fr-FR" dirty="0" err="1">
                <a:highlight>
                  <a:srgbClr val="FFFFFF"/>
                </a:highlight>
              </a:rPr>
              <a:t>int</a:t>
            </a:r>
            <a:r>
              <a:rPr lang="fr-FR" dirty="0">
                <a:highlight>
                  <a:srgbClr val="FFFFFF"/>
                </a:highlight>
              </a:rPr>
              <a:t>, </a:t>
            </a:r>
            <a:r>
              <a:rPr lang="fr-FR" dirty="0" err="1">
                <a:highlight>
                  <a:srgbClr val="FFFFFF"/>
                </a:highlight>
              </a:rPr>
              <a:t>int</a:t>
            </a:r>
            <a:r>
              <a:rPr lang="fr-FR" dirty="0">
                <a:highlight>
                  <a:srgbClr val="FFFFFF"/>
                </a:highlight>
              </a:rPr>
              <a:t>) -&gt; </a:t>
            </a:r>
            <a:r>
              <a:rPr lang="fr-FR" dirty="0" err="1">
                <a:highlight>
                  <a:srgbClr val="FFFFFF"/>
                </a:highlight>
              </a:rPr>
              <a:t>int</a:t>
            </a:r>
            <a:r>
              <a:rPr lang="fr-FR" dirty="0">
                <a:highlight>
                  <a:srgbClr val="FFFFFF"/>
                </a:highlight>
              </a:rPr>
              <a:t> = |x: </a:t>
            </a:r>
            <a:r>
              <a:rPr lang="fr-FR" dirty="0" err="1">
                <a:highlight>
                  <a:srgbClr val="FFFFFF"/>
                </a:highlight>
              </a:rPr>
              <a:t>int</a:t>
            </a:r>
            <a:r>
              <a:rPr lang="fr-FR" dirty="0">
                <a:highlight>
                  <a:srgbClr val="FFFFFF"/>
                </a:highlight>
              </a:rPr>
              <a:t>, y: </a:t>
            </a:r>
            <a:r>
              <a:rPr lang="fr-FR" dirty="0" err="1">
                <a:highlight>
                  <a:srgbClr val="FFFFFF"/>
                </a:highlight>
              </a:rPr>
              <a:t>int</a:t>
            </a:r>
            <a:r>
              <a:rPr lang="fr-FR" dirty="0">
                <a:highlight>
                  <a:srgbClr val="FFFFFF"/>
                </a:highlight>
              </a:rPr>
              <a:t>| x + x - y;</a:t>
            </a:r>
          </a:p>
          <a:p>
            <a:r>
              <a:rPr lang="en-US" dirty="0">
                <a:highlight>
                  <a:srgbClr val="FFFFFF"/>
                </a:highlight>
              </a:rPr>
              <a:t>    let g: </a:t>
            </a:r>
            <a:r>
              <a:rPr lang="en-US" dirty="0" err="1">
                <a:highlight>
                  <a:srgbClr val="FFFFFF"/>
                </a:highlight>
              </a:rPr>
              <a:t>spec_fn</a:t>
            </a:r>
            <a:r>
              <a:rPr lang="en-US" dirty="0">
                <a:highlight>
                  <a:srgbClr val="FFFFFF"/>
                </a:highlight>
              </a:rPr>
              <a:t>(int, int) -&gt; int = |x: int, y: int| 2 * x - y;</a:t>
            </a:r>
          </a:p>
          <a:p>
            <a:r>
              <a:rPr lang="nb-NO" dirty="0">
                <a:highlight>
                  <a:srgbClr val="FFFFFF"/>
                </a:highlight>
              </a:rPr>
              <a:t>    assert(f(30, 20) == 40);</a:t>
            </a:r>
          </a:p>
          <a:p>
            <a:r>
              <a:rPr lang="en-US" dirty="0">
                <a:highlight>
                  <a:srgbClr val="FFFFFF"/>
                </a:highlight>
              </a:rPr>
              <a:t>    assert(</a:t>
            </a:r>
            <a:r>
              <a:rPr lang="en-US" dirty="0" err="1">
                <a:highlight>
                  <a:srgbClr val="FFFFFF"/>
                </a:highlight>
              </a:rPr>
              <a:t>forall|x</a:t>
            </a:r>
            <a:r>
              <a:rPr lang="en-US" dirty="0">
                <a:highlight>
                  <a:srgbClr val="FFFFFF"/>
                </a:highlight>
              </a:rPr>
              <a:t>: int, y: int| #[trigger] f(x, y) == g(x, y));</a:t>
            </a:r>
          </a:p>
          <a:p>
            <a:r>
              <a:rPr lang="en-US" dirty="0">
                <a:highlight>
                  <a:srgbClr val="FFFFFF"/>
                </a:highlight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B7248-0D81-78BC-733F-AE6BBD5319F1}"/>
              </a:ext>
            </a:extLst>
          </p:cNvPr>
          <p:cNvSpPr txBox="1"/>
          <p:nvPr/>
        </p:nvSpPr>
        <p:spPr>
          <a:xfrm>
            <a:off x="838200" y="3596778"/>
            <a:ext cx="969406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SMT encoding (simplified):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(declare-sort Fun)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(declare-const f Fun)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(declare-const g Fun)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(declare-fun apply (Fun Int Int) Int)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(assert 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((x Int) (y Int)) </a:t>
            </a:r>
            <a:r>
              <a:rPr lang="en-US" dirty="0">
                <a:highlight>
                  <a:srgbClr val="FFFFFF"/>
                </a:highlight>
              </a:rPr>
              <a:t>(= (apply f x y) (Sub (Add x x) y))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(assert 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((x Int) (y Int)) </a:t>
            </a:r>
            <a:r>
              <a:rPr lang="en-US" dirty="0">
                <a:highlight>
                  <a:srgbClr val="FFFFFF"/>
                </a:highlight>
              </a:rPr>
              <a:t>(= (apply g x y) (Sub (Mul 2 x) y))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real SMT encoding supports various types/arities and supports direct equality of similar closures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8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9D72-0C24-2505-89DB-6C56CBE9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06FC-5964-CD2D-ABC3-662C93569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Higher-order features,</a:t>
            </a:r>
            <a:br>
              <a:rPr lang="en-US" dirty="0"/>
            </a:br>
            <a:r>
              <a:rPr lang="en-US" dirty="0" err="1"/>
              <a:t>vstd</a:t>
            </a:r>
            <a:r>
              <a:rPr lang="en-US" dirty="0"/>
              <a:t> library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FD9E5-B93E-358F-93A2-0A8357C45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83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641B-CC3D-D525-3772-98ED2827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9EF9-6964-A867-4C29-9136C033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Verus’s </a:t>
            </a:r>
            <a:r>
              <a:rPr lang="en-US" dirty="0" err="1"/>
              <a:t>vstd</a:t>
            </a:r>
            <a:r>
              <a:rPr lang="en-US" dirty="0"/>
              <a:t> library: Seq, Set, Map,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B125C-FFCD-8641-A393-36A22F68CE21}"/>
              </a:ext>
            </a:extLst>
          </p:cNvPr>
          <p:cNvSpPr txBox="1"/>
          <p:nvPr/>
        </p:nvSpPr>
        <p:spPr>
          <a:xfrm>
            <a:off x="338564" y="1386561"/>
            <a:ext cx="5280035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FF"/>
                </a:highlight>
              </a:rPr>
              <a:t>// finite sequence</a:t>
            </a:r>
          </a:p>
          <a:p>
            <a:r>
              <a:rPr lang="en-US" dirty="0">
                <a:highlight>
                  <a:srgbClr val="FFFFFF"/>
                </a:highlight>
              </a:rPr>
              <a:t>struct Seq&lt;A&gt; { … }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impl</a:t>
            </a:r>
            <a:r>
              <a:rPr lang="en-US" dirty="0">
                <a:solidFill>
                  <a:srgbClr val="000000"/>
                </a:solidFill>
              </a:rPr>
              <a:t>&lt;A&gt; Seq&lt;A&gt; {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empty() -&gt; Seq&lt;A&gt;;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new(</a:t>
            </a:r>
            <a:r>
              <a:rPr lang="en-US" dirty="0" err="1">
                <a:solidFill>
                  <a:srgbClr val="000000"/>
                </a:solidFill>
              </a:rPr>
              <a:t>len</a:t>
            </a:r>
            <a:r>
              <a:rPr lang="en-US" dirty="0">
                <a:solidFill>
                  <a:srgbClr val="000000"/>
                </a:solidFill>
              </a:rPr>
              <a:t>: </a:t>
            </a:r>
            <a:r>
              <a:rPr lang="en-US" dirty="0" err="1">
                <a:solidFill>
                  <a:srgbClr val="000000"/>
                </a:solidFill>
              </a:rPr>
              <a:t>nat</a:t>
            </a:r>
            <a:r>
              <a:rPr lang="en-US" dirty="0">
                <a:solidFill>
                  <a:srgbClr val="000000"/>
                </a:solidFill>
              </a:rPr>
              <a:t>, f: </a:t>
            </a:r>
            <a:r>
              <a:rPr lang="en-US" dirty="0" err="1">
                <a:solidFill>
                  <a:srgbClr val="000000"/>
                </a:solidFill>
              </a:rPr>
              <a:t>spec_fn</a:t>
            </a:r>
            <a:r>
              <a:rPr lang="en-US" dirty="0">
                <a:solidFill>
                  <a:srgbClr val="000000"/>
                </a:solidFill>
              </a:rPr>
              <a:t>(int) -&gt; A) -&gt; Seq&lt;A&gt;;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len</a:t>
            </a:r>
            <a:r>
              <a:rPr lang="en-US" dirty="0">
                <a:solidFill>
                  <a:srgbClr val="000000"/>
                </a:solidFill>
              </a:rPr>
              <a:t>(self) -&gt; </a:t>
            </a:r>
            <a:r>
              <a:rPr lang="en-US" dirty="0" err="1">
                <a:solidFill>
                  <a:srgbClr val="000000"/>
                </a:solidFill>
              </a:rPr>
              <a:t>nat</a:t>
            </a:r>
            <a:r>
              <a:rPr lang="en-US" dirty="0">
                <a:solidFill>
                  <a:srgbClr val="000000"/>
                </a:solidFill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index(self, i: int) -&gt; A;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push(self, a: A) -&gt; Seq&lt;A&gt;;</a:t>
            </a:r>
          </a:p>
          <a:p>
            <a:r>
              <a:rPr lang="en-US" dirty="0">
                <a:solidFill>
                  <a:srgbClr val="000000"/>
                </a:solidFill>
              </a:rPr>
              <a:t>    ...</a:t>
            </a:r>
          </a:p>
          <a:p>
            <a:r>
              <a:rPr lang="en-US" dirty="0">
                <a:solidFill>
                  <a:srgbClr val="000000"/>
                </a:solidFill>
              </a:rPr>
              <a:t>}</a:t>
            </a:r>
          </a:p>
          <a:p>
            <a:endParaRPr lang="en-US" sz="1800" dirty="0">
              <a:solidFill>
                <a:srgbClr val="000000"/>
              </a:solidFill>
            </a:endParaRPr>
          </a:p>
          <a:p>
            <a:r>
              <a:rPr lang="en-US" dirty="0"/>
              <a:t>proof </a:t>
            </a:r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en-US" dirty="0"/>
              <a:t>    let s: Seq&lt;int&gt; = Seq::new(5, |</a:t>
            </a:r>
            <a:r>
              <a:rPr lang="en-US" dirty="0" err="1"/>
              <a:t>i</a:t>
            </a:r>
            <a:r>
              <a:rPr lang="en-US" dirty="0"/>
              <a:t>: int| 10 * 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/>
              <a:t>    assert(</a:t>
            </a:r>
            <a:r>
              <a:rPr lang="en-US" dirty="0" err="1"/>
              <a:t>s.len</a:t>
            </a:r>
            <a:r>
              <a:rPr lang="en-US" dirty="0"/>
              <a:t>() == 5);</a:t>
            </a:r>
          </a:p>
          <a:p>
            <a:r>
              <a:rPr lang="en-US" dirty="0"/>
              <a:t>    assert(</a:t>
            </a:r>
            <a:r>
              <a:rPr lang="en-US" dirty="0" err="1"/>
              <a:t>s.index</a:t>
            </a:r>
            <a:r>
              <a:rPr lang="en-US" dirty="0"/>
              <a:t>(3) == 30); // syntax sugar: s[3] == 30</a:t>
            </a:r>
          </a:p>
          <a:p>
            <a:r>
              <a:rPr lang="en-US" dirty="0"/>
              <a:t>    let s2 = </a:t>
            </a:r>
            <a:r>
              <a:rPr lang="en-US" dirty="0" err="1"/>
              <a:t>s.push</a:t>
            </a:r>
            <a:r>
              <a:rPr lang="en-US" dirty="0"/>
              <a:t>(50);</a:t>
            </a:r>
          </a:p>
          <a:p>
            <a:r>
              <a:rPr lang="en-US" dirty="0"/>
              <a:t>    assert(s2.len() == 6);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C9D54-E6EB-B2DE-4A74-4679C7BF16E6}"/>
              </a:ext>
            </a:extLst>
          </p:cNvPr>
          <p:cNvSpPr txBox="1"/>
          <p:nvPr/>
        </p:nvSpPr>
        <p:spPr>
          <a:xfrm>
            <a:off x="5963757" y="1386560"/>
            <a:ext cx="588654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FF"/>
                </a:highlight>
              </a:rPr>
              <a:t>// finite or infinite set</a:t>
            </a:r>
          </a:p>
          <a:p>
            <a:r>
              <a:rPr lang="en-US" dirty="0">
                <a:solidFill>
                  <a:srgbClr val="000000"/>
                </a:solidFill>
              </a:rPr>
              <a:t>struct Set&lt;A&gt; { set: </a:t>
            </a:r>
            <a:r>
              <a:rPr lang="en-US" dirty="0" err="1">
                <a:solidFill>
                  <a:srgbClr val="000000"/>
                </a:solidFill>
              </a:rPr>
              <a:t>spec_fn</a:t>
            </a:r>
            <a:r>
              <a:rPr lang="en-US" dirty="0">
                <a:solidFill>
                  <a:srgbClr val="000000"/>
                </a:solidFill>
              </a:rPr>
              <a:t>(A) -&gt; bool }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impl</a:t>
            </a:r>
            <a:r>
              <a:rPr lang="en-US" dirty="0">
                <a:solidFill>
                  <a:srgbClr val="000000"/>
                </a:solidFill>
              </a:rPr>
              <a:t>&lt;A&gt; Set&lt;A&gt; {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empty() -&gt; Set&lt;A&gt; { Set { set: |a: A| false } }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new(f: </a:t>
            </a:r>
            <a:r>
              <a:rPr lang="en-US" dirty="0" err="1">
                <a:solidFill>
                  <a:srgbClr val="000000"/>
                </a:solidFill>
              </a:rPr>
              <a:t>spec_fn</a:t>
            </a:r>
            <a:r>
              <a:rPr lang="en-US" dirty="0">
                <a:solidFill>
                  <a:srgbClr val="000000"/>
                </a:solidFill>
              </a:rPr>
              <a:t>(A) -&gt; bool) -&gt; Set&lt;A&gt; { Set { set: f } }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contains(self, a: A) -&gt; bool { (</a:t>
            </a:r>
            <a:r>
              <a:rPr lang="en-US" dirty="0" err="1">
                <a:solidFill>
                  <a:srgbClr val="000000"/>
                </a:solidFill>
              </a:rPr>
              <a:t>self.set</a:t>
            </a:r>
            <a:r>
              <a:rPr lang="en-US" dirty="0">
                <a:solidFill>
                  <a:srgbClr val="000000"/>
                </a:solidFill>
              </a:rPr>
              <a:t>)(a) }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insert(self, a: A) -&gt; Set&lt;A&gt; { ... }</a:t>
            </a:r>
          </a:p>
          <a:p>
            <a:r>
              <a:rPr lang="en-US" dirty="0">
                <a:solidFill>
                  <a:srgbClr val="000000"/>
                </a:solidFill>
              </a:rPr>
              <a:t>    ...</a:t>
            </a:r>
          </a:p>
          <a:p>
            <a:r>
              <a:rPr lang="en-US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708C0-9EDE-0BA7-1A1F-47C46A09B668}"/>
              </a:ext>
            </a:extLst>
          </p:cNvPr>
          <p:cNvSpPr txBox="1"/>
          <p:nvPr/>
        </p:nvSpPr>
        <p:spPr>
          <a:xfrm>
            <a:off x="5963757" y="4393153"/>
            <a:ext cx="597368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FF"/>
                </a:highlight>
              </a:rPr>
              <a:t>// finite or infinite map</a:t>
            </a:r>
          </a:p>
          <a:p>
            <a:r>
              <a:rPr lang="en-US" dirty="0">
                <a:solidFill>
                  <a:srgbClr val="000000"/>
                </a:solidFill>
              </a:rPr>
              <a:t>struct Map&lt;K, V&gt; { mapping: </a:t>
            </a:r>
            <a:r>
              <a:rPr lang="en-US" dirty="0" err="1">
                <a:solidFill>
                  <a:srgbClr val="000000"/>
                </a:solidFill>
              </a:rPr>
              <a:t>spec_fn</a:t>
            </a:r>
            <a:r>
              <a:rPr lang="en-US" dirty="0">
                <a:solidFill>
                  <a:srgbClr val="000000"/>
                </a:solidFill>
              </a:rPr>
              <a:t>(K) -&gt; Option&lt;V&gt; }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impl</a:t>
            </a:r>
            <a:r>
              <a:rPr lang="en-US" dirty="0">
                <a:solidFill>
                  <a:srgbClr val="000000"/>
                </a:solidFill>
              </a:rPr>
              <a:t>&lt;K, V&gt; Map&lt;K, V&gt; {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empty() -&gt; Map&lt;K, V&gt; { Map { mapping: |k| None } }</a:t>
            </a:r>
          </a:p>
          <a:p>
            <a:r>
              <a:rPr lang="en-US" dirty="0">
                <a:solidFill>
                  <a:srgbClr val="000000"/>
                </a:solidFill>
              </a:rPr>
              <a:t>    spec </a:t>
            </a:r>
            <a:r>
              <a:rPr lang="en-US" dirty="0" err="1">
                <a:solidFill>
                  <a:srgbClr val="000000"/>
                </a:solidFill>
              </a:rPr>
              <a:t>fn</a:t>
            </a:r>
            <a:r>
              <a:rPr lang="en-US" dirty="0">
                <a:solidFill>
                  <a:srgbClr val="000000"/>
                </a:solidFill>
              </a:rPr>
              <a:t> insert(self, key: K, value: V) -&gt; Map&lt;K, V&gt; { ... }</a:t>
            </a:r>
          </a:p>
          <a:p>
            <a:r>
              <a:rPr lang="en-US" dirty="0">
                <a:solidFill>
                  <a:srgbClr val="000000"/>
                </a:solidFill>
              </a:rPr>
              <a:t>    ...</a:t>
            </a:r>
          </a:p>
          <a:p>
            <a:r>
              <a:rPr lang="en-US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C21BE-7F93-19C0-4DAA-A5398754AB44}"/>
              </a:ext>
            </a:extLst>
          </p:cNvPr>
          <p:cNvSpPr txBox="1"/>
          <p:nvPr/>
        </p:nvSpPr>
        <p:spPr>
          <a:xfrm>
            <a:off x="3212491" y="4017058"/>
            <a:ext cx="275126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i="1" dirty="0"/>
              <a:t>Rust feature note:</a:t>
            </a:r>
          </a:p>
          <a:p>
            <a:r>
              <a:rPr lang="en-US" i="1" dirty="0"/>
              <a:t>“</a:t>
            </a:r>
            <a:r>
              <a:rPr lang="en-US" i="1" dirty="0" err="1"/>
              <a:t>impl</a:t>
            </a:r>
            <a:r>
              <a:rPr lang="en-US" i="1" dirty="0"/>
              <a:t>” and “self” are for</a:t>
            </a:r>
          </a:p>
          <a:p>
            <a:r>
              <a:rPr lang="en-US" i="1" dirty="0" err="1"/>
              <a:t>namespacing</a:t>
            </a:r>
            <a:r>
              <a:rPr lang="en-US" i="1" dirty="0"/>
              <a:t> and “.” syntax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832A37-77A6-5BE1-DBE3-DB08A557E734}"/>
              </a:ext>
            </a:extLst>
          </p:cNvPr>
          <p:cNvCxnSpPr/>
          <p:nvPr/>
        </p:nvCxnSpPr>
        <p:spPr>
          <a:xfrm flipH="1" flipV="1">
            <a:off x="2065564" y="3886200"/>
            <a:ext cx="1216479" cy="362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F3D312-9A98-18DB-FF43-F76F8007844E}"/>
              </a:ext>
            </a:extLst>
          </p:cNvPr>
          <p:cNvCxnSpPr/>
          <p:nvPr/>
        </p:nvCxnSpPr>
        <p:spPr>
          <a:xfrm flipH="1">
            <a:off x="2163536" y="4841421"/>
            <a:ext cx="1120513" cy="1020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85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5448-8A33-D5C3-7EA3-03DD0B3D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BE5F-48B6-C09B-F1C3-AE0868EC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Axioms and lemmas via function calls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BEE9E-3B42-9132-C64C-928D4CEB4108}"/>
              </a:ext>
            </a:extLst>
          </p:cNvPr>
          <p:cNvSpPr txBox="1"/>
          <p:nvPr/>
        </p:nvSpPr>
        <p:spPr>
          <a:xfrm>
            <a:off x="485522" y="1982549"/>
            <a:ext cx="489967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proof </a:t>
            </a:r>
            <a:r>
              <a:rPr lang="en-US" dirty="0" err="1"/>
              <a:t>fn</a:t>
            </a:r>
            <a:r>
              <a:rPr lang="en-US" dirty="0"/>
              <a:t> </a:t>
            </a:r>
            <a:r>
              <a:rPr lang="en-US" b="1" dirty="0" err="1"/>
              <a:t>axiom_seq_push_len</a:t>
            </a:r>
            <a:r>
              <a:rPr lang="en-US" dirty="0"/>
              <a:t>&lt;A&gt;(s: Seq&lt;A&gt;, a: A)</a:t>
            </a:r>
          </a:p>
          <a:p>
            <a:r>
              <a:rPr lang="en-US" dirty="0"/>
              <a:t>    ensures</a:t>
            </a:r>
          </a:p>
          <a:p>
            <a:r>
              <a:rPr lang="en-US" dirty="0"/>
              <a:t>        </a:t>
            </a:r>
            <a:r>
              <a:rPr lang="en-US" dirty="0" err="1"/>
              <a:t>s.push</a:t>
            </a:r>
            <a:r>
              <a:rPr lang="en-US" dirty="0"/>
              <a:t>(a).</a:t>
            </a:r>
            <a:r>
              <a:rPr lang="en-US" dirty="0" err="1"/>
              <a:t>len</a:t>
            </a:r>
            <a:r>
              <a:rPr lang="en-US" dirty="0"/>
              <a:t>() == </a:t>
            </a:r>
            <a:r>
              <a:rPr lang="en-US" dirty="0" err="1"/>
              <a:t>s.len</a:t>
            </a:r>
            <a:r>
              <a:rPr lang="en-US" dirty="0"/>
              <a:t>() + 1</a:t>
            </a:r>
          </a:p>
          <a:p>
            <a:r>
              <a:rPr lang="en-US" dirty="0"/>
              <a:t>{ … }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test() {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s: Seq&lt;int&gt; = Seq::new(5, |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10 *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s2 =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s.push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(50);</a:t>
            </a:r>
          </a:p>
          <a:p>
            <a:r>
              <a:rPr lang="en-US" dirty="0"/>
              <a:t>    </a:t>
            </a:r>
            <a:r>
              <a:rPr lang="en-US" b="1" dirty="0" err="1"/>
              <a:t>axiom_seq_push_len</a:t>
            </a:r>
            <a:r>
              <a:rPr lang="en-US" b="1" dirty="0"/>
              <a:t>(s, 50);</a:t>
            </a:r>
            <a:endParaRPr lang="en-US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assert(s2.len() == 6);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5873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F40F-DB2A-679A-6418-1F13D572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0AED-EC94-A7C3-76F9-C5B20220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Axioms and lemmas via broadcast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0D26F-E355-2B46-583E-00B1DF3DAE9C}"/>
              </a:ext>
            </a:extLst>
          </p:cNvPr>
          <p:cNvSpPr txBox="1"/>
          <p:nvPr/>
        </p:nvSpPr>
        <p:spPr>
          <a:xfrm>
            <a:off x="485522" y="1982549"/>
            <a:ext cx="586115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broadcast</a:t>
            </a:r>
            <a:r>
              <a:rPr lang="en-US" dirty="0"/>
              <a:t> proof </a:t>
            </a:r>
            <a:r>
              <a:rPr lang="en-US" dirty="0" err="1"/>
              <a:t>fn</a:t>
            </a:r>
            <a:r>
              <a:rPr lang="en-US" dirty="0"/>
              <a:t> </a:t>
            </a:r>
            <a:r>
              <a:rPr lang="en-US" dirty="0" err="1"/>
              <a:t>axiom_seq_push_len</a:t>
            </a:r>
            <a:r>
              <a:rPr lang="en-US" dirty="0"/>
              <a:t>&lt;A&gt;(s: Seq&lt;A&gt;, a: A)</a:t>
            </a:r>
          </a:p>
          <a:p>
            <a:r>
              <a:rPr lang="en-US" dirty="0"/>
              <a:t>    ensures</a:t>
            </a:r>
          </a:p>
          <a:p>
            <a:r>
              <a:rPr lang="en-US" dirty="0"/>
              <a:t>        </a:t>
            </a:r>
            <a:r>
              <a:rPr lang="en-US" b="1" dirty="0"/>
              <a:t>#[trigger] </a:t>
            </a:r>
            <a:r>
              <a:rPr lang="en-US" dirty="0" err="1"/>
              <a:t>s.push</a:t>
            </a:r>
            <a:r>
              <a:rPr lang="en-US" dirty="0"/>
              <a:t>(a).</a:t>
            </a:r>
            <a:r>
              <a:rPr lang="en-US" dirty="0" err="1"/>
              <a:t>len</a:t>
            </a:r>
            <a:r>
              <a:rPr lang="en-US" dirty="0"/>
              <a:t>() == </a:t>
            </a:r>
            <a:r>
              <a:rPr lang="en-US" dirty="0" err="1"/>
              <a:t>s.len</a:t>
            </a:r>
            <a:r>
              <a:rPr lang="en-US" dirty="0"/>
              <a:t>() + 1</a:t>
            </a:r>
          </a:p>
          <a:p>
            <a:r>
              <a:rPr lang="en-US" dirty="0"/>
              <a:t>{ … }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test() {</a:t>
            </a:r>
          </a:p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broadcast use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axiom_seq_push_len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s: Seq&lt;int&gt; = Seq::new(5, |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10 *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s2 =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s.push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(50);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assert(s2.len() == 6);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B469E-DE49-CCED-C6DF-FD905E4D1E38}"/>
              </a:ext>
            </a:extLst>
          </p:cNvPr>
          <p:cNvSpPr txBox="1"/>
          <p:nvPr/>
        </p:nvSpPr>
        <p:spPr>
          <a:xfrm>
            <a:off x="5584520" y="2905878"/>
            <a:ext cx="476014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forall|s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Seq&lt;A&gt;, a: A| #![trigger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s.push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(a).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()]</a:t>
            </a:r>
          </a:p>
          <a:p>
            <a:r>
              <a:rPr lang="en-US" b="1" dirty="0"/>
              <a:t>    </a:t>
            </a:r>
            <a:r>
              <a:rPr lang="en-US" b="1" dirty="0" err="1"/>
              <a:t>s.push</a:t>
            </a:r>
            <a:r>
              <a:rPr lang="en-US" b="1" dirty="0"/>
              <a:t>(a).</a:t>
            </a:r>
            <a:r>
              <a:rPr lang="en-US" b="1" dirty="0" err="1"/>
              <a:t>len</a:t>
            </a:r>
            <a:r>
              <a:rPr lang="en-US" b="1" dirty="0"/>
              <a:t>() == </a:t>
            </a:r>
            <a:r>
              <a:rPr lang="en-US" b="1" dirty="0" err="1"/>
              <a:t>s.len</a:t>
            </a:r>
            <a:r>
              <a:rPr lang="en-US" b="1" dirty="0"/>
              <a:t>() + 1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8986AF-3E65-AB0A-34D8-BB52B08402A9}"/>
              </a:ext>
            </a:extLst>
          </p:cNvPr>
          <p:cNvCxnSpPr>
            <a:cxnSpLocks/>
          </p:cNvCxnSpPr>
          <p:nvPr/>
        </p:nvCxnSpPr>
        <p:spPr>
          <a:xfrm>
            <a:off x="5943600" y="2283363"/>
            <a:ext cx="858459" cy="6966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B75CA0-5517-F237-3733-7502C7B36C0C}"/>
              </a:ext>
            </a:extLst>
          </p:cNvPr>
          <p:cNvCxnSpPr>
            <a:cxnSpLocks/>
          </p:cNvCxnSpPr>
          <p:nvPr/>
        </p:nvCxnSpPr>
        <p:spPr>
          <a:xfrm>
            <a:off x="3355521" y="2897714"/>
            <a:ext cx="2473779" cy="47413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455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1FEA-AD6A-A83E-8B1A-617F87BA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73DE-B6F9-0DEF-6132-0A7A1034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groups and defaults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F14CB-F61B-3E3D-A896-0910DF0C2B56}"/>
              </a:ext>
            </a:extLst>
          </p:cNvPr>
          <p:cNvSpPr txBox="1"/>
          <p:nvPr/>
        </p:nvSpPr>
        <p:spPr>
          <a:xfrm>
            <a:off x="134458" y="1405812"/>
            <a:ext cx="6770380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 Seq&lt;A&gt; { … }</a:t>
            </a:r>
          </a:p>
          <a:p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&lt;A&gt; Seq&lt;A&gt; { … }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broadcast proof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axiom_seq_push_len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&lt;A&gt;(…) …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broadcast group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group_seq_axioms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axiom_seq_push_len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axiom_seq_push_index_same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axiom_seq_push_index_different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...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#[verifier::broadcast_use_by_default_when_this_crate_is_imported]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broadcast group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group_vstd_default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group_seq_axioms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group_set_axioms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group_map_axioms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...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8B24A-F510-9773-EB69-9B271D7EA924}"/>
              </a:ext>
            </a:extLst>
          </p:cNvPr>
          <p:cNvSpPr txBox="1"/>
          <p:nvPr/>
        </p:nvSpPr>
        <p:spPr>
          <a:xfrm>
            <a:off x="7396843" y="4390831"/>
            <a:ext cx="443403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use </a:t>
            </a:r>
            <a:r>
              <a:rPr lang="en-US" dirty="0" err="1"/>
              <a:t>vstd</a:t>
            </a:r>
            <a:r>
              <a:rPr lang="en-US" dirty="0"/>
              <a:t>::prelude::*;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fn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test() {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s: Seq&lt;int&gt; = Seq::new(5, |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int| 10 *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s2 =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s.push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(50);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assert(s2.len() == 6);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262EC-7BB5-A00A-D584-F409578AC7D4}"/>
              </a:ext>
            </a:extLst>
          </p:cNvPr>
          <p:cNvSpPr txBox="1"/>
          <p:nvPr/>
        </p:nvSpPr>
        <p:spPr>
          <a:xfrm>
            <a:off x="6904838" y="1405812"/>
            <a:ext cx="16757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Verus </a:t>
            </a:r>
            <a:r>
              <a:rPr lang="en-US" dirty="0" err="1"/>
              <a:t>vstd</a:t>
            </a:r>
            <a:r>
              <a:rPr lang="en-US" dirty="0"/>
              <a:t> crate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8CDE4-558A-774B-C5D2-3677D2EAD2B2}"/>
              </a:ext>
            </a:extLst>
          </p:cNvPr>
          <p:cNvSpPr txBox="1"/>
          <p:nvPr/>
        </p:nvSpPr>
        <p:spPr>
          <a:xfrm>
            <a:off x="7396843" y="4021499"/>
            <a:ext cx="11162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user crate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B5B10F-3F3C-1965-6E20-6EDD8D83C5FA}"/>
              </a:ext>
            </a:extLst>
          </p:cNvPr>
          <p:cNvCxnSpPr>
            <a:cxnSpLocks/>
          </p:cNvCxnSpPr>
          <p:nvPr/>
        </p:nvCxnSpPr>
        <p:spPr>
          <a:xfrm>
            <a:off x="7098842" y="1902279"/>
            <a:ext cx="845008" cy="200841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0DB5B9-1997-F9DD-5FC1-5128156EE87D}"/>
              </a:ext>
            </a:extLst>
          </p:cNvPr>
          <p:cNvSpPr txBox="1"/>
          <p:nvPr/>
        </p:nvSpPr>
        <p:spPr>
          <a:xfrm>
            <a:off x="7742695" y="2841171"/>
            <a:ext cx="178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vstd</a:t>
            </a:r>
            <a:r>
              <a:rPr lang="en-US" dirty="0"/>
              <a:t> crate</a:t>
            </a:r>
          </a:p>
        </p:txBody>
      </p:sp>
    </p:spTree>
    <p:extLst>
      <p:ext uri="{BB962C8B-B14F-4D97-AF65-F5344CB8AC3E}">
        <p14:creationId xmlns:p14="http://schemas.microsoft.com/office/powerpoint/2010/main" val="28656950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90FB-EC65-2B67-6981-62896624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0EFD-6F06-DAA0-6AD0-D5145B78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via extensionality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91ED8-F6E1-3341-A662-092C20DC7FE8}"/>
              </a:ext>
            </a:extLst>
          </p:cNvPr>
          <p:cNvSpPr txBox="1"/>
          <p:nvPr/>
        </p:nvSpPr>
        <p:spPr>
          <a:xfrm>
            <a:off x="370113" y="1334012"/>
            <a:ext cx="365683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dirty="0">
              <a:highlight>
                <a:srgbClr val="FFFFFF"/>
              </a:highlight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proof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</a:rPr>
              <a:t>fn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test()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   let s1 = seq![10] + seq![20, 30];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   let s2 = seq![10, 20] + seq![30];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   // Does SMT solver know s1 == s2?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US" sz="1800" i="1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268A75-BE5B-EB14-6CFE-00265D11FB2F}"/>
              </a:ext>
            </a:extLst>
          </p:cNvPr>
          <p:cNvSpPr/>
          <p:nvPr/>
        </p:nvSpPr>
        <p:spPr>
          <a:xfrm>
            <a:off x="8610600" y="3084531"/>
            <a:ext cx="2249587" cy="169932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 err="1"/>
              <a:t>Uninterp</a:t>
            </a:r>
            <a:r>
              <a:rPr lang="en-US" sz="2400" dirty="0"/>
              <a:t> </a:t>
            </a:r>
            <a:r>
              <a:rPr lang="en-US" sz="2400" dirty="0" err="1"/>
              <a:t>funcs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C8197B49-34C6-4BAB-CB2F-2B4DE7FEEE18}"/>
              </a:ext>
            </a:extLst>
          </p:cNvPr>
          <p:cNvSpPr/>
          <p:nvPr/>
        </p:nvSpPr>
        <p:spPr>
          <a:xfrm>
            <a:off x="8691521" y="3667158"/>
            <a:ext cx="1950181" cy="94676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3300"/>
                </a:solidFill>
              </a:rPr>
              <a:t>spec </a:t>
            </a:r>
            <a:r>
              <a:rPr lang="en-US" sz="2000" dirty="0" err="1">
                <a:solidFill>
                  <a:srgbClr val="003300"/>
                </a:solidFill>
              </a:rPr>
              <a:t>fn</a:t>
            </a:r>
            <a:r>
              <a:rPr lang="en-US" sz="2000" dirty="0">
                <a:solidFill>
                  <a:srgbClr val="003300"/>
                </a:solidFill>
              </a:rPr>
              <a:t> f(x,…,x);</a:t>
            </a:r>
          </a:p>
          <a:p>
            <a:r>
              <a:rPr lang="en-US" sz="2000" dirty="0">
                <a:solidFill>
                  <a:srgbClr val="003300"/>
                </a:solidFill>
              </a:rPr>
              <a:t>f(e,…,e)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E3801-8102-685C-CCC3-52DD8980CB44}"/>
              </a:ext>
            </a:extLst>
          </p:cNvPr>
          <p:cNvSpPr txBox="1"/>
          <p:nvPr/>
        </p:nvSpPr>
        <p:spPr>
          <a:xfrm>
            <a:off x="8680769" y="5550645"/>
            <a:ext cx="20874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[10] == [10, 20]</a:t>
            </a:r>
          </a:p>
          <a:p>
            <a:r>
              <a:rPr lang="en-US" sz="2400" dirty="0"/>
              <a:t>[20, 30] == [30]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948EC1-182F-6444-D945-DD860EF10962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flipV="1">
            <a:off x="9724485" y="4783860"/>
            <a:ext cx="10909" cy="76678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1E5B37-3DC2-0391-8566-CFA991AFD7B6}"/>
              </a:ext>
            </a:extLst>
          </p:cNvPr>
          <p:cNvCxnSpPr>
            <a:cxnSpLocks/>
          </p:cNvCxnSpPr>
          <p:nvPr/>
        </p:nvCxnSpPr>
        <p:spPr>
          <a:xfrm flipV="1">
            <a:off x="9926230" y="2317746"/>
            <a:ext cx="175217" cy="76678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DBFC96-94E3-1AC9-FC38-4A9BAF6C1196}"/>
              </a:ext>
            </a:extLst>
          </p:cNvPr>
          <p:cNvSpPr txBox="1"/>
          <p:nvPr/>
        </p:nvSpPr>
        <p:spPr>
          <a:xfrm>
            <a:off x="8379919" y="1505293"/>
            <a:ext cx="34419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Seq::add([10], [20, 30]) ==</a:t>
            </a:r>
          </a:p>
          <a:p>
            <a:r>
              <a:rPr lang="en-US" sz="2400" dirty="0"/>
              <a:t>Seq::add([10, 20], [30])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1C1B5-AD95-79C4-72AA-C124299E2AD0}"/>
              </a:ext>
            </a:extLst>
          </p:cNvPr>
          <p:cNvSpPr txBox="1"/>
          <p:nvPr/>
        </p:nvSpPr>
        <p:spPr>
          <a:xfrm>
            <a:off x="10860187" y="3447846"/>
            <a:ext cx="12856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congruence</a:t>
            </a:r>
          </a:p>
          <a:p>
            <a:r>
              <a:rPr lang="en-US" dirty="0"/>
              <a:t>doesn’t</a:t>
            </a:r>
          </a:p>
          <a:p>
            <a:r>
              <a:rPr lang="en-US" dirty="0"/>
              <a:t>help here!</a:t>
            </a:r>
          </a:p>
        </p:txBody>
      </p:sp>
      <p:sp>
        <p:nvSpPr>
          <p:cNvPr id="19" name="&quot;Not Allowed&quot; Symbol 18">
            <a:extLst>
              <a:ext uri="{FF2B5EF4-FFF2-40B4-BE49-F238E27FC236}">
                <a16:creationId xmlns:a16="http://schemas.microsoft.com/office/drawing/2014/main" id="{7556B283-B1EC-E079-89DB-80A80815F177}"/>
              </a:ext>
            </a:extLst>
          </p:cNvPr>
          <p:cNvSpPr/>
          <p:nvPr/>
        </p:nvSpPr>
        <p:spPr>
          <a:xfrm>
            <a:off x="8136437" y="5038730"/>
            <a:ext cx="3176095" cy="1819270"/>
          </a:xfrm>
          <a:prstGeom prst="noSmoking">
            <a:avLst>
              <a:gd name="adj" fmla="val 4713"/>
            </a:avLst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99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7" grpId="0"/>
      <p:bldP spid="18" grpId="0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6B71-9737-D9B5-1E33-BDC4D6A1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56A4-3BD5-FF44-00B3-7C1D30ED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via extensionality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DEB53-5977-F91E-E627-08203116C8CE}"/>
              </a:ext>
            </a:extLst>
          </p:cNvPr>
          <p:cNvSpPr txBox="1"/>
          <p:nvPr/>
        </p:nvSpPr>
        <p:spPr>
          <a:xfrm>
            <a:off x="370113" y="1334012"/>
            <a:ext cx="743466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FF"/>
                </a:highlight>
              </a:rPr>
              <a:t>broadcast proof </a:t>
            </a:r>
            <a:r>
              <a:rPr lang="en-US" dirty="0" err="1">
                <a:highlight>
                  <a:srgbClr val="FFFFFF"/>
                </a:highlight>
              </a:rPr>
              <a:t>fn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axiom_seq_ext_equal</a:t>
            </a:r>
            <a:r>
              <a:rPr lang="en-US" dirty="0">
                <a:highlight>
                  <a:srgbClr val="FFFFFF"/>
                </a:highlight>
              </a:rPr>
              <a:t>&lt;A&gt;(s1: Seq&lt;A&gt;, s2: Seq&lt;A&gt;)</a:t>
            </a:r>
          </a:p>
          <a:p>
            <a:r>
              <a:rPr lang="en-US" dirty="0">
                <a:highlight>
                  <a:srgbClr val="FFFFFF"/>
                </a:highlight>
              </a:rPr>
              <a:t>    ensures</a:t>
            </a:r>
          </a:p>
          <a:p>
            <a:r>
              <a:rPr lang="en-US" dirty="0">
                <a:highlight>
                  <a:srgbClr val="FFFFFF"/>
                </a:highlight>
              </a:rPr>
              <a:t>        </a:t>
            </a:r>
            <a:r>
              <a:rPr lang="en-US" b="1" dirty="0">
                <a:highlight>
                  <a:srgbClr val="FFFFFF"/>
                </a:highlight>
              </a:rPr>
              <a:t>#[trigger] (s1 =</a:t>
            </a:r>
            <a:r>
              <a:rPr lang="en-US" b="1" dirty="0">
                <a:highlight>
                  <a:srgbClr val="FFFFFF"/>
                </a:highlight>
                <a:latin typeface="Aptos" panose="020B0004020202020204" pitchFamily="34" charset="0"/>
              </a:rPr>
              <a:t>~</a:t>
            </a:r>
            <a:r>
              <a:rPr lang="en-US" b="1" dirty="0">
                <a:highlight>
                  <a:srgbClr val="FFFFFF"/>
                </a:highlight>
              </a:rPr>
              <a:t>= s2)</a:t>
            </a:r>
            <a:r>
              <a:rPr lang="en-US" dirty="0">
                <a:highlight>
                  <a:srgbClr val="FFFFFF"/>
                </a:highlight>
              </a:rPr>
              <a:t> &lt;==&gt;</a:t>
            </a:r>
          </a:p>
          <a:p>
            <a:r>
              <a:rPr lang="en-US" dirty="0">
                <a:highlight>
                  <a:srgbClr val="FFFFFF"/>
                </a:highlight>
              </a:rPr>
              <a:t>            s1.len() == s2.len() &amp;&amp; (</a:t>
            </a:r>
            <a:r>
              <a:rPr lang="en-US" dirty="0" err="1">
                <a:highlight>
                  <a:srgbClr val="FFFFFF"/>
                </a:highlight>
              </a:rPr>
              <a:t>forall|i</a:t>
            </a:r>
            <a:r>
              <a:rPr lang="en-US" dirty="0">
                <a:highlight>
                  <a:srgbClr val="FFFFFF"/>
                </a:highlight>
              </a:rPr>
              <a:t>: int| 0 &lt;= 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 &lt; s1.len() ==&gt; s1[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] == s2[</a:t>
            </a:r>
            <a:r>
              <a:rPr lang="en-US" dirty="0" err="1">
                <a:highlight>
                  <a:srgbClr val="FFFFFF"/>
                </a:highlight>
              </a:rPr>
              <a:t>i</a:t>
            </a:r>
            <a:r>
              <a:rPr lang="en-US" dirty="0">
                <a:highlight>
                  <a:srgbClr val="FFFFFF"/>
                </a:highlight>
              </a:rPr>
              <a:t>])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</a:rPr>
              <a:t>{ … }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proof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</a:rPr>
              <a:t>fn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 test() {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   let s1 = seq![10] + seq![20, 30];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   let s2 = seq![10, 20] + seq![30];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   // Does SMT solver know s1 == s2?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</a:rPr>
              <a:t>// =</a:t>
            </a:r>
            <a:r>
              <a:rPr lang="en-US" b="1" dirty="0">
                <a:highlight>
                  <a:srgbClr val="FFFFFF"/>
                </a:highlight>
                <a:latin typeface="Aptos" panose="020B0004020202020204" pitchFamily="34" charset="0"/>
              </a:rPr>
              <a:t>~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</a:rPr>
              <a:t>= is semantically equivalent to ==, but will trigger additional lemmas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</a:rPr>
              <a:t>assert(s1 =</a:t>
            </a:r>
            <a:r>
              <a:rPr lang="en-US" b="1" dirty="0">
                <a:highlight>
                  <a:srgbClr val="FFFFFF"/>
                </a:highlight>
                <a:latin typeface="Aptos" panose="020B0004020202020204" pitchFamily="34" charset="0"/>
              </a:rPr>
              <a:t>~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</a:rPr>
              <a:t>= s2);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 // triggers </a:t>
            </a:r>
            <a:r>
              <a:rPr lang="en-US" dirty="0" err="1">
                <a:highlight>
                  <a:srgbClr val="FFFFFF"/>
                </a:highlight>
              </a:rPr>
              <a:t>axiom_seq_ext_equal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    // Now 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</a:rPr>
              <a:t>SMT solver knows s1 == s2</a:t>
            </a: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</a:rPr>
              <a:t>}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sz="1800" i="1" dirty="0">
                <a:solidFill>
                  <a:srgbClr val="000000"/>
                </a:solidFill>
                <a:highlight>
                  <a:srgbClr val="FFFFFF"/>
                </a:highlight>
              </a:rPr>
              <a:t>// Note: Verus automatically replaces == with </a:t>
            </a:r>
            <a:r>
              <a:rPr lang="pt-BR" i="1" dirty="0">
                <a:solidFill>
                  <a:srgbClr val="000000"/>
                </a:solidFill>
                <a:highlight>
                  <a:srgbClr val="FFFFFF"/>
                </a:highlight>
              </a:rPr>
              <a:t>=</a:t>
            </a:r>
            <a:r>
              <a:rPr lang="en-US" i="1" dirty="0">
                <a:highlight>
                  <a:srgbClr val="FFFFFF"/>
                </a:highlight>
                <a:latin typeface="Aptos" panose="020B0004020202020204" pitchFamily="34" charset="0"/>
              </a:rPr>
              <a:t>~</a:t>
            </a:r>
            <a:r>
              <a:rPr lang="pt-BR" i="1" dirty="0">
                <a:solidFill>
                  <a:srgbClr val="000000"/>
                </a:solidFill>
                <a:highlight>
                  <a:srgbClr val="FFFFFF"/>
                </a:highlight>
              </a:rPr>
              <a:t>= in assert, ensures, invariant</a:t>
            </a:r>
            <a:endParaRPr lang="en-US" sz="1800" i="1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172699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8C3FA-D1D1-2F64-AB7C-28F8EDE3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0DB0-880A-5F77-D0D5-2BA3F3A8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Decidable and undecidable theories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747993-5CBE-A543-4409-41CFC16FAB99}"/>
              </a:ext>
            </a:extLst>
          </p:cNvPr>
          <p:cNvSpPr/>
          <p:nvPr/>
        </p:nvSpPr>
        <p:spPr>
          <a:xfrm>
            <a:off x="1149069" y="1371600"/>
            <a:ext cx="9710443" cy="20574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3300"/>
                </a:solidFill>
              </a:rPr>
              <a:t>DECIDABLE THEORIES</a:t>
            </a:r>
          </a:p>
          <a:p>
            <a:r>
              <a:rPr lang="en-US" sz="2000" b="1" dirty="0" err="1">
                <a:solidFill>
                  <a:srgbClr val="003300"/>
                </a:solidFill>
              </a:rPr>
              <a:t>boolean</a:t>
            </a:r>
            <a:r>
              <a:rPr lang="en-US" sz="2000" b="1" dirty="0">
                <a:solidFill>
                  <a:srgbClr val="003300"/>
                </a:solidFill>
              </a:rPr>
              <a:t> expressions</a:t>
            </a:r>
            <a:r>
              <a:rPr lang="en-US" sz="2000" dirty="0">
                <a:solidFill>
                  <a:srgbClr val="003300"/>
                </a:solidFill>
              </a:rPr>
              <a:t>                e ::= true | false | !e | e &amp;&amp; e | e ==&gt; e | ...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linear integer arithmetic </a:t>
            </a:r>
            <a:r>
              <a:rPr lang="en-US" sz="2000" dirty="0">
                <a:solidFill>
                  <a:srgbClr val="003300"/>
                </a:solidFill>
              </a:rPr>
              <a:t>        e ::= ... | -2 | -1 | 0 | 1 | 2 | e + e | e – e | e &lt;= e | ...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bit vector arithmetic</a:t>
            </a:r>
            <a:r>
              <a:rPr lang="en-US" sz="2000" dirty="0">
                <a:solidFill>
                  <a:srgbClr val="003300"/>
                </a:solidFill>
              </a:rPr>
              <a:t>                e ::= ... | e &amp; e | e &lt;&lt; e | ...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uninterpreted functions</a:t>
            </a:r>
            <a:r>
              <a:rPr lang="en-US" sz="2000" dirty="0">
                <a:solidFill>
                  <a:srgbClr val="003300"/>
                </a:solidFill>
              </a:rPr>
              <a:t>          e ::= ... | f(e,…,e)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datatypes</a:t>
            </a:r>
            <a:r>
              <a:rPr lang="en-US" sz="2000" dirty="0">
                <a:solidFill>
                  <a:srgbClr val="003300"/>
                </a:solidFill>
              </a:rPr>
              <a:t>                                    e ::= … | S(e, …, e) | </a:t>
            </a:r>
            <a:r>
              <a:rPr lang="en-US" sz="2000" dirty="0" err="1">
                <a:solidFill>
                  <a:srgbClr val="003300"/>
                </a:solidFill>
              </a:rPr>
              <a:t>S.f</a:t>
            </a:r>
            <a:r>
              <a:rPr lang="en-US" sz="2000" dirty="0">
                <a:solidFill>
                  <a:srgbClr val="003300"/>
                </a:solidFill>
              </a:rPr>
              <a:t> | match e { … 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6D821D-A24D-CC44-B054-70B7C7B6D272}"/>
              </a:ext>
            </a:extLst>
          </p:cNvPr>
          <p:cNvSpPr/>
          <p:nvPr/>
        </p:nvSpPr>
        <p:spPr>
          <a:xfrm>
            <a:off x="1149069" y="3581399"/>
            <a:ext cx="9710443" cy="11686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3300"/>
                </a:solidFill>
              </a:rPr>
              <a:t>UNDECIDABLE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nonlinear integer arithmetic</a:t>
            </a:r>
            <a:r>
              <a:rPr lang="en-US" sz="2000" dirty="0">
                <a:solidFill>
                  <a:srgbClr val="003300"/>
                </a:solidFill>
              </a:rPr>
              <a:t>   e ::= … | e * e | e / e | e % e</a:t>
            </a:r>
          </a:p>
          <a:p>
            <a:r>
              <a:rPr lang="en-US" sz="2000" b="1" dirty="0">
                <a:solidFill>
                  <a:srgbClr val="003300"/>
                </a:solidFill>
              </a:rPr>
              <a:t>quantifiers</a:t>
            </a:r>
            <a:r>
              <a:rPr lang="en-US" sz="2000" dirty="0">
                <a:solidFill>
                  <a:srgbClr val="003300"/>
                </a:solidFill>
              </a:rPr>
              <a:t>                                   e ::= ... | (</a:t>
            </a:r>
            <a:r>
              <a:rPr lang="en-US" sz="2000" dirty="0" err="1">
                <a:solidFill>
                  <a:srgbClr val="003300"/>
                </a:solidFill>
              </a:rPr>
              <a:t>forall|x</a:t>
            </a:r>
            <a:r>
              <a:rPr lang="en-US" sz="2000" dirty="0">
                <a:solidFill>
                  <a:srgbClr val="003300"/>
                </a:solidFill>
              </a:rPr>
              <a:t>: t| e) | (</a:t>
            </a:r>
            <a:r>
              <a:rPr lang="en-US" sz="2000" dirty="0" err="1">
                <a:solidFill>
                  <a:srgbClr val="003300"/>
                </a:solidFill>
              </a:rPr>
              <a:t>exists|x</a:t>
            </a:r>
            <a:r>
              <a:rPr lang="en-US" sz="2000" dirty="0">
                <a:solidFill>
                  <a:srgbClr val="003300"/>
                </a:solidFill>
              </a:rPr>
              <a:t>: t| 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CBC42-3489-4A30-602A-DF0EE8B7127A}"/>
              </a:ext>
            </a:extLst>
          </p:cNvPr>
          <p:cNvSpPr txBox="1"/>
          <p:nvPr/>
        </p:nvSpPr>
        <p:spPr>
          <a:xfrm>
            <a:off x="1924134" y="5232851"/>
            <a:ext cx="82813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Verus uses quantifiers for many broadcast lemmas, including =</a:t>
            </a:r>
            <a:r>
              <a:rPr lang="en-US" sz="2400" dirty="0">
                <a:latin typeface="Aptos" panose="020B0004020202020204" pitchFamily="34" charset="0"/>
              </a:rPr>
              <a:t>~</a:t>
            </a:r>
            <a:r>
              <a:rPr lang="en-US" sz="2400" dirty="0"/>
              <a:t>=,</a:t>
            </a:r>
          </a:p>
          <a:p>
            <a:r>
              <a:rPr lang="en-US" sz="2400" dirty="0"/>
              <a:t>so we can’t expect completely automated proofs</a:t>
            </a:r>
          </a:p>
        </p:txBody>
      </p:sp>
    </p:spTree>
    <p:extLst>
      <p:ext uri="{BB962C8B-B14F-4D97-AF65-F5344CB8AC3E}">
        <p14:creationId xmlns:p14="http://schemas.microsoft.com/office/powerpoint/2010/main" val="35724923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3D7D-03E9-38B6-2E76-1CFCF2DB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Decidability, undecidability,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487B5-0E7F-DC6D-2DC7-C693A56EF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3262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decidable theories, we can hope for complete SMT automation</a:t>
            </a:r>
          </a:p>
          <a:p>
            <a:pPr lvl="1"/>
            <a:r>
              <a:rPr lang="en-US" dirty="0"/>
              <a:t>… except when the SMT decision procedures are too slow</a:t>
            </a:r>
          </a:p>
          <a:p>
            <a:pPr lvl="2"/>
            <a:r>
              <a:rPr lang="en-US" dirty="0"/>
              <a:t>assert(…) by(</a:t>
            </a:r>
            <a:r>
              <a:rPr lang="en-US" dirty="0" err="1"/>
              <a:t>bit_vector</a:t>
            </a:r>
            <a:r>
              <a:rPr lang="en-US" dirty="0"/>
              <a:t>)</a:t>
            </a:r>
          </a:p>
          <a:p>
            <a:r>
              <a:rPr lang="en-US" dirty="0"/>
              <a:t>But most Verus code relies on features beyond the decidable fragment</a:t>
            </a:r>
          </a:p>
          <a:p>
            <a:pPr lvl="1"/>
            <a:r>
              <a:rPr lang="en-US" dirty="0"/>
              <a:t>Nonlinear arithmetic: assert(…) by(</a:t>
            </a:r>
            <a:r>
              <a:rPr lang="en-US" dirty="0" err="1"/>
              <a:t>nonlinear_arith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Verus’s lemmas for Seq, Set, Map, etc.</a:t>
            </a:r>
          </a:p>
          <a:p>
            <a:pPr lvl="1"/>
            <a:r>
              <a:rPr lang="en-US" dirty="0"/>
              <a:t>Equality via extensionality (=</a:t>
            </a:r>
            <a:r>
              <a:rPr lang="en-US" dirty="0">
                <a:latin typeface="Aptos" panose="020B0004020202020204" pitchFamily="34" charset="0"/>
              </a:rPr>
              <a:t>~</a:t>
            </a:r>
            <a:r>
              <a:rPr lang="en-US" dirty="0"/>
              <a:t>=)</a:t>
            </a:r>
          </a:p>
          <a:p>
            <a:pPr lvl="1"/>
            <a:r>
              <a:rPr lang="en-US" dirty="0"/>
              <a:t>User-supplied quantifiers</a:t>
            </a:r>
          </a:p>
          <a:p>
            <a:pPr lvl="2"/>
            <a:r>
              <a:rPr lang="en-US" dirty="0" err="1"/>
              <a:t>forall|i</a:t>
            </a:r>
            <a:r>
              <a:rPr lang="en-US" dirty="0"/>
              <a:t>: int, j: int| 0 &lt;= </a:t>
            </a:r>
            <a:r>
              <a:rPr lang="en-US" dirty="0" err="1"/>
              <a:t>i</a:t>
            </a:r>
            <a:r>
              <a:rPr lang="en-US" dirty="0"/>
              <a:t> &lt;= j &lt; </a:t>
            </a:r>
            <a:r>
              <a:rPr lang="en-US" dirty="0" err="1"/>
              <a:t>v.len</a:t>
            </a:r>
            <a:r>
              <a:rPr lang="en-US" dirty="0"/>
              <a:t>() ==&gt; v[</a:t>
            </a:r>
            <a:r>
              <a:rPr lang="en-US" dirty="0" err="1"/>
              <a:t>i</a:t>
            </a:r>
            <a:r>
              <a:rPr lang="en-US" dirty="0"/>
              <a:t>] &lt;= v[j]</a:t>
            </a:r>
          </a:p>
          <a:p>
            <a:pPr lvl="1"/>
            <a:r>
              <a:rPr lang="en-US" dirty="0"/>
              <a:t>Recursive definitions and proofs by induction</a:t>
            </a:r>
          </a:p>
          <a:p>
            <a:pPr marL="0" indent="0">
              <a:buNone/>
            </a:pPr>
            <a:r>
              <a:rPr lang="en-US" dirty="0"/>
              <a:t>So we get some mixture of automation and explicit proofs</a:t>
            </a:r>
          </a:p>
        </p:txBody>
      </p:sp>
    </p:spTree>
    <p:extLst>
      <p:ext uri="{BB962C8B-B14F-4D97-AF65-F5344CB8AC3E}">
        <p14:creationId xmlns:p14="http://schemas.microsoft.com/office/powerpoint/2010/main" val="2331938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14389-1B16-267F-5E6A-529FB593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A725-99C3-AE5F-4F04-7191558DB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Generics and traits (briefly)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ECDE7-A087-4CAC-1786-F8DD6EE6EA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8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5E5D-E36C-5548-F728-457975C2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feature: generics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52189-A939-4646-BD2E-3769DA39DC9D}"/>
              </a:ext>
            </a:extLst>
          </p:cNvPr>
          <p:cNvSpPr txBox="1"/>
          <p:nvPr/>
        </p:nvSpPr>
        <p:spPr>
          <a:xfrm>
            <a:off x="740664" y="2793752"/>
            <a:ext cx="385939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/>
              <a:t>spec</a:t>
            </a:r>
            <a:r>
              <a:rPr lang="fr-FR" dirty="0"/>
              <a:t> </a:t>
            </a:r>
            <a:r>
              <a:rPr lang="fr-FR" dirty="0" err="1"/>
              <a:t>fn</a:t>
            </a:r>
            <a:r>
              <a:rPr lang="fr-FR" dirty="0"/>
              <a:t> f&lt;A&gt;(x: A, y: A) -&gt; A { x }</a:t>
            </a:r>
          </a:p>
          <a:p>
            <a:endParaRPr lang="en-US" dirty="0"/>
          </a:p>
          <a:p>
            <a:r>
              <a:rPr lang="en-US" dirty="0"/>
              <a:t>proof </a:t>
            </a:r>
            <a:r>
              <a:rPr lang="en-US" dirty="0" err="1"/>
              <a:t>fn</a:t>
            </a:r>
            <a:r>
              <a:rPr lang="en-US" dirty="0"/>
              <a:t> test1() {</a:t>
            </a:r>
          </a:p>
          <a:p>
            <a:r>
              <a:rPr lang="en-US" dirty="0"/>
              <a:t>    assert(f::&lt;int&gt;(10, 20) == 10);</a:t>
            </a:r>
          </a:p>
          <a:p>
            <a:r>
              <a:rPr lang="da-DK" dirty="0"/>
              <a:t>    assert(f::&lt;bool&gt;(false, true) == false);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proof </a:t>
            </a:r>
            <a:r>
              <a:rPr lang="en-US" dirty="0" err="1"/>
              <a:t>fn</a:t>
            </a:r>
            <a:r>
              <a:rPr lang="en-US" dirty="0"/>
              <a:t> test2() {</a:t>
            </a:r>
          </a:p>
          <a:p>
            <a:r>
              <a:rPr lang="en-US" dirty="0"/>
              <a:t>    assert(f(10int, 20) == 10);</a:t>
            </a:r>
          </a:p>
          <a:p>
            <a:r>
              <a:rPr lang="da-DK" dirty="0"/>
              <a:t>    assert(f(false, true) == false);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A9C6A2-C83C-5526-5B34-B4513748CDC7}"/>
              </a:ext>
            </a:extLst>
          </p:cNvPr>
          <p:cNvSpPr/>
          <p:nvPr/>
        </p:nvSpPr>
        <p:spPr>
          <a:xfrm>
            <a:off x="8544560" y="2519403"/>
            <a:ext cx="1717963" cy="86821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Poly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821004-2DAB-1FB3-990B-F61B09041225}"/>
              </a:ext>
            </a:extLst>
          </p:cNvPr>
          <p:cNvSpPr/>
          <p:nvPr/>
        </p:nvSpPr>
        <p:spPr>
          <a:xfrm>
            <a:off x="7029796" y="1521875"/>
            <a:ext cx="1717963" cy="8682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F0F29B-275E-DC53-1D99-CF5FD1D43DBA}"/>
              </a:ext>
            </a:extLst>
          </p:cNvPr>
          <p:cNvSpPr/>
          <p:nvPr/>
        </p:nvSpPr>
        <p:spPr>
          <a:xfrm>
            <a:off x="10160924" y="1521875"/>
            <a:ext cx="1717963" cy="8682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1CD91B-91B8-0D50-3C0A-6C69128EA71B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8496169" y="2262945"/>
            <a:ext cx="445555" cy="3557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1493BF-E4D2-BF69-113D-966C08EFA492}"/>
              </a:ext>
            </a:extLst>
          </p:cNvPr>
          <p:cNvCxnSpPr>
            <a:cxnSpLocks/>
          </p:cNvCxnSpPr>
          <p:nvPr/>
        </p:nvCxnSpPr>
        <p:spPr>
          <a:xfrm rot="10800000">
            <a:off x="8249196" y="2392255"/>
            <a:ext cx="445555" cy="3557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A7A7F5-9A5A-1516-0574-4540D07CD6E6}"/>
              </a:ext>
            </a:extLst>
          </p:cNvPr>
          <p:cNvSpPr txBox="1"/>
          <p:nvPr/>
        </p:nvSpPr>
        <p:spPr>
          <a:xfrm>
            <a:off x="8669141" y="2082059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3FB6C-CF47-A602-AE40-0B05246CEC3E}"/>
              </a:ext>
            </a:extLst>
          </p:cNvPr>
          <p:cNvSpPr txBox="1"/>
          <p:nvPr/>
        </p:nvSpPr>
        <p:spPr>
          <a:xfrm>
            <a:off x="7894873" y="2495351"/>
            <a:ext cx="625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7FCF20-6512-60F2-C158-3273755CADD3}"/>
              </a:ext>
            </a:extLst>
          </p:cNvPr>
          <p:cNvCxnSpPr>
            <a:cxnSpLocks/>
          </p:cNvCxnSpPr>
          <p:nvPr/>
        </p:nvCxnSpPr>
        <p:spPr>
          <a:xfrm flipH="1">
            <a:off x="9927525" y="2240318"/>
            <a:ext cx="445555" cy="3557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87C632-601C-9913-5AA9-86C395B99E9A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169881" y="2367466"/>
            <a:ext cx="445555" cy="35574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36B02A-D187-FD2A-21E7-F1AF3A2D0B5D}"/>
              </a:ext>
            </a:extLst>
          </p:cNvPr>
          <p:cNvSpPr txBox="1"/>
          <p:nvPr/>
        </p:nvSpPr>
        <p:spPr>
          <a:xfrm>
            <a:off x="9854330" y="2052200"/>
            <a:ext cx="264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94BC5-73CC-771F-CBA1-F550DAB0C921}"/>
              </a:ext>
            </a:extLst>
          </p:cNvPr>
          <p:cNvSpPr txBox="1"/>
          <p:nvPr/>
        </p:nvSpPr>
        <p:spPr>
          <a:xfrm>
            <a:off x="10286718" y="2566582"/>
            <a:ext cx="519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E6891-ADAB-3F6C-2F72-C3E2076C49D1}"/>
              </a:ext>
            </a:extLst>
          </p:cNvPr>
          <p:cNvSpPr txBox="1"/>
          <p:nvPr/>
        </p:nvSpPr>
        <p:spPr>
          <a:xfrm>
            <a:off x="5090160" y="2792060"/>
            <a:ext cx="39605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(declare-sort Poly)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(declare-fun I (Int) Poly)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(declare-fun B (Bool) Poly)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(declare-fun %I (Poly) 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(declare-fun %B (Poly) Bool)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(axiom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forall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((x Bool)) (= x (%B (B x)))))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(axiom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forall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((x Int)) (= x (%I (I x)))))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 more axioms 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F4CA1D-B6D9-A6DB-B829-44F045A4234E}"/>
              </a:ext>
            </a:extLst>
          </p:cNvPr>
          <p:cNvSpPr txBox="1"/>
          <p:nvPr/>
        </p:nvSpPr>
        <p:spPr>
          <a:xfrm>
            <a:off x="2084832" y="1839636"/>
            <a:ext cx="7923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x: Poly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C4103-0D5E-42ED-0FB3-E2C0A2F6EE16}"/>
              </a:ext>
            </a:extLst>
          </p:cNvPr>
          <p:cNvSpPr txBox="1"/>
          <p:nvPr/>
        </p:nvSpPr>
        <p:spPr>
          <a:xfrm>
            <a:off x="3218595" y="1845898"/>
            <a:ext cx="79720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y: Poly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86673-F299-AB07-2483-9CCAA13805A8}"/>
              </a:ext>
            </a:extLst>
          </p:cNvPr>
          <p:cNvSpPr txBox="1"/>
          <p:nvPr/>
        </p:nvSpPr>
        <p:spPr>
          <a:xfrm>
            <a:off x="753401" y="1834462"/>
            <a:ext cx="130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AIR, SMT: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9BAB87-676F-407F-16D0-BA96C40D65D9}"/>
              </a:ext>
            </a:extLst>
          </p:cNvPr>
          <p:cNvCxnSpPr>
            <a:endCxn id="16" idx="2"/>
          </p:cNvCxnSpPr>
          <p:nvPr/>
        </p:nvCxnSpPr>
        <p:spPr>
          <a:xfrm flipV="1">
            <a:off x="2203704" y="2208968"/>
            <a:ext cx="277326" cy="662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0120C5-E869-A045-2F0F-5662B2C51C1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658690" y="2215230"/>
            <a:ext cx="958508" cy="655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5FCC4A-A023-D3AB-6A40-5699F2524B13}"/>
              </a:ext>
            </a:extLst>
          </p:cNvPr>
          <p:cNvSpPr txBox="1"/>
          <p:nvPr/>
        </p:nvSpPr>
        <p:spPr>
          <a:xfrm>
            <a:off x="2059464" y="6155750"/>
            <a:ext cx="9383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(B false)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C89C9B-487C-CA53-D487-94E7CF411E66}"/>
              </a:ext>
            </a:extLst>
          </p:cNvPr>
          <p:cNvSpPr txBox="1"/>
          <p:nvPr/>
        </p:nvSpPr>
        <p:spPr>
          <a:xfrm>
            <a:off x="3193227" y="6162012"/>
            <a:ext cx="8980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(B true)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F48D62-D372-A578-5F70-51B989AA1E18}"/>
              </a:ext>
            </a:extLst>
          </p:cNvPr>
          <p:cNvSpPr txBox="1"/>
          <p:nvPr/>
        </p:nvSpPr>
        <p:spPr>
          <a:xfrm>
            <a:off x="728033" y="6150576"/>
            <a:ext cx="130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AIR, SMT: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7468C-7324-1715-F506-4DCCEA70E260}"/>
              </a:ext>
            </a:extLst>
          </p:cNvPr>
          <p:cNvSpPr txBox="1"/>
          <p:nvPr/>
        </p:nvSpPr>
        <p:spPr>
          <a:xfrm>
            <a:off x="5863107" y="6167186"/>
            <a:ext cx="6703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(I 10)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A5E64-D9DB-CCA8-6B40-D2F577D2D902}"/>
              </a:ext>
            </a:extLst>
          </p:cNvPr>
          <p:cNvSpPr txBox="1"/>
          <p:nvPr/>
        </p:nvSpPr>
        <p:spPr>
          <a:xfrm>
            <a:off x="6996870" y="6173448"/>
            <a:ext cx="6703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(I 20)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0F3AEE-9EB8-8AE4-DFF5-9749E16FDAF5}"/>
              </a:ext>
            </a:extLst>
          </p:cNvPr>
          <p:cNvSpPr txBox="1"/>
          <p:nvPr/>
        </p:nvSpPr>
        <p:spPr>
          <a:xfrm>
            <a:off x="4531676" y="6162012"/>
            <a:ext cx="130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AIR, SMT: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F6B1AD-7F10-33D6-EAA3-E2C0972EB383}"/>
              </a:ext>
            </a:extLst>
          </p:cNvPr>
          <p:cNvCxnSpPr>
            <a:endCxn id="25" idx="0"/>
          </p:cNvCxnSpPr>
          <p:nvPr/>
        </p:nvCxnSpPr>
        <p:spPr>
          <a:xfrm>
            <a:off x="2059464" y="5596128"/>
            <a:ext cx="469199" cy="55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49BE90-8777-2912-CA5B-6B99EB78440E}"/>
              </a:ext>
            </a:extLst>
          </p:cNvPr>
          <p:cNvCxnSpPr>
            <a:endCxn id="26" idx="0"/>
          </p:cNvCxnSpPr>
          <p:nvPr/>
        </p:nvCxnSpPr>
        <p:spPr>
          <a:xfrm>
            <a:off x="2569464" y="5596128"/>
            <a:ext cx="1072765" cy="565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FDC4B48-FED5-A1F9-47BC-EB8CA0D3B0BB}"/>
              </a:ext>
            </a:extLst>
          </p:cNvPr>
          <p:cNvCxnSpPr>
            <a:endCxn id="28" idx="0"/>
          </p:cNvCxnSpPr>
          <p:nvPr/>
        </p:nvCxnSpPr>
        <p:spPr>
          <a:xfrm>
            <a:off x="2203704" y="5303520"/>
            <a:ext cx="3994591" cy="86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DDE322-284F-4942-6A68-077E70A01392}"/>
              </a:ext>
            </a:extLst>
          </p:cNvPr>
          <p:cNvCxnSpPr>
            <a:endCxn id="29" idx="0"/>
          </p:cNvCxnSpPr>
          <p:nvPr/>
        </p:nvCxnSpPr>
        <p:spPr>
          <a:xfrm>
            <a:off x="2569464" y="5276088"/>
            <a:ext cx="4762594" cy="89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44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0" grpId="0"/>
      <p:bldP spid="13" grpId="0"/>
      <p:bldP spid="14" grpId="0"/>
      <p:bldP spid="15" grpId="0"/>
      <p:bldP spid="16" grpId="0" animBg="1"/>
      <p:bldP spid="18" grpId="0" animBg="1"/>
      <p:bldP spid="19" grpId="0"/>
      <p:bldP spid="25" grpId="0" animBg="1"/>
      <p:bldP spid="26" grpId="0" animBg="1"/>
      <p:bldP spid="27" grpId="0"/>
      <p:bldP spid="28" grpId="0" animBg="1"/>
      <p:bldP spid="29" grpId="0" animBg="1"/>
      <p:bldP spid="3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1BC0-A877-5620-CA17-08597925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feature: traits (aka Haskell type classes)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0F157-AF99-0C1C-0404-6A647E87C407}"/>
              </a:ext>
            </a:extLst>
          </p:cNvPr>
          <p:cNvSpPr txBox="1"/>
          <p:nvPr/>
        </p:nvSpPr>
        <p:spPr>
          <a:xfrm>
            <a:off x="457200" y="1443841"/>
            <a:ext cx="3801297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trait Clone {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 clone(&amp;self) -&gt; Self;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trait Copy: Clone { }</a:t>
            </a:r>
          </a:p>
          <a:p>
            <a:endParaRPr lang="en-US" dirty="0"/>
          </a:p>
          <a:p>
            <a:r>
              <a:rPr lang="en-US" dirty="0"/>
              <a:t>trait Default {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 default() -&gt; Self;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trait Add&lt;</a:t>
            </a:r>
            <a:r>
              <a:rPr lang="en-US" dirty="0" err="1"/>
              <a:t>Rhs</a:t>
            </a:r>
            <a:r>
              <a:rPr lang="en-US" dirty="0"/>
              <a:t>&gt; {</a:t>
            </a:r>
          </a:p>
          <a:p>
            <a:r>
              <a:rPr lang="en-US" dirty="0"/>
              <a:t>    type Output;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 add(self, </a:t>
            </a:r>
            <a:r>
              <a:rPr lang="en-US" dirty="0" err="1"/>
              <a:t>rhs</a:t>
            </a:r>
            <a:r>
              <a:rPr lang="en-US" dirty="0"/>
              <a:t>: </a:t>
            </a:r>
            <a:r>
              <a:rPr lang="en-US" dirty="0" err="1"/>
              <a:t>Rhs</a:t>
            </a:r>
            <a:r>
              <a:rPr lang="en-US" dirty="0"/>
              <a:t>) -&gt; Self::Output;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EB31F-F03A-0BF6-E3A5-67643376BBA1}"/>
              </a:ext>
            </a:extLst>
          </p:cNvPr>
          <p:cNvSpPr txBox="1"/>
          <p:nvPr/>
        </p:nvSpPr>
        <p:spPr>
          <a:xfrm>
            <a:off x="4378240" y="1443841"/>
            <a:ext cx="4435766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struct Complex { real: f64, </a:t>
            </a:r>
            <a:r>
              <a:rPr lang="en-US" dirty="0" err="1"/>
              <a:t>imag</a:t>
            </a:r>
            <a:r>
              <a:rPr lang="en-US" dirty="0"/>
              <a:t>: f64 }</a:t>
            </a:r>
          </a:p>
          <a:p>
            <a:r>
              <a:rPr lang="en-US" dirty="0" err="1"/>
              <a:t>impl</a:t>
            </a:r>
            <a:r>
              <a:rPr lang="en-US" dirty="0"/>
              <a:t> Clone for Complex {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 clone(&amp;self) -&gt; Complex {</a:t>
            </a:r>
          </a:p>
          <a:p>
            <a:r>
              <a:rPr lang="en-US" dirty="0"/>
              <a:t>        Complex { real: </a:t>
            </a:r>
            <a:r>
              <a:rPr lang="en-US" dirty="0" err="1"/>
              <a:t>self.real</a:t>
            </a:r>
            <a:r>
              <a:rPr lang="en-US" dirty="0"/>
              <a:t>, </a:t>
            </a:r>
            <a:r>
              <a:rPr lang="en-US" dirty="0" err="1"/>
              <a:t>imag</a:t>
            </a:r>
            <a:r>
              <a:rPr lang="en-US" dirty="0"/>
              <a:t>: </a:t>
            </a:r>
            <a:r>
              <a:rPr lang="en-US" dirty="0" err="1"/>
              <a:t>self.imag</a:t>
            </a:r>
            <a:r>
              <a:rPr lang="en-US" dirty="0"/>
              <a:t>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impl</a:t>
            </a:r>
            <a:r>
              <a:rPr lang="en-US" dirty="0"/>
              <a:t> Default for Complex {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 default() -&gt; Complex {</a:t>
            </a:r>
          </a:p>
          <a:p>
            <a:r>
              <a:rPr lang="en-US" dirty="0"/>
              <a:t>        Complex { real: 0.0, </a:t>
            </a:r>
            <a:r>
              <a:rPr lang="en-US" dirty="0" err="1"/>
              <a:t>imag</a:t>
            </a:r>
            <a:r>
              <a:rPr lang="en-US" dirty="0"/>
              <a:t>: 0.0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impl</a:t>
            </a:r>
            <a:r>
              <a:rPr lang="en-US" dirty="0"/>
              <a:t> Add&lt;Complex&gt; for Complex {</a:t>
            </a:r>
          </a:p>
          <a:p>
            <a:r>
              <a:rPr lang="en-US" dirty="0"/>
              <a:t>    type Output = Complex;</a:t>
            </a:r>
          </a:p>
          <a:p>
            <a:r>
              <a:rPr lang="en-US" dirty="0"/>
              <a:t>    </a:t>
            </a:r>
            <a:r>
              <a:rPr lang="en-US" dirty="0" err="1"/>
              <a:t>fn</a:t>
            </a:r>
            <a:r>
              <a:rPr lang="en-US" dirty="0"/>
              <a:t> add(self, </a:t>
            </a:r>
            <a:r>
              <a:rPr lang="en-US" dirty="0" err="1"/>
              <a:t>rhs</a:t>
            </a:r>
            <a:r>
              <a:rPr lang="en-US" dirty="0"/>
              <a:t>: Complex) -&gt; Complex {</a:t>
            </a:r>
          </a:p>
          <a:p>
            <a:r>
              <a:rPr lang="en-US" dirty="0"/>
              <a:t>        Complex {</a:t>
            </a:r>
          </a:p>
          <a:p>
            <a:r>
              <a:rPr lang="en-US" dirty="0"/>
              <a:t>            real: </a:t>
            </a:r>
            <a:r>
              <a:rPr lang="en-US" dirty="0" err="1"/>
              <a:t>self.real</a:t>
            </a:r>
            <a:r>
              <a:rPr lang="en-US" dirty="0"/>
              <a:t> + </a:t>
            </a:r>
            <a:r>
              <a:rPr lang="en-US" dirty="0" err="1"/>
              <a:t>rhs.real</a:t>
            </a:r>
            <a:r>
              <a:rPr lang="en-US" dirty="0"/>
              <a:t>,</a:t>
            </a:r>
          </a:p>
          <a:p>
            <a:r>
              <a:rPr lang="de-DE" dirty="0"/>
              <a:t>            imag: self.imag + rhs.imag,</a:t>
            </a:r>
          </a:p>
          <a:p>
            <a:r>
              <a:rPr lang="en-US" dirty="0"/>
              <a:t>}   }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34139-29A1-3502-EE7A-477ACAA58178}"/>
              </a:ext>
            </a:extLst>
          </p:cNvPr>
          <p:cNvSpPr txBox="1"/>
          <p:nvPr/>
        </p:nvSpPr>
        <p:spPr>
          <a:xfrm>
            <a:off x="8933749" y="1443841"/>
            <a:ext cx="2937022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f&lt;T&gt;(x: T) -&gt; T::Output</a:t>
            </a:r>
          </a:p>
          <a:p>
            <a:r>
              <a:rPr lang="en-US" dirty="0"/>
              <a:t>    where</a:t>
            </a:r>
          </a:p>
          <a:p>
            <a:r>
              <a:rPr lang="en-US" dirty="0"/>
              <a:t>        T: Default,</a:t>
            </a:r>
          </a:p>
          <a:p>
            <a:r>
              <a:rPr lang="en-US" dirty="0"/>
              <a:t>        T: Add&lt;T&gt;,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x + T::default()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en-US" dirty="0"/>
              <a:t>    let c1 = Complex {</a:t>
            </a:r>
          </a:p>
          <a:p>
            <a:r>
              <a:rPr lang="en-US" dirty="0"/>
              <a:t>        real: 3.14,</a:t>
            </a:r>
          </a:p>
          <a:p>
            <a:r>
              <a:rPr lang="en-US" dirty="0"/>
              <a:t>        </a:t>
            </a:r>
            <a:r>
              <a:rPr lang="en-US" dirty="0" err="1"/>
              <a:t>imag</a:t>
            </a:r>
            <a:r>
              <a:rPr lang="en-US" dirty="0"/>
              <a:t>: 2.72,</a:t>
            </a:r>
          </a:p>
          <a:p>
            <a:r>
              <a:rPr lang="en-US" dirty="0"/>
              <a:t>    };</a:t>
            </a:r>
          </a:p>
          <a:p>
            <a:r>
              <a:rPr lang="en-US" dirty="0"/>
              <a:t>    let c2 = Complex::default();</a:t>
            </a:r>
          </a:p>
          <a:p>
            <a:r>
              <a:rPr lang="en-US" dirty="0"/>
              <a:t>    let c3 = c1.clone();</a:t>
            </a:r>
          </a:p>
          <a:p>
            <a:r>
              <a:rPr lang="da-DK" dirty="0"/>
              <a:t>    let c4 = c1 + c2 + c3;</a:t>
            </a:r>
          </a:p>
          <a:p>
            <a:r>
              <a:rPr lang="en-US" dirty="0"/>
              <a:t>    let c5 = f(c4);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5FCE6-94E7-E275-8A3B-29B5207D0E37}"/>
              </a:ext>
            </a:extLst>
          </p:cNvPr>
          <p:cNvSpPr txBox="1"/>
          <p:nvPr/>
        </p:nvSpPr>
        <p:spPr>
          <a:xfrm>
            <a:off x="244929" y="5633357"/>
            <a:ext cx="64986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Notes:</a:t>
            </a:r>
          </a:p>
          <a:p>
            <a:r>
              <a:rPr lang="en-US" i="1" dirty="0"/>
              <a:t>- the "self" parameter uses "." syntax</a:t>
            </a:r>
          </a:p>
          <a:p>
            <a:r>
              <a:rPr lang="en-US" i="1" dirty="0"/>
              <a:t>- "</a:t>
            </a:r>
            <a:r>
              <a:rPr lang="en-US" i="1" dirty="0" err="1"/>
              <a:t>impl</a:t>
            </a:r>
            <a:r>
              <a:rPr lang="en-US" i="1" dirty="0"/>
              <a:t> S for Trait { ... }" is a trait </a:t>
            </a:r>
            <a:r>
              <a:rPr lang="en-US" i="1" dirty="0" err="1"/>
              <a:t>impl</a:t>
            </a:r>
            <a:endParaRPr lang="en-US" i="1" dirty="0"/>
          </a:p>
          <a:p>
            <a:r>
              <a:rPr lang="en-US" i="1" dirty="0"/>
              <a:t>- "</a:t>
            </a:r>
            <a:r>
              <a:rPr lang="en-US" i="1" dirty="0" err="1"/>
              <a:t>impl</a:t>
            </a:r>
            <a:r>
              <a:rPr lang="en-US" i="1" dirty="0"/>
              <a:t> S { ... }" is for </a:t>
            </a:r>
            <a:r>
              <a:rPr lang="en-US" i="1" dirty="0" err="1"/>
              <a:t>namespacing</a:t>
            </a:r>
            <a:r>
              <a:rPr lang="en-US" i="1" dirty="0"/>
              <a:t> and "." syntax, unrelated to traits</a:t>
            </a:r>
          </a:p>
        </p:txBody>
      </p:sp>
    </p:spTree>
    <p:extLst>
      <p:ext uri="{BB962C8B-B14F-4D97-AF65-F5344CB8AC3E}">
        <p14:creationId xmlns:p14="http://schemas.microsoft.com/office/powerpoint/2010/main" val="29611163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3FD5-251D-599D-574C-82BE7933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Verus View trait: exec value -&gt; spec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904BA-80A6-1CD6-8213-3C58FDEA685A}"/>
              </a:ext>
            </a:extLst>
          </p:cNvPr>
          <p:cNvSpPr txBox="1"/>
          <p:nvPr/>
        </p:nvSpPr>
        <p:spPr>
          <a:xfrm>
            <a:off x="448056" y="1225689"/>
            <a:ext cx="4864858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trait View {</a:t>
            </a:r>
          </a:p>
          <a:p>
            <a:r>
              <a:rPr lang="en-US" dirty="0"/>
              <a:t>    type V;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view(&amp;self) -&gt; Self::V;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impl</a:t>
            </a:r>
            <a:r>
              <a:rPr lang="en-US" dirty="0"/>
              <a:t> View for </a:t>
            </a:r>
            <a:r>
              <a:rPr lang="en-US" b="1" dirty="0"/>
              <a:t>String</a:t>
            </a:r>
            <a:r>
              <a:rPr lang="en-US" dirty="0"/>
              <a:t> {</a:t>
            </a:r>
          </a:p>
          <a:p>
            <a:r>
              <a:rPr lang="en-US" dirty="0"/>
              <a:t>    type V = </a:t>
            </a:r>
            <a:r>
              <a:rPr lang="en-US" b="1" dirty="0"/>
              <a:t>Seq&lt;char&gt;</a:t>
            </a:r>
            <a:r>
              <a:rPr lang="en-US" dirty="0"/>
              <a:t>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view(&amp;self) -&gt; Seq&lt;char&gt; { ... }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impl</a:t>
            </a:r>
            <a:r>
              <a:rPr lang="en-US" dirty="0"/>
              <a:t>&lt;T&gt; View for </a:t>
            </a:r>
            <a:r>
              <a:rPr lang="en-US" b="1" dirty="0"/>
              <a:t>Vec&lt;T&gt;</a:t>
            </a:r>
            <a:r>
              <a:rPr lang="en-US" dirty="0"/>
              <a:t> {</a:t>
            </a:r>
          </a:p>
          <a:p>
            <a:r>
              <a:rPr lang="en-US" dirty="0"/>
              <a:t>    type V = </a:t>
            </a:r>
            <a:r>
              <a:rPr lang="en-US" b="1" dirty="0"/>
              <a:t>Seq&lt;T&gt;</a:t>
            </a:r>
            <a:r>
              <a:rPr lang="en-US" dirty="0"/>
              <a:t>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view(&amp;self) -&gt; Seq&lt;T&gt; { ... }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impl</a:t>
            </a:r>
            <a:r>
              <a:rPr lang="en-US" dirty="0"/>
              <a:t>&lt;T&gt; View for </a:t>
            </a:r>
            <a:r>
              <a:rPr lang="en-US" b="1" dirty="0"/>
              <a:t>HashSet&lt;T&gt; </a:t>
            </a:r>
            <a:r>
              <a:rPr lang="en-US" dirty="0"/>
              <a:t>{</a:t>
            </a:r>
          </a:p>
          <a:p>
            <a:r>
              <a:rPr lang="en-US" dirty="0"/>
              <a:t>    type V = </a:t>
            </a:r>
            <a:r>
              <a:rPr lang="en-US" b="1" dirty="0"/>
              <a:t>Set&lt;T&gt;</a:t>
            </a:r>
            <a:r>
              <a:rPr lang="en-US" dirty="0"/>
              <a:t>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view(&amp;self) -&gt; Set&lt;T&gt; { ... }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impl</a:t>
            </a:r>
            <a:r>
              <a:rPr lang="en-US" dirty="0"/>
              <a:t>&lt;Key, Value&gt; View for </a:t>
            </a:r>
            <a:r>
              <a:rPr lang="en-US" b="1" dirty="0"/>
              <a:t>HashMap&lt;Key, Value&gt; </a:t>
            </a:r>
            <a:r>
              <a:rPr lang="en-US" dirty="0"/>
              <a:t>{</a:t>
            </a:r>
          </a:p>
          <a:p>
            <a:r>
              <a:rPr lang="en-US" dirty="0"/>
              <a:t>    type V = </a:t>
            </a:r>
            <a:r>
              <a:rPr lang="en-US" b="1" dirty="0"/>
              <a:t>Map&lt;Key, Value&gt;</a:t>
            </a:r>
            <a:r>
              <a:rPr lang="en-US" dirty="0"/>
              <a:t>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view(&amp;self) -&gt; Map&lt;Key, Value&gt; { ...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4AB99-1861-162E-12A0-49B0146361EE}"/>
              </a:ext>
            </a:extLst>
          </p:cNvPr>
          <p:cNvSpPr txBox="1"/>
          <p:nvPr/>
        </p:nvSpPr>
        <p:spPr>
          <a:xfrm>
            <a:off x="5703058" y="1225689"/>
            <a:ext cx="3435877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en-US" dirty="0"/>
              <a:t>    let mut v: Vec&lt;u8&gt; = Vec::new();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(20);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(30);</a:t>
            </a:r>
          </a:p>
          <a:p>
            <a:r>
              <a:rPr lang="en-US" dirty="0"/>
              <a:t>    proof {</a:t>
            </a:r>
          </a:p>
          <a:p>
            <a:r>
              <a:rPr lang="en-US" dirty="0"/>
              <a:t>        let s: Seq&lt;u8&gt; = v@;</a:t>
            </a:r>
          </a:p>
          <a:p>
            <a:r>
              <a:rPr lang="pt-BR" dirty="0"/>
              <a:t>        assert(s =</a:t>
            </a:r>
            <a:r>
              <a:rPr lang="pt-BR" dirty="0">
                <a:latin typeface="Aptos" panose="020B0004020202020204" pitchFamily="34" charset="0"/>
              </a:rPr>
              <a:t>~</a:t>
            </a:r>
            <a:r>
              <a:rPr lang="pt-BR" dirty="0"/>
              <a:t>= seq![10, 20, 30]);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00B81-91F9-6C7E-40C6-AB2EA1E40F6E}"/>
              </a:ext>
            </a:extLst>
          </p:cNvPr>
          <p:cNvSpPr txBox="1"/>
          <p:nvPr/>
        </p:nvSpPr>
        <p:spPr>
          <a:xfrm>
            <a:off x="5703058" y="4411177"/>
            <a:ext cx="343587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en-US" dirty="0"/>
              <a:t>    let mut v: Vec&lt;u8&gt; = Vec::new();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(20);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(30);</a:t>
            </a:r>
          </a:p>
          <a:p>
            <a:r>
              <a:rPr lang="en-US" dirty="0"/>
              <a:t>    let ghost s: Seq&lt;u8&gt; = v@;</a:t>
            </a:r>
          </a:p>
          <a:p>
            <a:r>
              <a:rPr lang="pt-BR" dirty="0"/>
              <a:t>    assert(s =</a:t>
            </a:r>
            <a:r>
              <a:rPr lang="pt-BR" dirty="0">
                <a:latin typeface="Aptos" panose="020B0004020202020204" pitchFamily="34" charset="0"/>
              </a:rPr>
              <a:t>~</a:t>
            </a:r>
            <a:r>
              <a:rPr lang="pt-BR" dirty="0"/>
              <a:t>= seq![10, 20, 30]);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B8198-D8EB-30A2-9484-D64DB8F43DFD}"/>
              </a:ext>
            </a:extLst>
          </p:cNvPr>
          <p:cNvSpPr txBox="1"/>
          <p:nvPr/>
        </p:nvSpPr>
        <p:spPr>
          <a:xfrm>
            <a:off x="8519223" y="2551252"/>
            <a:ext cx="3365601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“v@” is syntax sugar for “</a:t>
            </a:r>
            <a:r>
              <a:rPr lang="en-US" dirty="0" err="1"/>
              <a:t>v.view</a:t>
            </a:r>
            <a:r>
              <a:rPr lang="en-US" dirty="0"/>
              <a:t>()”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5237BD-EE18-043E-6150-8D412BA729D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8065008" y="2735918"/>
            <a:ext cx="454215" cy="217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F719F6-8856-07A7-D0B8-CB60D028105A}"/>
              </a:ext>
            </a:extLst>
          </p:cNvPr>
          <p:cNvSpPr txBox="1"/>
          <p:nvPr/>
        </p:nvSpPr>
        <p:spPr>
          <a:xfrm>
            <a:off x="8563934" y="6487517"/>
            <a:ext cx="2789866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“ghost”: proof-only variable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6D026D-B053-0A8F-9596-BCDD92286E22}"/>
              </a:ext>
            </a:extLst>
          </p:cNvPr>
          <p:cNvCxnSpPr/>
          <p:nvPr/>
        </p:nvCxnSpPr>
        <p:spPr>
          <a:xfrm flipH="1" flipV="1">
            <a:off x="6739128" y="6099048"/>
            <a:ext cx="1780095" cy="620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FC11CD-E324-D4A9-DC05-9BB186F215A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385048" y="2920584"/>
            <a:ext cx="1816976" cy="2940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384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4F29-77AA-A156-4D96-82B6DF41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49BB-9302-0EFB-DE64-01EEF3C54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Ownership, &amp;, &amp;mut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A0827-FAD5-9B31-0F31-E3D189E7BF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003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C013-2B38-0D78-00CE-91402ED1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D4D9-665F-054E-351E-22C88DDB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write systems code in Rust?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8106784B-078B-4831-2DB7-A2EC83586D32}"/>
              </a:ext>
            </a:extLst>
          </p:cNvPr>
          <p:cNvSpPr/>
          <p:nvPr/>
        </p:nvSpPr>
        <p:spPr>
          <a:xfrm>
            <a:off x="3391877" y="1998244"/>
            <a:ext cx="6227296" cy="70467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6788A-1E5B-0856-158E-9E3AE05F136E}"/>
              </a:ext>
            </a:extLst>
          </p:cNvPr>
          <p:cNvSpPr txBox="1"/>
          <p:nvPr/>
        </p:nvSpPr>
        <p:spPr>
          <a:xfrm>
            <a:off x="1555082" y="2063644"/>
            <a:ext cx="143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High-level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086A-1EDC-D3BD-F531-9F2E7FC2AA99}"/>
              </a:ext>
            </a:extLst>
          </p:cNvPr>
          <p:cNvSpPr txBox="1"/>
          <p:nvPr/>
        </p:nvSpPr>
        <p:spPr>
          <a:xfrm>
            <a:off x="10113575" y="2103815"/>
            <a:ext cx="137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Low-level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4E9EA7-7280-C760-3A95-9E3E316B9E3F}"/>
              </a:ext>
            </a:extLst>
          </p:cNvPr>
          <p:cNvSpPr/>
          <p:nvPr/>
        </p:nvSpPr>
        <p:spPr>
          <a:xfrm>
            <a:off x="1113290" y="2528955"/>
            <a:ext cx="2278587" cy="15145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C#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Haskell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OCaml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B98831-1567-0846-13AD-F4AE53FE3A02}"/>
              </a:ext>
            </a:extLst>
          </p:cNvPr>
          <p:cNvSpPr/>
          <p:nvPr/>
        </p:nvSpPr>
        <p:spPr>
          <a:xfrm>
            <a:off x="10113575" y="3075766"/>
            <a:ext cx="1416970" cy="55143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C/C++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B7AC33-79F8-A968-897D-E96B7EF634C3}"/>
              </a:ext>
            </a:extLst>
          </p:cNvPr>
          <p:cNvSpPr/>
          <p:nvPr/>
        </p:nvSpPr>
        <p:spPr>
          <a:xfrm>
            <a:off x="5741033" y="2819919"/>
            <a:ext cx="1630260" cy="1069291"/>
          </a:xfrm>
          <a:prstGeom prst="ellipse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A46154-0561-2C86-89FE-E959C890BEB4}"/>
              </a:ext>
            </a:extLst>
          </p:cNvPr>
          <p:cNvCxnSpPr>
            <a:cxnSpLocks/>
            <a:stCxn id="26" idx="0"/>
            <a:endCxn id="9" idx="4"/>
          </p:cNvCxnSpPr>
          <p:nvPr/>
        </p:nvCxnSpPr>
        <p:spPr>
          <a:xfrm flipV="1">
            <a:off x="6155614" y="3889210"/>
            <a:ext cx="400549" cy="1025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E5E16C-4FC4-5E40-5187-F3EA1C8CC25A}"/>
              </a:ext>
            </a:extLst>
          </p:cNvPr>
          <p:cNvSpPr txBox="1">
            <a:spLocks/>
          </p:cNvSpPr>
          <p:nvPr/>
        </p:nvSpPr>
        <p:spPr>
          <a:xfrm>
            <a:off x="282151" y="4238166"/>
            <a:ext cx="4956110" cy="18500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is like C#/Java/Haskell/ML: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Type-safe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Generic types + traits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Datatypes + pattern matching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A254C4-D92F-289E-C0E7-A466BEA4A2C0}"/>
              </a:ext>
            </a:extLst>
          </p:cNvPr>
          <p:cNvCxnSpPr>
            <a:cxnSpLocks/>
            <a:stCxn id="18" idx="0"/>
            <a:endCxn id="9" idx="2"/>
          </p:cNvCxnSpPr>
          <p:nvPr/>
        </p:nvCxnSpPr>
        <p:spPr>
          <a:xfrm flipV="1">
            <a:off x="2760206" y="3354565"/>
            <a:ext cx="2980827" cy="8836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146FBD1-6C07-3D34-40EF-E8C4CA03E5D1}"/>
              </a:ext>
            </a:extLst>
          </p:cNvPr>
          <p:cNvSpPr txBox="1">
            <a:spLocks/>
          </p:cNvSpPr>
          <p:nvPr/>
        </p:nvSpPr>
        <p:spPr>
          <a:xfrm>
            <a:off x="7072967" y="4186104"/>
            <a:ext cx="4751664" cy="20350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is like C/C++: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garbage collector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Low-level pointer manipulation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Structs inside structs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</a:rPr>
              <a:t>In-place mutation of fields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C4163A-C9B3-AF9E-0338-B2DB79542C6E}"/>
              </a:ext>
            </a:extLst>
          </p:cNvPr>
          <p:cNvCxnSpPr>
            <a:cxnSpLocks/>
            <a:stCxn id="22" idx="0"/>
            <a:endCxn id="9" idx="6"/>
          </p:cNvCxnSpPr>
          <p:nvPr/>
        </p:nvCxnSpPr>
        <p:spPr>
          <a:xfrm flipH="1" flipV="1">
            <a:off x="7371293" y="3354565"/>
            <a:ext cx="2077506" cy="831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42E63DC-3D5A-4643-A8DA-8FB15499D7BE}"/>
              </a:ext>
            </a:extLst>
          </p:cNvPr>
          <p:cNvSpPr txBox="1">
            <a:spLocks/>
          </p:cNvSpPr>
          <p:nvPr/>
        </p:nvSpPr>
        <p:spPr>
          <a:xfrm>
            <a:off x="4760851" y="4914761"/>
            <a:ext cx="2789526" cy="13680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is unique: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Ownership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Borrowing</a:t>
            </a:r>
          </a:p>
        </p:txBody>
      </p:sp>
    </p:spTree>
    <p:extLst>
      <p:ext uri="{BB962C8B-B14F-4D97-AF65-F5344CB8AC3E}">
        <p14:creationId xmlns:p14="http://schemas.microsoft.com/office/powerpoint/2010/main" val="3298594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5BF6-B311-D197-6845-A8FF2D78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Ownership in 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C64C0-B4E6-DCD6-4EFC-AC29D5C19FAA}"/>
              </a:ext>
            </a:extLst>
          </p:cNvPr>
          <p:cNvSpPr txBox="1"/>
          <p:nvPr/>
        </p:nvSpPr>
        <p:spPr>
          <a:xfrm>
            <a:off x="713232" y="1837944"/>
            <a:ext cx="4502643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consume(v: Vec&lt;u8&gt;)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test1()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</a:t>
            </a:r>
          </a:p>
          <a:p>
            <a:r>
              <a:rPr lang="en-US" dirty="0"/>
              <a:t>    consume(v);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test2()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consume(v);</a:t>
            </a:r>
          </a:p>
          <a:p>
            <a:r>
              <a:rPr lang="en-US" b="1" dirty="0">
                <a:solidFill>
                  <a:srgbClr val="C00000"/>
                </a:solidFill>
              </a:rPr>
              <a:t>    </a:t>
            </a:r>
            <a:r>
              <a:rPr lang="en-US" b="1" dirty="0" err="1">
                <a:solidFill>
                  <a:srgbClr val="C00000"/>
                </a:solidFill>
              </a:rPr>
              <a:t>v.push</a:t>
            </a:r>
            <a:r>
              <a:rPr lang="en-US" b="1" dirty="0">
                <a:solidFill>
                  <a:srgbClr val="C00000"/>
                </a:solidFill>
              </a:rPr>
              <a:t>(10); // ERROR: v no longer available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F811C-9A4B-C4C6-52FF-A4DD168B9E39}"/>
              </a:ext>
            </a:extLst>
          </p:cNvPr>
          <p:cNvSpPr txBox="1"/>
          <p:nvPr/>
        </p:nvSpPr>
        <p:spPr>
          <a:xfrm>
            <a:off x="5449824" y="5438930"/>
            <a:ext cx="6497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types implementing Copy (bool, u8, …) are copied, not moved</a:t>
            </a:r>
          </a:p>
          <a:p>
            <a:r>
              <a:rPr lang="en-US" dirty="0"/>
              <a:t>Vec does </a:t>
            </a:r>
            <a:r>
              <a:rPr lang="en-US" i="1" dirty="0"/>
              <a:t>not</a:t>
            </a:r>
            <a:r>
              <a:rPr lang="en-US" dirty="0"/>
              <a:t> implement Copy, so it is moved, not copied</a:t>
            </a:r>
          </a:p>
        </p:txBody>
      </p:sp>
    </p:spTree>
    <p:extLst>
      <p:ext uri="{BB962C8B-B14F-4D97-AF65-F5344CB8AC3E}">
        <p14:creationId xmlns:p14="http://schemas.microsoft.com/office/powerpoint/2010/main" val="31445548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5BF6-B311-D197-6845-A8FF2D78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Borrowing in 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C64C0-B4E6-DCD6-4EFC-AC29D5C19FAA}"/>
              </a:ext>
            </a:extLst>
          </p:cNvPr>
          <p:cNvSpPr txBox="1"/>
          <p:nvPr/>
        </p:nvSpPr>
        <p:spPr>
          <a:xfrm>
            <a:off x="713232" y="1837944"/>
            <a:ext cx="2561855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</a:t>
            </a:r>
            <a:r>
              <a:rPr lang="es-ES" dirty="0" err="1"/>
              <a:t>borrow</a:t>
            </a:r>
            <a:r>
              <a:rPr lang="es-ES" dirty="0"/>
              <a:t>(v: &amp;Vec&lt;u8&gt;)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test1()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</a:t>
            </a:r>
          </a:p>
          <a:p>
            <a:r>
              <a:rPr lang="en-US" dirty="0"/>
              <a:t>    borrow(&amp;v);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test2()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borrow(&amp;v);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 // ok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E6B45-20AB-DFEB-FB34-42CACEA4B530}"/>
              </a:ext>
            </a:extLst>
          </p:cNvPr>
          <p:cNvSpPr txBox="1"/>
          <p:nvPr/>
        </p:nvSpPr>
        <p:spPr>
          <a:xfrm>
            <a:off x="4370832" y="1837944"/>
            <a:ext cx="2997872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borrow(v: &amp;mut Vec&lt;u8&gt;)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test1()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</a:t>
            </a:r>
          </a:p>
          <a:p>
            <a:r>
              <a:rPr lang="en-US" dirty="0"/>
              <a:t>    borrow(&amp;mut v);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test2()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borrow(&amp;mut v);</a:t>
            </a:r>
          </a:p>
          <a:p>
            <a:r>
              <a:rPr lang="en-US" dirty="0"/>
              <a:t>    </a:t>
            </a:r>
            <a:r>
              <a:rPr lang="en-US" dirty="0" err="1"/>
              <a:t>v.push</a:t>
            </a:r>
            <a:r>
              <a:rPr lang="en-US" dirty="0"/>
              <a:t>(10); // ok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2316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5BF6-B311-D197-6845-A8FF2D78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Borrowing in 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C64C0-B4E6-DCD6-4EFC-AC29D5C19FAA}"/>
              </a:ext>
            </a:extLst>
          </p:cNvPr>
          <p:cNvSpPr txBox="1"/>
          <p:nvPr/>
        </p:nvSpPr>
        <p:spPr>
          <a:xfrm>
            <a:off x="713232" y="1837944"/>
            <a:ext cx="2517612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</a:t>
            </a:r>
            <a:r>
              <a:rPr lang="es-ES" dirty="0" err="1"/>
              <a:t>borrow</a:t>
            </a:r>
            <a:r>
              <a:rPr lang="es-ES" dirty="0"/>
              <a:t>(</a:t>
            </a:r>
          </a:p>
          <a:p>
            <a:r>
              <a:rPr lang="es-ES" dirty="0"/>
              <a:t>    v1: &amp;Vec&lt;u8&gt;,</a:t>
            </a:r>
          </a:p>
          <a:p>
            <a:r>
              <a:rPr lang="es-ES" dirty="0"/>
              <a:t>    v2: &amp;Vec&lt;u8&gt;,</a:t>
            </a:r>
          </a:p>
          <a:p>
            <a:r>
              <a:rPr lang="es-ES" dirty="0"/>
              <a:t>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dirty="0"/>
              <a:t>    borrow(&amp;v, &amp;v); // ok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E6B45-20AB-DFEB-FB34-42CACEA4B530}"/>
              </a:ext>
            </a:extLst>
          </p:cNvPr>
          <p:cNvSpPr txBox="1"/>
          <p:nvPr/>
        </p:nvSpPr>
        <p:spPr>
          <a:xfrm>
            <a:off x="3621024" y="1837944"/>
            <a:ext cx="317696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</a:t>
            </a:r>
            <a:r>
              <a:rPr lang="es-ES" dirty="0" err="1"/>
              <a:t>borrow</a:t>
            </a:r>
            <a:r>
              <a:rPr lang="es-ES" dirty="0"/>
              <a:t>(</a:t>
            </a:r>
          </a:p>
          <a:p>
            <a:r>
              <a:rPr lang="es-ES" dirty="0"/>
              <a:t>    v1: &amp;Vec&lt;u8&gt;,</a:t>
            </a:r>
          </a:p>
          <a:p>
            <a:r>
              <a:rPr lang="es-ES" dirty="0"/>
              <a:t>    v2: &amp;</a:t>
            </a:r>
            <a:r>
              <a:rPr lang="es-ES" dirty="0" err="1"/>
              <a:t>mut</a:t>
            </a:r>
            <a:r>
              <a:rPr lang="es-ES" dirty="0"/>
              <a:t> Vec&lt;u8&gt;,</a:t>
            </a:r>
          </a:p>
          <a:p>
            <a:r>
              <a:rPr lang="es-ES" dirty="0"/>
              <a:t>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b="1" dirty="0">
                <a:solidFill>
                  <a:srgbClr val="C00000"/>
                </a:solidFill>
              </a:rPr>
              <a:t>    borrow(&amp;v, &amp;mut v); // error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0FBFE-DE85-C331-7F01-E80DC32E964F}"/>
              </a:ext>
            </a:extLst>
          </p:cNvPr>
          <p:cNvSpPr txBox="1"/>
          <p:nvPr/>
        </p:nvSpPr>
        <p:spPr>
          <a:xfrm>
            <a:off x="7188164" y="1828800"/>
            <a:ext cx="3620991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</a:t>
            </a:r>
            <a:r>
              <a:rPr lang="es-ES" dirty="0" err="1"/>
              <a:t>borrow</a:t>
            </a:r>
            <a:r>
              <a:rPr lang="es-ES" dirty="0"/>
              <a:t>(</a:t>
            </a:r>
          </a:p>
          <a:p>
            <a:r>
              <a:rPr lang="es-ES" dirty="0"/>
              <a:t>    v1: &amp;</a:t>
            </a:r>
            <a:r>
              <a:rPr lang="es-ES" dirty="0" err="1"/>
              <a:t>mut</a:t>
            </a:r>
            <a:r>
              <a:rPr lang="es-ES" dirty="0"/>
              <a:t> Vec&lt;u8&gt;,</a:t>
            </a:r>
          </a:p>
          <a:p>
            <a:r>
              <a:rPr lang="es-ES" dirty="0"/>
              <a:t>    v2: &amp;</a:t>
            </a:r>
            <a:r>
              <a:rPr lang="es-ES" dirty="0" err="1"/>
              <a:t>mut</a:t>
            </a:r>
            <a:r>
              <a:rPr lang="es-ES" dirty="0"/>
              <a:t> Vec&lt;u8&gt;,</a:t>
            </a:r>
          </a:p>
          <a:p>
            <a:r>
              <a:rPr lang="es-ES" dirty="0"/>
              <a:t>) {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test() {</a:t>
            </a:r>
          </a:p>
          <a:p>
            <a:r>
              <a:rPr lang="nn-NO" dirty="0"/>
              <a:t>    let mut v = Vec::new();</a:t>
            </a:r>
          </a:p>
          <a:p>
            <a:r>
              <a:rPr lang="en-US" b="1" dirty="0">
                <a:solidFill>
                  <a:srgbClr val="C00000"/>
                </a:solidFill>
              </a:rPr>
              <a:t>    borrow(&amp;mut v, &amp;mut v); // error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86C5B-8CD0-32E1-EC3E-CA381BEA46A7}"/>
              </a:ext>
            </a:extLst>
          </p:cNvPr>
          <p:cNvSpPr txBox="1"/>
          <p:nvPr/>
        </p:nvSpPr>
        <p:spPr>
          <a:xfrm>
            <a:off x="2284216" y="4965192"/>
            <a:ext cx="70404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multiple shared</a:t>
            </a:r>
            <a:r>
              <a:rPr lang="en-US" dirty="0"/>
              <a:t> (immutable) references to v simultaneously (aliasing ok),</a:t>
            </a:r>
          </a:p>
          <a:p>
            <a:r>
              <a:rPr lang="en-US" dirty="0"/>
              <a:t>  or</a:t>
            </a:r>
          </a:p>
          <a:p>
            <a:r>
              <a:rPr lang="en-US" b="1" dirty="0"/>
              <a:t>one mutable</a:t>
            </a:r>
            <a:r>
              <a:rPr lang="en-US" dirty="0"/>
              <a:t> reference allowed to v (no aliasing)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D9EB0-BF7D-E715-CC3B-6F47890ACD40}"/>
              </a:ext>
            </a:extLst>
          </p:cNvPr>
          <p:cNvSpPr txBox="1"/>
          <p:nvPr/>
        </p:nvSpPr>
        <p:spPr>
          <a:xfrm>
            <a:off x="713232" y="5977926"/>
            <a:ext cx="647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&amp;t implements Copy, while &amp;mut t does </a:t>
            </a:r>
            <a:r>
              <a:rPr lang="en-US" i="1" dirty="0"/>
              <a:t>not</a:t>
            </a:r>
            <a:r>
              <a:rPr lang="en-US" dirty="0"/>
              <a:t> implement Copy</a:t>
            </a:r>
          </a:p>
        </p:txBody>
      </p:sp>
    </p:spTree>
    <p:extLst>
      <p:ext uri="{BB962C8B-B14F-4D97-AF65-F5344CB8AC3E}">
        <p14:creationId xmlns:p14="http://schemas.microsoft.com/office/powerpoint/2010/main" val="3044043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5BF6-B311-D197-6845-A8FF2D78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in 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C64C0-B4E6-DCD6-4EFC-AC29D5C19FAA}"/>
              </a:ext>
            </a:extLst>
          </p:cNvPr>
          <p:cNvSpPr txBox="1"/>
          <p:nvPr/>
        </p:nvSpPr>
        <p:spPr>
          <a:xfrm>
            <a:off x="4379976" y="1942945"/>
            <a:ext cx="223978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f(v: &amp;Vec&lt;u8&gt;) {</a:t>
            </a:r>
          </a:p>
          <a:p>
            <a:r>
              <a:rPr lang="es-ES" b="1" dirty="0">
                <a:solidFill>
                  <a:srgbClr val="C00000"/>
                </a:solidFill>
              </a:rPr>
              <a:t>    </a:t>
            </a:r>
            <a:r>
              <a:rPr lang="es-ES" b="1" dirty="0" err="1">
                <a:solidFill>
                  <a:srgbClr val="C00000"/>
                </a:solidFill>
              </a:rPr>
              <a:t>v.push</a:t>
            </a:r>
            <a:r>
              <a:rPr lang="es-ES" b="1" dirty="0">
                <a:solidFill>
                  <a:srgbClr val="C00000"/>
                </a:solidFill>
              </a:rPr>
              <a:t>(10); // error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E6B45-20AB-DFEB-FB34-42CACEA4B530}"/>
              </a:ext>
            </a:extLst>
          </p:cNvPr>
          <p:cNvSpPr txBox="1"/>
          <p:nvPr/>
        </p:nvSpPr>
        <p:spPr>
          <a:xfrm>
            <a:off x="7287768" y="1942945"/>
            <a:ext cx="238212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f(v: &amp;</a:t>
            </a:r>
            <a:r>
              <a:rPr lang="es-ES" dirty="0" err="1"/>
              <a:t>mut</a:t>
            </a:r>
            <a:r>
              <a:rPr lang="es-ES" dirty="0"/>
              <a:t> Vec&lt;u8&gt;) {</a:t>
            </a:r>
          </a:p>
          <a:p>
            <a:r>
              <a:rPr lang="es-ES" dirty="0">
                <a:solidFill>
                  <a:schemeClr val="tx1"/>
                </a:solidFill>
              </a:rPr>
              <a:t>    </a:t>
            </a:r>
            <a:r>
              <a:rPr lang="es-ES" dirty="0" err="1">
                <a:solidFill>
                  <a:schemeClr val="tx1"/>
                </a:solidFill>
              </a:rPr>
              <a:t>v.push</a:t>
            </a:r>
            <a:r>
              <a:rPr lang="es-ES" dirty="0">
                <a:solidFill>
                  <a:schemeClr val="tx1"/>
                </a:solidFill>
              </a:rPr>
              <a:t>(10); // ok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0FBFE-DE85-C331-7F01-E80DC32E964F}"/>
              </a:ext>
            </a:extLst>
          </p:cNvPr>
          <p:cNvSpPr txBox="1"/>
          <p:nvPr/>
        </p:nvSpPr>
        <p:spPr>
          <a:xfrm>
            <a:off x="1838924" y="1942945"/>
            <a:ext cx="194348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f(v: Vec&lt;u8&gt;) {</a:t>
            </a:r>
          </a:p>
          <a:p>
            <a:r>
              <a:rPr lang="es-ES" dirty="0">
                <a:solidFill>
                  <a:schemeClr val="tx1"/>
                </a:solidFill>
              </a:rPr>
              <a:t>    </a:t>
            </a:r>
            <a:r>
              <a:rPr lang="es-ES" dirty="0" err="1">
                <a:solidFill>
                  <a:schemeClr val="tx1"/>
                </a:solidFill>
              </a:rPr>
              <a:t>v.push</a:t>
            </a:r>
            <a:r>
              <a:rPr lang="es-ES" dirty="0">
                <a:solidFill>
                  <a:schemeClr val="tx1"/>
                </a:solidFill>
              </a:rPr>
              <a:t>(10); // ok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86C5B-8CD0-32E1-EC3E-CA381BEA46A7}"/>
              </a:ext>
            </a:extLst>
          </p:cNvPr>
          <p:cNvSpPr txBox="1"/>
          <p:nvPr/>
        </p:nvSpPr>
        <p:spPr>
          <a:xfrm>
            <a:off x="581124" y="3604552"/>
            <a:ext cx="1102975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mutation allowed on owned value and mutable reference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shared references does not allow mutation</a:t>
            </a:r>
          </a:p>
          <a:p>
            <a:endParaRPr lang="en-US" sz="2000" dirty="0"/>
          </a:p>
          <a:p>
            <a:r>
              <a:rPr lang="en-US" sz="2000" dirty="0"/>
              <a:t>So Rust allows </a:t>
            </a:r>
            <a:r>
              <a:rPr lang="en-US" sz="2000" b="1" i="1" dirty="0"/>
              <a:t>either</a:t>
            </a:r>
            <a:r>
              <a:rPr lang="en-US" sz="2000" dirty="0"/>
              <a:t> </a:t>
            </a:r>
            <a:r>
              <a:rPr lang="en-US" sz="2000" b="1" dirty="0"/>
              <a:t>mutation</a:t>
            </a:r>
            <a:r>
              <a:rPr lang="en-US" sz="2000" dirty="0"/>
              <a:t> </a:t>
            </a:r>
            <a:r>
              <a:rPr lang="en-US" sz="2000" b="1" i="1" dirty="0"/>
              <a:t>or</a:t>
            </a:r>
            <a:r>
              <a:rPr lang="en-US" sz="2000" dirty="0"/>
              <a:t> </a:t>
            </a:r>
            <a:r>
              <a:rPr lang="en-US" sz="2000" b="1" dirty="0"/>
              <a:t>aliasing</a:t>
            </a:r>
            <a:r>
              <a:rPr lang="en-US" sz="2000" dirty="0"/>
              <a:t> of a value,</a:t>
            </a:r>
          </a:p>
          <a:p>
            <a:r>
              <a:rPr lang="en-US" sz="2000" dirty="0"/>
              <a:t>but not both mutation and aliasing together.</a:t>
            </a:r>
          </a:p>
          <a:p>
            <a:endParaRPr lang="en-US" sz="2000" dirty="0"/>
          </a:p>
          <a:p>
            <a:r>
              <a:rPr lang="en-US" sz="2000" dirty="0"/>
              <a:t>This is an unusual discipline.</a:t>
            </a:r>
          </a:p>
          <a:p>
            <a:r>
              <a:rPr lang="en-US" sz="2000" dirty="0"/>
              <a:t>Most languages (C, C++, Java, C#, ML, JavaScript, Python, Dafny, …) allow mutation and aliasing together.</a:t>
            </a:r>
          </a:p>
        </p:txBody>
      </p:sp>
    </p:spTree>
    <p:extLst>
      <p:ext uri="{BB962C8B-B14F-4D97-AF65-F5344CB8AC3E}">
        <p14:creationId xmlns:p14="http://schemas.microsoft.com/office/powerpoint/2010/main" val="30382181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3781-DFC2-3C24-64F6-A48B918F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+ aliasing is annoying for verification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44D5D-18A4-C675-5684-1D61C2367DAF}"/>
              </a:ext>
            </a:extLst>
          </p:cNvPr>
          <p:cNvSpPr txBox="1"/>
          <p:nvPr/>
        </p:nvSpPr>
        <p:spPr>
          <a:xfrm>
            <a:off x="426720" y="1938528"/>
            <a:ext cx="377590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// Dafny code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method M(x: array&lt;int&gt;, y: array&lt;int&gt;)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    requires </a:t>
            </a:r>
            <a:r>
              <a:rPr lang="en-US" dirty="0" err="1">
                <a:solidFill>
                  <a:srgbClr val="7030A0"/>
                </a:solidFill>
              </a:rPr>
              <a:t>x.Length</a:t>
            </a:r>
            <a:r>
              <a:rPr lang="en-US" dirty="0">
                <a:solidFill>
                  <a:srgbClr val="7030A0"/>
                </a:solidFill>
              </a:rPr>
              <a:t> &gt; 0</a:t>
            </a:r>
          </a:p>
          <a:p>
            <a:r>
              <a:rPr lang="en-US" dirty="0">
                <a:solidFill>
                  <a:srgbClr val="7030A0"/>
                </a:solidFill>
              </a:rPr>
              <a:t>    requires </a:t>
            </a:r>
            <a:r>
              <a:rPr lang="en-US" dirty="0" err="1">
                <a:solidFill>
                  <a:srgbClr val="7030A0"/>
                </a:solidFill>
              </a:rPr>
              <a:t>y.Length</a:t>
            </a:r>
            <a:r>
              <a:rPr lang="en-US" dirty="0">
                <a:solidFill>
                  <a:srgbClr val="7030A0"/>
                </a:solidFill>
              </a:rPr>
              <a:t> &gt; 0</a:t>
            </a:r>
          </a:p>
          <a:p>
            <a:r>
              <a:rPr lang="en-US" dirty="0">
                <a:solidFill>
                  <a:srgbClr val="7030A0"/>
                </a:solidFill>
              </a:rPr>
              <a:t>    requires y[0] == 3</a:t>
            </a:r>
          </a:p>
          <a:p>
            <a:r>
              <a:rPr lang="en-US" dirty="0">
                <a:solidFill>
                  <a:srgbClr val="7030A0"/>
                </a:solidFill>
              </a:rPr>
              <a:t>    modifies x</a:t>
            </a:r>
          </a:p>
          <a:p>
            <a:r>
              <a:rPr lang="en-US" dirty="0">
                <a:solidFill>
                  <a:srgbClr val="7030A0"/>
                </a:solidFill>
              </a:rPr>
              <a:t>{</a:t>
            </a:r>
          </a:p>
          <a:p>
            <a:r>
              <a:rPr lang="en-US" dirty="0">
                <a:solidFill>
                  <a:srgbClr val="7030A0"/>
                </a:solidFill>
              </a:rPr>
              <a:t>    assert y[0] == 3;</a:t>
            </a:r>
          </a:p>
          <a:p>
            <a:r>
              <a:rPr lang="en-US" dirty="0">
                <a:solidFill>
                  <a:srgbClr val="7030A0"/>
                </a:solidFill>
              </a:rPr>
              <a:t>    x[0] := 5;</a:t>
            </a:r>
          </a:p>
          <a:p>
            <a:r>
              <a:rPr lang="en-US" b="1" dirty="0">
                <a:solidFill>
                  <a:srgbClr val="C00000"/>
                </a:solidFill>
              </a:rPr>
              <a:t>    assert y[0] == 3; // error</a:t>
            </a:r>
          </a:p>
          <a:p>
            <a:r>
              <a:rPr lang="en-US" dirty="0">
                <a:solidFill>
                  <a:srgbClr val="7030A0"/>
                </a:solidFill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D2E84-86A2-054B-98A4-309AA08C178A}"/>
              </a:ext>
            </a:extLst>
          </p:cNvPr>
          <p:cNvSpPr txBox="1"/>
          <p:nvPr/>
        </p:nvSpPr>
        <p:spPr>
          <a:xfrm>
            <a:off x="4362180" y="1938528"/>
            <a:ext cx="377590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// Dafny code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method M(x: array&lt;int&gt;, y: array&lt;int&gt;)</a:t>
            </a:r>
          </a:p>
          <a:p>
            <a:r>
              <a:rPr lang="en-US" b="1" dirty="0">
                <a:solidFill>
                  <a:srgbClr val="7030A0"/>
                </a:solidFill>
              </a:rPr>
              <a:t>    requires x != y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    requires </a:t>
            </a:r>
            <a:r>
              <a:rPr lang="en-US" dirty="0" err="1">
                <a:solidFill>
                  <a:srgbClr val="7030A0"/>
                </a:solidFill>
              </a:rPr>
              <a:t>x.Length</a:t>
            </a:r>
            <a:r>
              <a:rPr lang="en-US" dirty="0">
                <a:solidFill>
                  <a:srgbClr val="7030A0"/>
                </a:solidFill>
              </a:rPr>
              <a:t> &gt; 0</a:t>
            </a:r>
          </a:p>
          <a:p>
            <a:r>
              <a:rPr lang="en-US" dirty="0">
                <a:solidFill>
                  <a:srgbClr val="7030A0"/>
                </a:solidFill>
              </a:rPr>
              <a:t>    requires </a:t>
            </a:r>
            <a:r>
              <a:rPr lang="en-US" dirty="0" err="1">
                <a:solidFill>
                  <a:srgbClr val="7030A0"/>
                </a:solidFill>
              </a:rPr>
              <a:t>y.Length</a:t>
            </a:r>
            <a:r>
              <a:rPr lang="en-US" dirty="0">
                <a:solidFill>
                  <a:srgbClr val="7030A0"/>
                </a:solidFill>
              </a:rPr>
              <a:t> &gt; 0</a:t>
            </a:r>
          </a:p>
          <a:p>
            <a:r>
              <a:rPr lang="en-US" dirty="0">
                <a:solidFill>
                  <a:srgbClr val="7030A0"/>
                </a:solidFill>
              </a:rPr>
              <a:t>    requires y[0] == 3</a:t>
            </a:r>
          </a:p>
          <a:p>
            <a:r>
              <a:rPr lang="en-US" dirty="0">
                <a:solidFill>
                  <a:srgbClr val="7030A0"/>
                </a:solidFill>
              </a:rPr>
              <a:t>    modifies x</a:t>
            </a:r>
          </a:p>
          <a:p>
            <a:r>
              <a:rPr lang="en-US" dirty="0">
                <a:solidFill>
                  <a:srgbClr val="7030A0"/>
                </a:solidFill>
              </a:rPr>
              <a:t>{</a:t>
            </a:r>
          </a:p>
          <a:p>
            <a:r>
              <a:rPr lang="en-US" dirty="0">
                <a:solidFill>
                  <a:srgbClr val="7030A0"/>
                </a:solidFill>
              </a:rPr>
              <a:t>    assert y[0] == 3;</a:t>
            </a:r>
          </a:p>
          <a:p>
            <a:r>
              <a:rPr lang="en-US" dirty="0">
                <a:solidFill>
                  <a:srgbClr val="7030A0"/>
                </a:solidFill>
              </a:rPr>
              <a:t>    x[0] := 5;</a:t>
            </a:r>
          </a:p>
          <a:p>
            <a:r>
              <a:rPr lang="en-US" dirty="0">
                <a:solidFill>
                  <a:srgbClr val="7030A0"/>
                </a:solidFill>
              </a:rPr>
              <a:t>    assert y[0] == 3; // ok</a:t>
            </a:r>
          </a:p>
          <a:p>
            <a:r>
              <a:rPr lang="en-US" dirty="0">
                <a:solidFill>
                  <a:srgbClr val="7030A0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E180B-ABBA-4E3D-B66A-F8B83F08CF90}"/>
              </a:ext>
            </a:extLst>
          </p:cNvPr>
          <p:cNvSpPr txBox="1"/>
          <p:nvPr/>
        </p:nvSpPr>
        <p:spPr>
          <a:xfrm>
            <a:off x="8297640" y="1938528"/>
            <a:ext cx="354244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// Rust/Verus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f(x: &amp;mut Vec&lt;u8&gt;, y: &amp;Vec&lt;u8&gt;)</a:t>
            </a:r>
          </a:p>
          <a:p>
            <a:r>
              <a:rPr lang="en-US" dirty="0"/>
              <a:t>    requires</a:t>
            </a:r>
          </a:p>
          <a:p>
            <a:r>
              <a:rPr lang="en-US" dirty="0"/>
              <a:t>        </a:t>
            </a:r>
            <a:r>
              <a:rPr lang="en-US" dirty="0" err="1"/>
              <a:t>x.len</a:t>
            </a:r>
            <a:r>
              <a:rPr lang="en-US" dirty="0"/>
              <a:t>() &gt; 0,</a:t>
            </a:r>
          </a:p>
          <a:p>
            <a:r>
              <a:rPr lang="en-US" dirty="0"/>
              <a:t>        </a:t>
            </a:r>
            <a:r>
              <a:rPr lang="en-US" dirty="0" err="1"/>
              <a:t>y.len</a:t>
            </a:r>
            <a:r>
              <a:rPr lang="en-US" dirty="0"/>
              <a:t>() &gt; 0,</a:t>
            </a:r>
          </a:p>
          <a:p>
            <a:r>
              <a:rPr lang="en-US" dirty="0"/>
              <a:t>        y[0] == 3,</a:t>
            </a:r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assert(y[0] == 3);</a:t>
            </a:r>
          </a:p>
          <a:p>
            <a:r>
              <a:rPr lang="en-US" dirty="0"/>
              <a:t>    x[0] = 5;</a:t>
            </a:r>
          </a:p>
          <a:p>
            <a:r>
              <a:rPr lang="en-US" dirty="0"/>
              <a:t>    assert(y[0] == 3); // ok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4119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972FC55-D189-D6C3-CA7C-D89BD77C9E88}"/>
              </a:ext>
            </a:extLst>
          </p:cNvPr>
          <p:cNvSpPr/>
          <p:nvPr/>
        </p:nvSpPr>
        <p:spPr>
          <a:xfrm>
            <a:off x="5491092" y="2785107"/>
            <a:ext cx="4126438" cy="37741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7342F-DC9C-6AFE-3109-469C9F91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6432" cy="1325563"/>
          </a:xfrm>
        </p:spPr>
        <p:txBody>
          <a:bodyPr/>
          <a:lstStyle/>
          <a:p>
            <a:r>
              <a:rPr lang="en-US" dirty="0"/>
              <a:t>Classical verification (e.g. Dafny): one big heap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51E59-8A65-B2B8-3D53-85D3D2605A2B}"/>
              </a:ext>
            </a:extLst>
          </p:cNvPr>
          <p:cNvSpPr txBox="1"/>
          <p:nvPr/>
        </p:nvSpPr>
        <p:spPr>
          <a:xfrm>
            <a:off x="5877158" y="2324898"/>
            <a:ext cx="367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(declare-var heap@ </a:t>
            </a:r>
            <a:r>
              <a:rPr lang="en-US" dirty="0" err="1"/>
              <a:t>MapIntToObject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1007D-D566-3DDE-87C5-6FD727DAC912}"/>
              </a:ext>
            </a:extLst>
          </p:cNvPr>
          <p:cNvSpPr txBox="1"/>
          <p:nvPr/>
        </p:nvSpPr>
        <p:spPr>
          <a:xfrm>
            <a:off x="5655757" y="4190560"/>
            <a:ext cx="661335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0350B-C207-50E2-7595-2085FC1370EE}"/>
              </a:ext>
            </a:extLst>
          </p:cNvPr>
          <p:cNvSpPr txBox="1"/>
          <p:nvPr/>
        </p:nvSpPr>
        <p:spPr>
          <a:xfrm>
            <a:off x="5655757" y="4572249"/>
            <a:ext cx="661335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DA64B-1692-7BDC-F9F3-12B7A246A037}"/>
              </a:ext>
            </a:extLst>
          </p:cNvPr>
          <p:cNvSpPr txBox="1"/>
          <p:nvPr/>
        </p:nvSpPr>
        <p:spPr>
          <a:xfrm>
            <a:off x="5655757" y="4927933"/>
            <a:ext cx="661335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ED3698-71A8-91E3-9836-50920B825D4A}"/>
              </a:ext>
            </a:extLst>
          </p:cNvPr>
          <p:cNvSpPr/>
          <p:nvPr/>
        </p:nvSpPr>
        <p:spPr>
          <a:xfrm>
            <a:off x="7925403" y="3479670"/>
            <a:ext cx="1143000" cy="6449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16025-2AB3-2947-5FC1-05033E05C166}"/>
              </a:ext>
            </a:extLst>
          </p:cNvPr>
          <p:cNvSpPr/>
          <p:nvPr/>
        </p:nvSpPr>
        <p:spPr>
          <a:xfrm>
            <a:off x="8085967" y="4501836"/>
            <a:ext cx="1143000" cy="6449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A7A27A-92A5-559C-21B4-80E048FF7D6F}"/>
              </a:ext>
            </a:extLst>
          </p:cNvPr>
          <p:cNvSpPr/>
          <p:nvPr/>
        </p:nvSpPr>
        <p:spPr>
          <a:xfrm>
            <a:off x="7514467" y="5451346"/>
            <a:ext cx="1143000" cy="6449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9E7351-40BB-351C-ED54-BB37C787C6D1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6317092" y="3802159"/>
            <a:ext cx="1608311" cy="57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596D79-6410-BE2E-BE73-3A36E7E8ED7F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6317092" y="4756915"/>
            <a:ext cx="1768875" cy="67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0D41F7-2BD8-471D-DADE-333FC6C2E317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317092" y="5112599"/>
            <a:ext cx="1197375" cy="661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715F9E1-829F-9611-69AE-E142B6833D47}"/>
              </a:ext>
            </a:extLst>
          </p:cNvPr>
          <p:cNvSpPr txBox="1"/>
          <p:nvPr/>
        </p:nvSpPr>
        <p:spPr>
          <a:xfrm>
            <a:off x="965838" y="1584778"/>
            <a:ext cx="377590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// Dafny code</a:t>
            </a:r>
          </a:p>
          <a:p>
            <a:endParaRPr lang="en-US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method M(x: array&lt;int&gt;, y: array&lt;int&gt;)</a:t>
            </a:r>
          </a:p>
          <a:p>
            <a:r>
              <a:rPr lang="en-US" b="1" dirty="0">
                <a:solidFill>
                  <a:srgbClr val="7030A0"/>
                </a:solidFill>
              </a:rPr>
              <a:t>    requires x != 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CCBAD3-27B5-6F28-F958-3607A1514C78}"/>
              </a:ext>
            </a:extLst>
          </p:cNvPr>
          <p:cNvSpPr txBox="1"/>
          <p:nvPr/>
        </p:nvSpPr>
        <p:spPr>
          <a:xfrm>
            <a:off x="4551806" y="5082014"/>
            <a:ext cx="6222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x =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8ABCE6-2C2C-64A4-8285-057F21E05149}"/>
              </a:ext>
            </a:extLst>
          </p:cNvPr>
          <p:cNvSpPr txBox="1"/>
          <p:nvPr/>
        </p:nvSpPr>
        <p:spPr>
          <a:xfrm>
            <a:off x="4597775" y="4068500"/>
            <a:ext cx="62709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y = 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195E5C-8CE3-38AD-C8BF-834DA48E1134}"/>
              </a:ext>
            </a:extLst>
          </p:cNvPr>
          <p:cNvCxnSpPr>
            <a:stCxn id="20" idx="3"/>
            <a:endCxn id="8" idx="1"/>
          </p:cNvCxnSpPr>
          <p:nvPr/>
        </p:nvCxnSpPr>
        <p:spPr>
          <a:xfrm flipV="1">
            <a:off x="5174092" y="5112599"/>
            <a:ext cx="481665" cy="154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B740EE-173B-988D-692D-3C5BF713AF61}"/>
              </a:ext>
            </a:extLst>
          </p:cNvPr>
          <p:cNvCxnSpPr>
            <a:stCxn id="21" idx="3"/>
            <a:endCxn id="6" idx="1"/>
          </p:cNvCxnSpPr>
          <p:nvPr/>
        </p:nvCxnSpPr>
        <p:spPr>
          <a:xfrm>
            <a:off x="5224870" y="4253166"/>
            <a:ext cx="430887" cy="122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B37721B-DB3A-5CE4-8F41-0F2C7B15370C}"/>
              </a:ext>
            </a:extLst>
          </p:cNvPr>
          <p:cNvSpPr txBox="1"/>
          <p:nvPr/>
        </p:nvSpPr>
        <p:spPr>
          <a:xfrm>
            <a:off x="3386282" y="4662671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(declare-const x! Int)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40F312-122E-DCE0-1239-A85CBDE6CAD3}"/>
              </a:ext>
            </a:extLst>
          </p:cNvPr>
          <p:cNvSpPr txBox="1"/>
          <p:nvPr/>
        </p:nvSpPr>
        <p:spPr>
          <a:xfrm>
            <a:off x="3245229" y="3614409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(declare-const y! Int)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376E9-0326-9A09-7695-9176C8FFC4B4}"/>
              </a:ext>
            </a:extLst>
          </p:cNvPr>
          <p:cNvSpPr txBox="1"/>
          <p:nvPr/>
        </p:nvSpPr>
        <p:spPr>
          <a:xfrm>
            <a:off x="350150" y="5312170"/>
            <a:ext cx="34310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Classical approach:</a:t>
            </a:r>
          </a:p>
          <a:p>
            <a:pPr marL="285750" indent="-285750">
              <a:buFontTx/>
              <a:buChar char="-"/>
            </a:pPr>
            <a:r>
              <a:rPr lang="en-US" dirty="0"/>
              <a:t>x and y are addresses</a:t>
            </a:r>
          </a:p>
          <a:p>
            <a:pPr marL="285750" indent="-285750">
              <a:buFontTx/>
              <a:buChar char="-"/>
            </a:pPr>
            <a:r>
              <a:rPr lang="en-US" dirty="0"/>
              <a:t>objects (e.g. arrays) live in heap</a:t>
            </a:r>
          </a:p>
          <a:p>
            <a:pPr marL="285750" indent="-285750">
              <a:buFontTx/>
              <a:buChar char="-"/>
            </a:pPr>
            <a:r>
              <a:rPr lang="en-US" dirty="0"/>
              <a:t>need to worry about aliasing</a:t>
            </a:r>
          </a:p>
        </p:txBody>
      </p:sp>
    </p:spTree>
    <p:extLst>
      <p:ext uri="{BB962C8B-B14F-4D97-AF65-F5344CB8AC3E}">
        <p14:creationId xmlns:p14="http://schemas.microsoft.com/office/powerpoint/2010/main" val="22876899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6C0F-DBA4-1E19-A3FD-05303E21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verification: no heap needed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67351-4E2B-7535-9FDE-B91C7BDEE979}"/>
              </a:ext>
            </a:extLst>
          </p:cNvPr>
          <p:cNvSpPr txBox="1"/>
          <p:nvPr/>
        </p:nvSpPr>
        <p:spPr>
          <a:xfrm>
            <a:off x="5290456" y="4356484"/>
            <a:ext cx="51628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struct Complex { real: f64, </a:t>
            </a:r>
            <a:r>
              <a:rPr lang="en-US" dirty="0" err="1"/>
              <a:t>imag</a:t>
            </a:r>
            <a:r>
              <a:rPr lang="en-US" dirty="0"/>
              <a:t>: f64 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f(x: Complex, y: &amp;Complex, z: &amp;mut Complex) { …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4DFE3-738D-3012-2633-458E6C96F593}"/>
              </a:ext>
            </a:extLst>
          </p:cNvPr>
          <p:cNvSpPr txBox="1"/>
          <p:nvPr/>
        </p:nvSpPr>
        <p:spPr>
          <a:xfrm>
            <a:off x="3427404" y="5665719"/>
            <a:ext cx="268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(declare-const x! Complex)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01F1C-157D-1800-46EF-846C1C0FDCBE}"/>
              </a:ext>
            </a:extLst>
          </p:cNvPr>
          <p:cNvSpPr txBox="1"/>
          <p:nvPr/>
        </p:nvSpPr>
        <p:spPr>
          <a:xfrm>
            <a:off x="6333890" y="5665719"/>
            <a:ext cx="268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(declare-const y! Complex)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CD965E-E338-57A7-AB86-A522C59D04D6}"/>
              </a:ext>
            </a:extLst>
          </p:cNvPr>
          <p:cNvSpPr txBox="1"/>
          <p:nvPr/>
        </p:nvSpPr>
        <p:spPr>
          <a:xfrm>
            <a:off x="9460812" y="5665719"/>
            <a:ext cx="2256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(declare-const z! Poly)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EB8EBD-5850-359E-C44B-D37589C2ADB3}"/>
              </a:ext>
            </a:extLst>
          </p:cNvPr>
          <p:cNvCxnSpPr>
            <a:endCxn id="4" idx="0"/>
          </p:cNvCxnSpPr>
          <p:nvPr/>
        </p:nvCxnSpPr>
        <p:spPr>
          <a:xfrm flipH="1">
            <a:off x="4771009" y="5197406"/>
            <a:ext cx="1107276" cy="46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10CF8B-8D00-F445-D1C8-ACB58985A749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7380513" y="5205571"/>
            <a:ext cx="296982" cy="460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13D2BD-6951-C034-7AAF-4E5B8FC7DA12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9021100" y="5197406"/>
            <a:ext cx="1567938" cy="468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AE3F81-A767-A874-60A9-5FD334A7BE44}"/>
              </a:ext>
            </a:extLst>
          </p:cNvPr>
          <p:cNvSpPr txBox="1"/>
          <p:nvPr/>
        </p:nvSpPr>
        <p:spPr>
          <a:xfrm>
            <a:off x="629044" y="1512985"/>
            <a:ext cx="8607485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AIR/SMT encoding, values are stored in the references, not in a separate heap: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SMT representation of &amp;t is the same as SMT representation of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SMT representation of &amp;mut t is a pair of t and extra information</a:t>
            </a:r>
          </a:p>
          <a:p>
            <a:endParaRPr lang="en-US" sz="2000" dirty="0"/>
          </a:p>
          <a:p>
            <a:r>
              <a:rPr lang="en-US" sz="2000" dirty="0"/>
              <a:t>Let [[t]] be the SMT representation of Rust type t:</a:t>
            </a:r>
          </a:p>
          <a:p>
            <a:r>
              <a:rPr lang="en-US" sz="2000" dirty="0"/>
              <a:t>    [[bool]] = Bool</a:t>
            </a:r>
          </a:p>
          <a:p>
            <a:r>
              <a:rPr lang="en-US" sz="2000" dirty="0"/>
              <a:t>    [[int]] = Int</a:t>
            </a:r>
          </a:p>
          <a:p>
            <a:r>
              <a:rPr lang="en-US" sz="2000" dirty="0"/>
              <a:t>    [[&amp;t]] = [[t]]</a:t>
            </a:r>
          </a:p>
          <a:p>
            <a:r>
              <a:rPr lang="en-US" sz="2000" dirty="0"/>
              <a:t>    [[&amp;mut t]] = ([[t]], …extra-stuff…)</a:t>
            </a:r>
          </a:p>
          <a:p>
            <a:r>
              <a:rPr lang="en-US" sz="2000" dirty="0"/>
              <a:t>    [[Complex]] = Complex</a:t>
            </a:r>
          </a:p>
          <a:p>
            <a:r>
              <a:rPr lang="en-US" sz="2000" dirty="0"/>
              <a:t>    …</a:t>
            </a:r>
          </a:p>
        </p:txBody>
      </p:sp>
    </p:spTree>
    <p:extLst>
      <p:ext uri="{BB962C8B-B14F-4D97-AF65-F5344CB8AC3E}">
        <p14:creationId xmlns:p14="http://schemas.microsoft.com/office/powerpoint/2010/main" val="27931131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E4D7-2BCA-1D23-2553-883C5830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&amp;mut is powerful and complex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07862-AF9D-8E86-0EF5-782AF2D70B15}"/>
              </a:ext>
            </a:extLst>
          </p:cNvPr>
          <p:cNvSpPr txBox="1"/>
          <p:nvPr/>
        </p:nvSpPr>
        <p:spPr>
          <a:xfrm>
            <a:off x="4114800" y="1506022"/>
            <a:ext cx="31524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struct S { a: u32, b: u32, c: u32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A7632-1D3B-6454-214B-D76568599EC8}"/>
              </a:ext>
            </a:extLst>
          </p:cNvPr>
          <p:cNvSpPr txBox="1"/>
          <p:nvPr/>
        </p:nvSpPr>
        <p:spPr>
          <a:xfrm>
            <a:off x="111579" y="2245179"/>
            <a:ext cx="36728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uref</a:t>
            </a:r>
            <a:r>
              <a:rPr lang="en-US" dirty="0"/>
              <a:t>: &amp;mut u32) {</a:t>
            </a:r>
          </a:p>
          <a:p>
            <a:r>
              <a:rPr lang="en-US" dirty="0"/>
              <a:t>    *</a:t>
            </a:r>
            <a:r>
              <a:rPr lang="en-US" dirty="0" err="1"/>
              <a:t>uref</a:t>
            </a:r>
            <a:r>
              <a:rPr lang="en-US" dirty="0"/>
              <a:t> += 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f(&amp;mut </a:t>
            </a:r>
            <a:r>
              <a:rPr lang="en-US" dirty="0" err="1"/>
              <a:t>s.c</a:t>
            </a:r>
            <a:r>
              <a:rPr lang="en-US" dirty="0"/>
              <a:t>);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152BB-63F5-5B68-CBE6-D104892C130A}"/>
              </a:ext>
            </a:extLst>
          </p:cNvPr>
          <p:cNvSpPr txBox="1"/>
          <p:nvPr/>
        </p:nvSpPr>
        <p:spPr>
          <a:xfrm>
            <a:off x="3967843" y="2245179"/>
            <a:ext cx="36728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sref</a:t>
            </a:r>
            <a:r>
              <a:rPr lang="en-US" dirty="0"/>
              <a:t>: &amp;mut S) -&gt; &amp;mut u32 {</a:t>
            </a:r>
          </a:p>
          <a:p>
            <a:r>
              <a:rPr lang="en-US" dirty="0"/>
              <a:t>    &amp;mut </a:t>
            </a:r>
            <a:r>
              <a:rPr lang="en-US" dirty="0" err="1"/>
              <a:t>sref.c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let p = f(&amp;mut s);</a:t>
            </a:r>
          </a:p>
          <a:p>
            <a:r>
              <a:rPr lang="en-US" dirty="0"/>
              <a:t>    *p = *p + 1;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DE2F8-CFFB-CB67-254D-B0C0532DED66}"/>
              </a:ext>
            </a:extLst>
          </p:cNvPr>
          <p:cNvSpPr txBox="1"/>
          <p:nvPr/>
        </p:nvSpPr>
        <p:spPr>
          <a:xfrm>
            <a:off x="7824107" y="2245179"/>
            <a:ext cx="428328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f(flag: bool, </a:t>
            </a:r>
            <a:r>
              <a:rPr lang="en-US" dirty="0" err="1"/>
              <a:t>sref</a:t>
            </a:r>
            <a:r>
              <a:rPr lang="en-US" dirty="0"/>
              <a:t>: &amp;mut S) -&gt; &amp;mut u32 {</a:t>
            </a:r>
          </a:p>
          <a:p>
            <a:r>
              <a:rPr lang="en-US" dirty="0"/>
              <a:t>    if flag { &amp;mut </a:t>
            </a:r>
            <a:r>
              <a:rPr lang="en-US" dirty="0" err="1"/>
              <a:t>sref.b</a:t>
            </a:r>
            <a:r>
              <a:rPr lang="en-US" dirty="0"/>
              <a:t> } else { &amp;mut </a:t>
            </a:r>
            <a:r>
              <a:rPr lang="en-US" dirty="0" err="1"/>
              <a:t>sref.c</a:t>
            </a:r>
            <a:r>
              <a:rPr lang="en-US" dirty="0"/>
              <a:t>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let p = f(true, &amp;mut s);</a:t>
            </a:r>
          </a:p>
          <a:p>
            <a:r>
              <a:rPr lang="en-US" dirty="0"/>
              <a:t>    *p = *p + 1;</a:t>
            </a:r>
          </a:p>
          <a:p>
            <a:r>
              <a:rPr lang="en-US" dirty="0"/>
              <a:t>    assert!(s == S { a: 10, b: 21, c: 30 });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AFECF-9581-1449-5179-C86A72924D3D}"/>
              </a:ext>
            </a:extLst>
          </p:cNvPr>
          <p:cNvSpPr txBox="1"/>
          <p:nvPr/>
        </p:nvSpPr>
        <p:spPr>
          <a:xfrm>
            <a:off x="1569099" y="5661992"/>
            <a:ext cx="887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([[t]], …extra-stuff…)</a:t>
            </a:r>
          </a:p>
          <a:p>
            <a:r>
              <a:rPr lang="en-US" dirty="0"/>
              <a:t>The “extra-stuff” says how to put the new [[t]] into the place the old [[t]] was borrowed from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FCF6F9-C8E1-92D0-BC59-414B5EBF1572}"/>
              </a:ext>
            </a:extLst>
          </p:cNvPr>
          <p:cNvCxnSpPr/>
          <p:nvPr/>
        </p:nvCxnSpPr>
        <p:spPr>
          <a:xfrm>
            <a:off x="1265464" y="4188279"/>
            <a:ext cx="2416629" cy="1526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F5ECD9-D8D7-B8A9-9FF3-523C104CD2F9}"/>
              </a:ext>
            </a:extLst>
          </p:cNvPr>
          <p:cNvCxnSpPr/>
          <p:nvPr/>
        </p:nvCxnSpPr>
        <p:spPr>
          <a:xfrm flipH="1">
            <a:off x="3894364" y="2849336"/>
            <a:ext cx="1110343" cy="2890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015AF1-776F-EFE8-28F7-1C261631BE82}"/>
              </a:ext>
            </a:extLst>
          </p:cNvPr>
          <p:cNvCxnSpPr/>
          <p:nvPr/>
        </p:nvCxnSpPr>
        <p:spPr>
          <a:xfrm flipH="1">
            <a:off x="4114800" y="2841171"/>
            <a:ext cx="5461907" cy="2873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5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6C0F-DBA4-1E19-A3FD-05303E21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encoding of &amp;mut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2395B-9776-5897-8A81-5281FE1F07E0}"/>
              </a:ext>
            </a:extLst>
          </p:cNvPr>
          <p:cNvSpPr txBox="1"/>
          <p:nvPr/>
        </p:nvSpPr>
        <p:spPr>
          <a:xfrm>
            <a:off x="111579" y="2245179"/>
            <a:ext cx="36728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uref</a:t>
            </a:r>
            <a:r>
              <a:rPr lang="en-US" dirty="0"/>
              <a:t>: &amp;mut u32) {</a:t>
            </a:r>
          </a:p>
          <a:p>
            <a:r>
              <a:rPr lang="en-US" dirty="0"/>
              <a:t>    *</a:t>
            </a:r>
            <a:r>
              <a:rPr lang="en-US" dirty="0" err="1"/>
              <a:t>uref</a:t>
            </a:r>
            <a:r>
              <a:rPr lang="en-US" dirty="0"/>
              <a:t> += 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f(&amp;mut </a:t>
            </a:r>
            <a:r>
              <a:rPr lang="en-US" dirty="0" err="1"/>
              <a:t>s.c</a:t>
            </a:r>
            <a:r>
              <a:rPr lang="en-US" dirty="0"/>
              <a:t>);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5A805-3168-CBB1-75C5-E62A1FC27E64}"/>
              </a:ext>
            </a:extLst>
          </p:cNvPr>
          <p:cNvSpPr txBox="1"/>
          <p:nvPr/>
        </p:nvSpPr>
        <p:spPr>
          <a:xfrm>
            <a:off x="2053731" y="1486605"/>
            <a:ext cx="887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([[t]], …extra-stuff…)</a:t>
            </a:r>
          </a:p>
          <a:p>
            <a:r>
              <a:rPr lang="en-US" dirty="0"/>
              <a:t>The “extra-stuff” says how to put the new [[t]] into the place the old [[t]] was borrowed from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4DD16-E10C-9282-BC78-5709749F67DE}"/>
              </a:ext>
            </a:extLst>
          </p:cNvPr>
          <p:cNvSpPr txBox="1"/>
          <p:nvPr/>
        </p:nvSpPr>
        <p:spPr>
          <a:xfrm>
            <a:off x="4130669" y="2199012"/>
            <a:ext cx="80636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Lots of research in last 10 years, various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“extra-stuff” could be address (but then we’d need a heap, which we don’t want)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“extra-stuff” could be a function generating new S from new [[t]]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“extra-stuff” could be a function saying what’s true about new S, given new [[t]]</a:t>
            </a:r>
          </a:p>
          <a:p>
            <a:r>
              <a:rPr lang="en-US" dirty="0"/>
              <a:t>Verus (following </a:t>
            </a:r>
            <a:r>
              <a:rPr lang="en-US" dirty="0" err="1"/>
              <a:t>RustHorn</a:t>
            </a:r>
            <a:r>
              <a:rPr lang="en-US" dirty="0"/>
              <a:t>, Creusot) uses “prophecies”: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RustHorn</a:t>
            </a:r>
            <a:r>
              <a:rPr lang="en-US" dirty="0"/>
              <a:t>: CHC-based Verification for Rust Programs”</a:t>
            </a:r>
          </a:p>
          <a:p>
            <a:pPr lvl="1"/>
            <a:r>
              <a:rPr lang="en-US" dirty="0"/>
              <a:t>(Matsushita, Tsukada, and Kobayashi, ESOP 2020)</a:t>
            </a:r>
          </a:p>
          <a:p>
            <a:pPr lvl="1"/>
            <a:r>
              <a:rPr lang="en-US" dirty="0"/>
              <a:t>“extra-stuff” is a “prophecy” of type [[t]] naming the final value of [[t]]</a:t>
            </a:r>
          </a:p>
          <a:p>
            <a:pPr lvl="1"/>
            <a:endParaRPr lang="en-US" dirty="0"/>
          </a:p>
          <a:p>
            <a:r>
              <a:rPr lang="en-US" dirty="0"/>
              <a:t>[[&amp;mut t]] = (     [[t]],             [[t]]                                 )</a:t>
            </a:r>
          </a:p>
          <a:p>
            <a:r>
              <a:rPr lang="en-US" dirty="0"/>
              <a:t>                      (current value, prophesized final value)</a:t>
            </a:r>
          </a:p>
        </p:txBody>
      </p:sp>
    </p:spTree>
    <p:extLst>
      <p:ext uri="{BB962C8B-B14F-4D97-AF65-F5344CB8AC3E}">
        <p14:creationId xmlns:p14="http://schemas.microsoft.com/office/powerpoint/2010/main" val="33050658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8BC2-2F62-ED59-8A6A-67DE6F4A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7FEC-67DC-C490-8321-17AF1FE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encoding of &amp;mut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6FE8E-19A9-FFB2-0242-56F5508AFA71}"/>
              </a:ext>
            </a:extLst>
          </p:cNvPr>
          <p:cNvSpPr txBox="1"/>
          <p:nvPr/>
        </p:nvSpPr>
        <p:spPr>
          <a:xfrm>
            <a:off x="111579" y="2245179"/>
            <a:ext cx="36728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uref</a:t>
            </a:r>
            <a:r>
              <a:rPr lang="en-US" dirty="0"/>
              <a:t>: &amp;mut u32) {</a:t>
            </a:r>
          </a:p>
          <a:p>
            <a:r>
              <a:rPr lang="en-US" dirty="0"/>
              <a:t>    *</a:t>
            </a:r>
            <a:r>
              <a:rPr lang="en-US" dirty="0" err="1"/>
              <a:t>uref</a:t>
            </a:r>
            <a:r>
              <a:rPr lang="en-US" dirty="0"/>
              <a:t> += 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f(&amp;mut </a:t>
            </a:r>
            <a:r>
              <a:rPr lang="en-US" dirty="0" err="1"/>
              <a:t>s.c</a:t>
            </a:r>
            <a:r>
              <a:rPr lang="en-US" dirty="0"/>
              <a:t>);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674A-7CFD-12CA-0E69-06E1C602ECE9}"/>
              </a:ext>
            </a:extLst>
          </p:cNvPr>
          <p:cNvSpPr txBox="1"/>
          <p:nvPr/>
        </p:nvSpPr>
        <p:spPr>
          <a:xfrm>
            <a:off x="925384" y="1321602"/>
            <a:ext cx="500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     [[t]],             [[t]]                                 )</a:t>
            </a:r>
          </a:p>
          <a:p>
            <a:r>
              <a:rPr lang="en-US" dirty="0"/>
              <a:t>                      (current value, prophesized final value)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93AA4-D3AC-61FF-9728-2F7CAB16DD3F}"/>
              </a:ext>
            </a:extLst>
          </p:cNvPr>
          <p:cNvSpPr txBox="1"/>
          <p:nvPr/>
        </p:nvSpPr>
        <p:spPr>
          <a:xfrm>
            <a:off x="4517136" y="2060513"/>
            <a:ext cx="25362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 = S { a: 10, b: 20, c: 30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F3A4-2F8F-8170-D93E-CF3F518C3E10}"/>
              </a:ext>
            </a:extLst>
          </p:cNvPr>
          <p:cNvSpPr txBox="1"/>
          <p:nvPr/>
        </p:nvSpPr>
        <p:spPr>
          <a:xfrm>
            <a:off x="4517136" y="2585786"/>
            <a:ext cx="601068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Let X be the name of the prophesized final value of &amp;mut </a:t>
            </a:r>
            <a:r>
              <a:rPr lang="en-US" b="1" dirty="0" err="1">
                <a:solidFill>
                  <a:srgbClr val="0070C0"/>
                </a:solidFill>
              </a:rPr>
              <a:t>s.c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Immediately replace old value (30) with X</a:t>
            </a:r>
          </a:p>
          <a:p>
            <a:r>
              <a:rPr lang="en-US" b="1" dirty="0">
                <a:solidFill>
                  <a:srgbClr val="0070C0"/>
                </a:solidFill>
              </a:rPr>
              <a:t>s = S { a: 10, b: 20, c: X}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98803-FF86-EC46-1B60-D6307763A3E0}"/>
              </a:ext>
            </a:extLst>
          </p:cNvPr>
          <p:cNvSpPr txBox="1"/>
          <p:nvPr/>
        </p:nvSpPr>
        <p:spPr>
          <a:xfrm>
            <a:off x="4517136" y="3665057"/>
            <a:ext cx="14131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uref</a:t>
            </a:r>
            <a:r>
              <a:rPr lang="en-US" b="1" dirty="0">
                <a:solidFill>
                  <a:srgbClr val="0070C0"/>
                </a:solidFill>
              </a:rPr>
              <a:t> = (30, 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5302A-4CCF-E326-5ACB-4B9790E1304F}"/>
              </a:ext>
            </a:extLst>
          </p:cNvPr>
          <p:cNvSpPr txBox="1"/>
          <p:nvPr/>
        </p:nvSpPr>
        <p:spPr>
          <a:xfrm>
            <a:off x="4517136" y="4190330"/>
            <a:ext cx="14131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uref</a:t>
            </a:r>
            <a:r>
              <a:rPr lang="en-US" b="1" dirty="0">
                <a:solidFill>
                  <a:srgbClr val="0070C0"/>
                </a:solidFill>
              </a:rPr>
              <a:t> = (31, 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967B7-9C7A-64D2-CF6E-FF03079AEC48}"/>
              </a:ext>
            </a:extLst>
          </p:cNvPr>
          <p:cNvSpPr txBox="1"/>
          <p:nvPr/>
        </p:nvSpPr>
        <p:spPr>
          <a:xfrm>
            <a:off x="4517136" y="4645836"/>
            <a:ext cx="715426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At the end of f, the &amp;mut expires (it is owned by f, and &amp;mut is not Copy)</a:t>
            </a:r>
          </a:p>
          <a:p>
            <a:r>
              <a:rPr lang="en-US" b="1" dirty="0">
                <a:solidFill>
                  <a:srgbClr val="0070C0"/>
                </a:solidFill>
              </a:rPr>
              <a:t>When the &amp;mut expires, we know its final value: X = 31</a:t>
            </a:r>
          </a:p>
          <a:p>
            <a:r>
              <a:rPr lang="en-US" b="1" dirty="0" err="1">
                <a:solidFill>
                  <a:srgbClr val="0070C0"/>
                </a:solidFill>
              </a:rPr>
              <a:t>uref</a:t>
            </a:r>
            <a:r>
              <a:rPr lang="en-US" b="1" dirty="0">
                <a:solidFill>
                  <a:srgbClr val="0070C0"/>
                </a:solidFill>
              </a:rPr>
              <a:t> = (31, 31)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64B86-DF44-392E-0B55-859DB0FC411E}"/>
              </a:ext>
            </a:extLst>
          </p:cNvPr>
          <p:cNvSpPr txBox="1"/>
          <p:nvPr/>
        </p:nvSpPr>
        <p:spPr>
          <a:xfrm>
            <a:off x="4517136" y="5648482"/>
            <a:ext cx="370300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Knowing X = 31 allows g to conclude:</a:t>
            </a:r>
          </a:p>
          <a:p>
            <a:r>
              <a:rPr lang="en-US" b="1" dirty="0">
                <a:solidFill>
                  <a:srgbClr val="0070C0"/>
                </a:solidFill>
              </a:rPr>
              <a:t>s = S { a: 10, b: 20, c: 31}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323CAC-FE6E-615B-36D4-651224A52185}"/>
              </a:ext>
            </a:extLst>
          </p:cNvPr>
          <p:cNvCxnSpPr>
            <a:stCxn id="5" idx="1"/>
          </p:cNvCxnSpPr>
          <p:nvPr/>
        </p:nvCxnSpPr>
        <p:spPr>
          <a:xfrm flipH="1">
            <a:off x="3538728" y="2245179"/>
            <a:ext cx="978408" cy="1604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511CF3-1FD4-B64A-9EE0-513E42A516EF}"/>
              </a:ext>
            </a:extLst>
          </p:cNvPr>
          <p:cNvCxnSpPr>
            <a:stCxn id="7" idx="1"/>
          </p:cNvCxnSpPr>
          <p:nvPr/>
        </p:nvCxnSpPr>
        <p:spPr>
          <a:xfrm flipH="1">
            <a:off x="3538728" y="3047451"/>
            <a:ext cx="978408" cy="986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FC3C78-1D55-2F56-69BD-85EAFAE462D2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2267712" y="2429845"/>
            <a:ext cx="2249424" cy="1419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20D56E-1F05-053F-80B9-9B81A4D0E30D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267712" y="2715768"/>
            <a:ext cx="2249424" cy="1659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680E94-1F5B-3931-4D0D-EE3C5459D5A7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2267712" y="2944368"/>
            <a:ext cx="2249424" cy="2163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A200C0-5FFB-0CF2-7577-19B5573DECD6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3666744" y="4443984"/>
            <a:ext cx="850392" cy="1527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8341EC9-6692-D714-13A5-1728E1C55023}"/>
              </a:ext>
            </a:extLst>
          </p:cNvPr>
          <p:cNvSpPr txBox="1"/>
          <p:nvPr/>
        </p:nvSpPr>
        <p:spPr>
          <a:xfrm>
            <a:off x="9679320" y="1719906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(declare-const X Int)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6AA480-76AC-D15B-04C4-CAE71EE706FA}"/>
              </a:ext>
            </a:extLst>
          </p:cNvPr>
          <p:cNvSpPr txBox="1"/>
          <p:nvPr/>
        </p:nvSpPr>
        <p:spPr>
          <a:xfrm>
            <a:off x="9600001" y="3595290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(assign s (… (c X)…))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5410CE-E316-3357-C40D-B3E9D965B057}"/>
              </a:ext>
            </a:extLst>
          </p:cNvPr>
          <p:cNvSpPr txBox="1"/>
          <p:nvPr/>
        </p:nvSpPr>
        <p:spPr>
          <a:xfrm>
            <a:off x="8252332" y="5648482"/>
            <a:ext cx="393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(assume (= (…prophecy…) (…current…)))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7A8F9C-973B-4CF2-016B-76867F8E380A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7944285" y="1904572"/>
            <a:ext cx="1735035" cy="770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C508080-8AAF-B463-9288-0F6F8920AC89}"/>
              </a:ext>
            </a:extLst>
          </p:cNvPr>
          <p:cNvCxnSpPr>
            <a:stCxn id="25" idx="1"/>
          </p:cNvCxnSpPr>
          <p:nvPr/>
        </p:nvCxnSpPr>
        <p:spPr>
          <a:xfrm flipH="1" flipV="1">
            <a:off x="6903720" y="3355848"/>
            <a:ext cx="2696281" cy="424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B60777-81F4-8AF2-C544-CE53FEFE2EE1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491472" y="5286008"/>
            <a:ext cx="730694" cy="362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23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24" grpId="0"/>
      <p:bldP spid="25" grpId="0"/>
      <p:bldP spid="2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8BC2-2F62-ED59-8A6A-67DE6F4A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7FEC-67DC-C490-8321-17AF1FE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encoding of &amp;mut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6FE8E-19A9-FFB2-0242-56F5508AFA71}"/>
              </a:ext>
            </a:extLst>
          </p:cNvPr>
          <p:cNvSpPr txBox="1"/>
          <p:nvPr/>
        </p:nvSpPr>
        <p:spPr>
          <a:xfrm>
            <a:off x="111579" y="2245179"/>
            <a:ext cx="367280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uref</a:t>
            </a:r>
            <a:r>
              <a:rPr lang="en-US" dirty="0"/>
              <a:t>: &amp;mut u32)</a:t>
            </a:r>
          </a:p>
          <a:p>
            <a:r>
              <a:rPr lang="en-US" dirty="0"/>
              <a:t>    requires</a:t>
            </a:r>
          </a:p>
          <a:p>
            <a:r>
              <a:rPr lang="en-US" dirty="0"/>
              <a:t>        *</a:t>
            </a:r>
            <a:r>
              <a:rPr lang="en-US" dirty="0" err="1"/>
              <a:t>uref</a:t>
            </a:r>
            <a:r>
              <a:rPr lang="en-US" dirty="0"/>
              <a:t> &lt; u32::MAX,</a:t>
            </a:r>
          </a:p>
          <a:p>
            <a:r>
              <a:rPr lang="en-US" b="1" dirty="0"/>
              <a:t>    ensures</a:t>
            </a:r>
          </a:p>
          <a:p>
            <a:r>
              <a:rPr lang="en-US" b="1" dirty="0"/>
              <a:t>        *</a:t>
            </a:r>
            <a:r>
              <a:rPr lang="en-US" b="1" dirty="0">
                <a:solidFill>
                  <a:srgbClr val="00B050"/>
                </a:solidFill>
              </a:rPr>
              <a:t>final(</a:t>
            </a:r>
            <a:r>
              <a:rPr lang="en-US" b="1" dirty="0" err="1">
                <a:solidFill>
                  <a:srgbClr val="00B050"/>
                </a:solidFill>
              </a:rPr>
              <a:t>uref</a:t>
            </a:r>
            <a:r>
              <a:rPr lang="en-US" b="1" dirty="0">
                <a:solidFill>
                  <a:srgbClr val="00B050"/>
                </a:solidFill>
              </a:rPr>
              <a:t>) </a:t>
            </a:r>
            <a:r>
              <a:rPr lang="en-US" b="1" dirty="0"/>
              <a:t>== *</a:t>
            </a:r>
            <a:r>
              <a:rPr lang="en-US" b="1" dirty="0">
                <a:solidFill>
                  <a:srgbClr val="FF0000"/>
                </a:solidFill>
              </a:rPr>
              <a:t>old(</a:t>
            </a:r>
            <a:r>
              <a:rPr lang="en-US" b="1" dirty="0" err="1">
                <a:solidFill>
                  <a:srgbClr val="FF0000"/>
                </a:solidFill>
              </a:rPr>
              <a:t>uref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r>
              <a:rPr lang="en-US" b="1" dirty="0"/>
              <a:t>+ 1,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*</a:t>
            </a:r>
            <a:r>
              <a:rPr lang="en-US" dirty="0" err="1"/>
              <a:t>uref</a:t>
            </a:r>
            <a:r>
              <a:rPr lang="en-US" dirty="0"/>
              <a:t> += 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f(&amp;mut </a:t>
            </a:r>
            <a:r>
              <a:rPr lang="en-US" dirty="0" err="1"/>
              <a:t>s.c</a:t>
            </a:r>
            <a:r>
              <a:rPr lang="en-US" dirty="0"/>
              <a:t>);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674A-7CFD-12CA-0E69-06E1C602ECE9}"/>
              </a:ext>
            </a:extLst>
          </p:cNvPr>
          <p:cNvSpPr txBox="1"/>
          <p:nvPr/>
        </p:nvSpPr>
        <p:spPr>
          <a:xfrm>
            <a:off x="925384" y="1321602"/>
            <a:ext cx="500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     [[t]],             [[t]]                                 )</a:t>
            </a:r>
          </a:p>
          <a:p>
            <a:r>
              <a:rPr lang="en-US" dirty="0"/>
              <a:t>                      (current value, prophesized final value)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93AA4-D3AC-61FF-9728-2F7CAB16DD3F}"/>
              </a:ext>
            </a:extLst>
          </p:cNvPr>
          <p:cNvSpPr txBox="1"/>
          <p:nvPr/>
        </p:nvSpPr>
        <p:spPr>
          <a:xfrm>
            <a:off x="4517136" y="2060513"/>
            <a:ext cx="25362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 = S { a: 10, b: 20, c: 30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F3A4-2F8F-8170-D93E-CF3F518C3E10}"/>
              </a:ext>
            </a:extLst>
          </p:cNvPr>
          <p:cNvSpPr txBox="1"/>
          <p:nvPr/>
        </p:nvSpPr>
        <p:spPr>
          <a:xfrm>
            <a:off x="4517136" y="2585786"/>
            <a:ext cx="601068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Let X be the name of the prophesized final value of &amp;mut </a:t>
            </a:r>
            <a:r>
              <a:rPr lang="en-US" dirty="0" err="1">
                <a:solidFill>
                  <a:srgbClr val="0070C0"/>
                </a:solidFill>
              </a:rPr>
              <a:t>s.c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Immediately replace old value (30) with X</a:t>
            </a:r>
          </a:p>
          <a:p>
            <a:r>
              <a:rPr lang="en-US" dirty="0">
                <a:solidFill>
                  <a:srgbClr val="0070C0"/>
                </a:solidFill>
              </a:rPr>
              <a:t>s = S { a: 10, b: 20, c: X}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98803-FF86-EC46-1B60-D6307763A3E0}"/>
              </a:ext>
            </a:extLst>
          </p:cNvPr>
          <p:cNvSpPr txBox="1"/>
          <p:nvPr/>
        </p:nvSpPr>
        <p:spPr>
          <a:xfrm>
            <a:off x="4517136" y="3665057"/>
            <a:ext cx="14131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uref</a:t>
            </a:r>
            <a:r>
              <a:rPr lang="en-US" dirty="0">
                <a:solidFill>
                  <a:srgbClr val="0070C0"/>
                </a:solidFill>
              </a:rPr>
              <a:t> = (</a:t>
            </a:r>
            <a:r>
              <a:rPr lang="en-US" b="1" dirty="0">
                <a:solidFill>
                  <a:srgbClr val="C00000"/>
                </a:solidFill>
              </a:rPr>
              <a:t>30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5302A-4CCF-E326-5ACB-4B9790E1304F}"/>
              </a:ext>
            </a:extLst>
          </p:cNvPr>
          <p:cNvSpPr txBox="1"/>
          <p:nvPr/>
        </p:nvSpPr>
        <p:spPr>
          <a:xfrm>
            <a:off x="4517136" y="4190330"/>
            <a:ext cx="14131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uref</a:t>
            </a:r>
            <a:r>
              <a:rPr lang="en-US" dirty="0">
                <a:solidFill>
                  <a:srgbClr val="0070C0"/>
                </a:solidFill>
              </a:rPr>
              <a:t> = (31, 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967B7-9C7A-64D2-CF6E-FF03079AEC48}"/>
              </a:ext>
            </a:extLst>
          </p:cNvPr>
          <p:cNvSpPr txBox="1"/>
          <p:nvPr/>
        </p:nvSpPr>
        <p:spPr>
          <a:xfrm>
            <a:off x="4517136" y="4645836"/>
            <a:ext cx="715426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At the end of f, the &amp;mut expires (it is owned by f, and &amp;mut is not Copy)</a:t>
            </a:r>
          </a:p>
          <a:p>
            <a:r>
              <a:rPr lang="en-US" dirty="0">
                <a:solidFill>
                  <a:srgbClr val="0070C0"/>
                </a:solidFill>
              </a:rPr>
              <a:t>When the &amp;mut expires, we know its final value: </a:t>
            </a:r>
            <a:r>
              <a:rPr lang="en-US" b="1" dirty="0">
                <a:solidFill>
                  <a:srgbClr val="00B050"/>
                </a:solidFill>
              </a:rPr>
              <a:t>X = 31</a:t>
            </a:r>
          </a:p>
          <a:p>
            <a:r>
              <a:rPr lang="en-US" dirty="0" err="1">
                <a:solidFill>
                  <a:srgbClr val="0070C0"/>
                </a:solidFill>
              </a:rPr>
              <a:t>uref</a:t>
            </a:r>
            <a:r>
              <a:rPr lang="en-US" dirty="0">
                <a:solidFill>
                  <a:srgbClr val="0070C0"/>
                </a:solidFill>
              </a:rPr>
              <a:t> = (31, 31)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64B86-DF44-392E-0B55-859DB0FC411E}"/>
              </a:ext>
            </a:extLst>
          </p:cNvPr>
          <p:cNvSpPr txBox="1"/>
          <p:nvPr/>
        </p:nvSpPr>
        <p:spPr>
          <a:xfrm>
            <a:off x="4517136" y="5648482"/>
            <a:ext cx="370300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Knowing X = 31 allows g to conclude:</a:t>
            </a:r>
          </a:p>
          <a:p>
            <a:r>
              <a:rPr lang="en-US" dirty="0">
                <a:solidFill>
                  <a:srgbClr val="0070C0"/>
                </a:solidFill>
              </a:rPr>
              <a:t>s = S { a: 10, b: 20, c: 31}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3E6C74-BAA0-6DAC-CA44-D2A9B9B3BA76}"/>
              </a:ext>
            </a:extLst>
          </p:cNvPr>
          <p:cNvCxnSpPr>
            <a:cxnSpLocks/>
          </p:cNvCxnSpPr>
          <p:nvPr/>
        </p:nvCxnSpPr>
        <p:spPr>
          <a:xfrm flipH="1" flipV="1">
            <a:off x="1444752" y="3665057"/>
            <a:ext cx="4169664" cy="36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CCF755-9387-F3C1-EDE7-31C49A809EF1}"/>
              </a:ext>
            </a:extLst>
          </p:cNvPr>
          <p:cNvCxnSpPr>
            <a:cxnSpLocks/>
          </p:cNvCxnSpPr>
          <p:nvPr/>
        </p:nvCxnSpPr>
        <p:spPr>
          <a:xfrm flipH="1" flipV="1">
            <a:off x="2706624" y="3665057"/>
            <a:ext cx="2606040" cy="175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2A867B-E3B3-0EE1-DAE1-0AE156247986}"/>
              </a:ext>
            </a:extLst>
          </p:cNvPr>
          <p:cNvCxnSpPr>
            <a:cxnSpLocks/>
          </p:cNvCxnSpPr>
          <p:nvPr/>
        </p:nvCxnSpPr>
        <p:spPr>
          <a:xfrm flipH="1" flipV="1">
            <a:off x="1344168" y="3709563"/>
            <a:ext cx="7854696" cy="1366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2672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8BC2-2F62-ED59-8A6A-67DE6F4A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7FEC-67DC-C490-8321-17AF1FE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encoding of &amp;mut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6FE8E-19A9-FFB2-0242-56F5508AFA71}"/>
              </a:ext>
            </a:extLst>
          </p:cNvPr>
          <p:cNvSpPr txBox="1"/>
          <p:nvPr/>
        </p:nvSpPr>
        <p:spPr>
          <a:xfrm>
            <a:off x="111579" y="2245179"/>
            <a:ext cx="36728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sref</a:t>
            </a:r>
            <a:r>
              <a:rPr lang="en-US" dirty="0"/>
              <a:t>: &amp;mut S) -&gt; (r: &amp;mut u32) {</a:t>
            </a:r>
          </a:p>
          <a:p>
            <a:r>
              <a:rPr lang="en-US" dirty="0"/>
              <a:t>    &amp;mut </a:t>
            </a:r>
            <a:r>
              <a:rPr lang="en-US" dirty="0" err="1"/>
              <a:t>sref.c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let p = f(&amp;mut s);</a:t>
            </a:r>
          </a:p>
          <a:p>
            <a:r>
              <a:rPr lang="en-US" dirty="0"/>
              <a:t>    *p = *p + 1;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674A-7CFD-12CA-0E69-06E1C602ECE9}"/>
              </a:ext>
            </a:extLst>
          </p:cNvPr>
          <p:cNvSpPr txBox="1"/>
          <p:nvPr/>
        </p:nvSpPr>
        <p:spPr>
          <a:xfrm>
            <a:off x="925384" y="1321602"/>
            <a:ext cx="500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     [[t]],             [[t]]                                 )</a:t>
            </a:r>
          </a:p>
          <a:p>
            <a:r>
              <a:rPr lang="en-US" dirty="0"/>
              <a:t>                      (current value, prophesized final value)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93AA4-D3AC-61FF-9728-2F7CAB16DD3F}"/>
              </a:ext>
            </a:extLst>
          </p:cNvPr>
          <p:cNvSpPr txBox="1"/>
          <p:nvPr/>
        </p:nvSpPr>
        <p:spPr>
          <a:xfrm>
            <a:off x="4517136" y="1713041"/>
            <a:ext cx="25362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 = S { a: 10, b: 20, c: 30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F3A4-2F8F-8170-D93E-CF3F518C3E10}"/>
              </a:ext>
            </a:extLst>
          </p:cNvPr>
          <p:cNvSpPr txBox="1"/>
          <p:nvPr/>
        </p:nvSpPr>
        <p:spPr>
          <a:xfrm>
            <a:off x="4517136" y="2137730"/>
            <a:ext cx="601068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Let X be the name of the prophesized final value of &amp;mut s</a:t>
            </a:r>
          </a:p>
          <a:p>
            <a:r>
              <a:rPr lang="en-US" b="1" dirty="0">
                <a:solidFill>
                  <a:srgbClr val="0070C0"/>
                </a:solidFill>
              </a:rPr>
              <a:t>Immediately replace old value (S { a: 10, b: 20, c: 30}) with X</a:t>
            </a:r>
          </a:p>
          <a:p>
            <a:r>
              <a:rPr lang="en-US" b="1" dirty="0">
                <a:solidFill>
                  <a:srgbClr val="0070C0"/>
                </a:solidFill>
              </a:rPr>
              <a:t>s =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98803-FF86-EC46-1B60-D6307763A3E0}"/>
              </a:ext>
            </a:extLst>
          </p:cNvPr>
          <p:cNvSpPr txBox="1"/>
          <p:nvPr/>
        </p:nvSpPr>
        <p:spPr>
          <a:xfrm>
            <a:off x="4517136" y="3116417"/>
            <a:ext cx="31331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sref</a:t>
            </a:r>
            <a:r>
              <a:rPr lang="en-US" b="1" dirty="0">
                <a:solidFill>
                  <a:srgbClr val="0070C0"/>
                </a:solidFill>
              </a:rPr>
              <a:t> = (S { a: 10, b: 20, c: 30}, 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5302A-4CCF-E326-5ACB-4B9790E1304F}"/>
              </a:ext>
            </a:extLst>
          </p:cNvPr>
          <p:cNvSpPr txBox="1"/>
          <p:nvPr/>
        </p:nvSpPr>
        <p:spPr>
          <a:xfrm>
            <a:off x="4517136" y="3541106"/>
            <a:ext cx="619765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Let Y be the name of the prophesized final value of &amp;mut </a:t>
            </a:r>
            <a:r>
              <a:rPr lang="en-US" b="1" dirty="0" err="1">
                <a:solidFill>
                  <a:srgbClr val="0070C0"/>
                </a:solidFill>
              </a:rPr>
              <a:t>sref.c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err="1">
                <a:solidFill>
                  <a:srgbClr val="0070C0"/>
                </a:solidFill>
              </a:rPr>
              <a:t>sref</a:t>
            </a:r>
            <a:r>
              <a:rPr lang="en-US" b="1" dirty="0">
                <a:solidFill>
                  <a:srgbClr val="0070C0"/>
                </a:solidFill>
              </a:rPr>
              <a:t> = (S { a: 10, b: 20, c: Y}, X)</a:t>
            </a:r>
          </a:p>
          <a:p>
            <a:r>
              <a:rPr lang="en-US" b="1" dirty="0">
                <a:solidFill>
                  <a:srgbClr val="0070C0"/>
                </a:solidFill>
              </a:rPr>
              <a:t>r = (30, Y)</a:t>
            </a:r>
          </a:p>
          <a:p>
            <a:r>
              <a:rPr lang="en-US" b="1" dirty="0">
                <a:solidFill>
                  <a:srgbClr val="0070C0"/>
                </a:solidFill>
              </a:rPr>
              <a:t>At the end of f, </a:t>
            </a:r>
            <a:r>
              <a:rPr lang="en-US" b="1" dirty="0" err="1">
                <a:solidFill>
                  <a:srgbClr val="0070C0"/>
                </a:solidFill>
              </a:rPr>
              <a:t>sref</a:t>
            </a:r>
            <a:r>
              <a:rPr lang="en-US" b="1" dirty="0">
                <a:solidFill>
                  <a:srgbClr val="0070C0"/>
                </a:solidFill>
              </a:rPr>
              <a:t> expires with X = S { a: 10, b: 20, c: Y}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967B7-9C7A-64D2-CF6E-FF03079AEC48}"/>
              </a:ext>
            </a:extLst>
          </p:cNvPr>
          <p:cNvSpPr txBox="1"/>
          <p:nvPr/>
        </p:nvSpPr>
        <p:spPr>
          <a:xfrm>
            <a:off x="4517136" y="4789960"/>
            <a:ext cx="11400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 = (30, 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64B86-DF44-392E-0B55-859DB0FC411E}"/>
              </a:ext>
            </a:extLst>
          </p:cNvPr>
          <p:cNvSpPr txBox="1"/>
          <p:nvPr/>
        </p:nvSpPr>
        <p:spPr>
          <a:xfrm>
            <a:off x="4513024" y="5238476"/>
            <a:ext cx="11400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 = (31, Y)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323CAC-FE6E-615B-36D4-651224A5218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392424" y="1897707"/>
            <a:ext cx="1124712" cy="1757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511CF3-1FD4-B64A-9EE0-513E42A516EF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427832" y="2599395"/>
            <a:ext cx="1089304" cy="1372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FC3C78-1D55-2F56-69BD-85EAFAE462D2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538728" y="2480913"/>
            <a:ext cx="978408" cy="820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20D56E-1F05-053F-80B9-9B81A4D0E30D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538728" y="2710269"/>
            <a:ext cx="978408" cy="1431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680E94-1F5B-3931-4D0D-EE3C5459D5A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427832" y="4102341"/>
            <a:ext cx="1089304" cy="872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A200C0-5FFB-0CF2-7577-19B5573DECD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538728" y="4326363"/>
            <a:ext cx="974296" cy="1096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3A05EFE-954D-F44E-0F55-EF8FA61955F5}"/>
              </a:ext>
            </a:extLst>
          </p:cNvPr>
          <p:cNvSpPr txBox="1"/>
          <p:nvPr/>
        </p:nvSpPr>
        <p:spPr>
          <a:xfrm>
            <a:off x="4513024" y="6058646"/>
            <a:ext cx="453630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Knowing X = S { a: 10, b: 20, c: Y} and Y = 31</a:t>
            </a:r>
          </a:p>
          <a:p>
            <a:r>
              <a:rPr lang="en-US" b="1" dirty="0">
                <a:solidFill>
                  <a:srgbClr val="0070C0"/>
                </a:solidFill>
              </a:rPr>
              <a:t>allows g to conclude: s = S { a: 10, b: 20, c: 31}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72228-3CA5-9ED0-133A-23A6E1276937}"/>
              </a:ext>
            </a:extLst>
          </p:cNvPr>
          <p:cNvSpPr txBox="1"/>
          <p:nvPr/>
        </p:nvSpPr>
        <p:spPr>
          <a:xfrm>
            <a:off x="4513024" y="5656207"/>
            <a:ext cx="21566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 expires with Y = 31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7338BCD-C09E-CEF7-C235-BCFF52194F2E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621024" y="4489193"/>
            <a:ext cx="892000" cy="1351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7791CB-8318-BFC3-C15B-A7575C9C5A78}"/>
              </a:ext>
            </a:extLst>
          </p:cNvPr>
          <p:cNvCxnSpPr>
            <a:cxnSpLocks/>
          </p:cNvCxnSpPr>
          <p:nvPr/>
        </p:nvCxnSpPr>
        <p:spPr>
          <a:xfrm flipH="1" flipV="1">
            <a:off x="3712464" y="4820619"/>
            <a:ext cx="800560" cy="1561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2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6" grpId="0" animBg="1"/>
      <p:bldP spid="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8BC2-2F62-ED59-8A6A-67DE6F4A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7FEC-67DC-C490-8321-17AF1FE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encoding of &amp;mut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6FE8E-19A9-FFB2-0242-56F5508AFA71}"/>
              </a:ext>
            </a:extLst>
          </p:cNvPr>
          <p:cNvSpPr txBox="1"/>
          <p:nvPr/>
        </p:nvSpPr>
        <p:spPr>
          <a:xfrm>
            <a:off x="111579" y="2245179"/>
            <a:ext cx="367280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dirty="0" err="1"/>
              <a:t>sref</a:t>
            </a:r>
            <a:r>
              <a:rPr lang="en-US" dirty="0"/>
              <a:t>: &amp;mut S) -&gt; (r: &amp;mut u32)</a:t>
            </a:r>
          </a:p>
          <a:p>
            <a:r>
              <a:rPr lang="en-US" dirty="0"/>
              <a:t>    ensures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7030A0"/>
                </a:solidFill>
              </a:rPr>
              <a:t>*r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== </a:t>
            </a:r>
            <a:r>
              <a:rPr lang="en-US" b="1" dirty="0">
                <a:solidFill>
                  <a:srgbClr val="FF0000"/>
                </a:solidFill>
              </a:rPr>
              <a:t>old(</a:t>
            </a:r>
            <a:r>
              <a:rPr lang="en-US" b="1" dirty="0" err="1">
                <a:solidFill>
                  <a:srgbClr val="FF0000"/>
                </a:solidFill>
              </a:rPr>
              <a:t>sref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.c,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00B050"/>
                </a:solidFill>
              </a:rPr>
              <a:t>final(</a:t>
            </a:r>
            <a:r>
              <a:rPr lang="en-US" b="1" dirty="0" err="1">
                <a:solidFill>
                  <a:srgbClr val="00B050"/>
                </a:solidFill>
              </a:rPr>
              <a:t>sref</a:t>
            </a:r>
            <a:r>
              <a:rPr lang="en-US" b="1" dirty="0">
                <a:solidFill>
                  <a:srgbClr val="00B050"/>
                </a:solidFill>
              </a:rPr>
              <a:t>)</a:t>
            </a:r>
            <a:r>
              <a:rPr lang="en-US" dirty="0"/>
              <a:t>.a == </a:t>
            </a:r>
            <a:r>
              <a:rPr lang="en-US" b="1" dirty="0">
                <a:solidFill>
                  <a:srgbClr val="FF0000"/>
                </a:solidFill>
              </a:rPr>
              <a:t>old(</a:t>
            </a:r>
            <a:r>
              <a:rPr lang="en-US" b="1" dirty="0" err="1">
                <a:solidFill>
                  <a:srgbClr val="FF0000"/>
                </a:solidFill>
              </a:rPr>
              <a:t>sref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.a,</a:t>
            </a:r>
          </a:p>
          <a:p>
            <a:r>
              <a:rPr lang="en-US" dirty="0"/>
              <a:t>        </a:t>
            </a:r>
            <a:r>
              <a:rPr lang="en-US" b="1" dirty="0">
                <a:solidFill>
                  <a:srgbClr val="00B050"/>
                </a:solidFill>
              </a:rPr>
              <a:t>final(</a:t>
            </a:r>
            <a:r>
              <a:rPr lang="en-US" b="1" dirty="0" err="1">
                <a:solidFill>
                  <a:srgbClr val="00B050"/>
                </a:solidFill>
              </a:rPr>
              <a:t>sref</a:t>
            </a:r>
            <a:r>
              <a:rPr lang="en-US" b="1" dirty="0">
                <a:solidFill>
                  <a:srgbClr val="00B050"/>
                </a:solidFill>
              </a:rPr>
              <a:t>)</a:t>
            </a:r>
            <a:r>
              <a:rPr lang="en-US" dirty="0"/>
              <a:t>.b == </a:t>
            </a:r>
            <a:r>
              <a:rPr lang="en-US" b="1" dirty="0">
                <a:solidFill>
                  <a:srgbClr val="FF0000"/>
                </a:solidFill>
              </a:rPr>
              <a:t>old(</a:t>
            </a:r>
            <a:r>
              <a:rPr lang="en-US" b="1" dirty="0" err="1">
                <a:solidFill>
                  <a:srgbClr val="FF0000"/>
                </a:solidFill>
              </a:rPr>
              <a:t>sref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.b,</a:t>
            </a:r>
          </a:p>
          <a:p>
            <a:r>
              <a:rPr lang="pt-BR" dirty="0"/>
              <a:t>        </a:t>
            </a:r>
            <a:r>
              <a:rPr lang="pt-BR" b="1" dirty="0">
                <a:solidFill>
                  <a:srgbClr val="00B050"/>
                </a:solidFill>
              </a:rPr>
              <a:t>final(sref)</a:t>
            </a:r>
            <a:r>
              <a:rPr lang="pt-BR" dirty="0"/>
              <a:t>.c == *</a:t>
            </a:r>
            <a:r>
              <a:rPr lang="pt-BR" b="1" dirty="0">
                <a:solidFill>
                  <a:schemeClr val="accent1">
                    <a:lumMod val="50000"/>
                  </a:schemeClr>
                </a:solidFill>
              </a:rPr>
              <a:t>final(r)</a:t>
            </a:r>
            <a:r>
              <a:rPr lang="pt-BR" dirty="0"/>
              <a:t>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&amp;mut </a:t>
            </a:r>
            <a:r>
              <a:rPr lang="en-US" dirty="0" err="1"/>
              <a:t>sref.c</a:t>
            </a:r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let p = f(&amp;mut s);</a:t>
            </a:r>
          </a:p>
          <a:p>
            <a:r>
              <a:rPr lang="en-US" dirty="0"/>
              <a:t>    *p = *p + 1;</a:t>
            </a:r>
          </a:p>
          <a:p>
            <a:r>
              <a:rPr lang="en-US" dirty="0"/>
              <a:t>    assert!(s == S { a: 10, b: 20, c: 31 });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674A-7CFD-12CA-0E69-06E1C602ECE9}"/>
              </a:ext>
            </a:extLst>
          </p:cNvPr>
          <p:cNvSpPr txBox="1"/>
          <p:nvPr/>
        </p:nvSpPr>
        <p:spPr>
          <a:xfrm>
            <a:off x="925384" y="1321602"/>
            <a:ext cx="500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     [[t]],             [[t]]                                 )</a:t>
            </a:r>
          </a:p>
          <a:p>
            <a:r>
              <a:rPr lang="en-US" dirty="0"/>
              <a:t>                      (current value, prophesized final value)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93AA4-D3AC-61FF-9728-2F7CAB16DD3F}"/>
              </a:ext>
            </a:extLst>
          </p:cNvPr>
          <p:cNvSpPr txBox="1"/>
          <p:nvPr/>
        </p:nvSpPr>
        <p:spPr>
          <a:xfrm>
            <a:off x="4517136" y="1713041"/>
            <a:ext cx="25362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 = S { a: 10, b: 20, c: 30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9F3A4-2F8F-8170-D93E-CF3F518C3E10}"/>
              </a:ext>
            </a:extLst>
          </p:cNvPr>
          <p:cNvSpPr txBox="1"/>
          <p:nvPr/>
        </p:nvSpPr>
        <p:spPr>
          <a:xfrm>
            <a:off x="4517136" y="2137730"/>
            <a:ext cx="601068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Let X be the name of the prophesized final value of &amp;mut s</a:t>
            </a:r>
          </a:p>
          <a:p>
            <a:r>
              <a:rPr lang="en-US" dirty="0">
                <a:solidFill>
                  <a:srgbClr val="0070C0"/>
                </a:solidFill>
              </a:rPr>
              <a:t>Immediately replace old value (S { a: 10, b: 20, c: 30}) with X</a:t>
            </a:r>
          </a:p>
          <a:p>
            <a:r>
              <a:rPr lang="en-US" dirty="0">
                <a:solidFill>
                  <a:srgbClr val="0070C0"/>
                </a:solidFill>
              </a:rPr>
              <a:t>s =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98803-FF86-EC46-1B60-D6307763A3E0}"/>
              </a:ext>
            </a:extLst>
          </p:cNvPr>
          <p:cNvSpPr txBox="1"/>
          <p:nvPr/>
        </p:nvSpPr>
        <p:spPr>
          <a:xfrm>
            <a:off x="4517136" y="3116417"/>
            <a:ext cx="31331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sref</a:t>
            </a:r>
            <a:r>
              <a:rPr lang="en-US" dirty="0">
                <a:solidFill>
                  <a:srgbClr val="0070C0"/>
                </a:solidFill>
              </a:rPr>
              <a:t> = (S { a: 10, b: 20, c: 30}, 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5302A-4CCF-E326-5ACB-4B9790E1304F}"/>
              </a:ext>
            </a:extLst>
          </p:cNvPr>
          <p:cNvSpPr txBox="1"/>
          <p:nvPr/>
        </p:nvSpPr>
        <p:spPr>
          <a:xfrm>
            <a:off x="4517136" y="3541106"/>
            <a:ext cx="619765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Let Y be the name of the prophesized final value of &amp;mut </a:t>
            </a:r>
            <a:r>
              <a:rPr lang="en-US" dirty="0" err="1">
                <a:solidFill>
                  <a:srgbClr val="0070C0"/>
                </a:solidFill>
              </a:rPr>
              <a:t>sref.c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sref</a:t>
            </a:r>
            <a:r>
              <a:rPr lang="en-US" dirty="0">
                <a:solidFill>
                  <a:srgbClr val="0070C0"/>
                </a:solidFill>
              </a:rPr>
              <a:t> = (</a:t>
            </a:r>
            <a:r>
              <a:rPr lang="en-US" b="1" dirty="0">
                <a:solidFill>
                  <a:srgbClr val="FF0000"/>
                </a:solidFill>
              </a:rPr>
              <a:t>S { a: 10, b: 20, c: Y}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>
                <a:solidFill>
                  <a:srgbClr val="00B050"/>
                </a:solidFill>
              </a:rPr>
              <a:t>X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>
                <a:solidFill>
                  <a:srgbClr val="0070C0"/>
                </a:solidFill>
              </a:rPr>
              <a:t>r = (</a:t>
            </a:r>
            <a:r>
              <a:rPr lang="en-US" b="1" dirty="0">
                <a:solidFill>
                  <a:srgbClr val="7030A0"/>
                </a:solidFill>
              </a:rPr>
              <a:t>30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Y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>
                <a:solidFill>
                  <a:srgbClr val="0070C0"/>
                </a:solidFill>
              </a:rPr>
              <a:t>At the end of f, </a:t>
            </a:r>
            <a:r>
              <a:rPr lang="en-US" dirty="0" err="1">
                <a:solidFill>
                  <a:srgbClr val="0070C0"/>
                </a:solidFill>
              </a:rPr>
              <a:t>sref</a:t>
            </a:r>
            <a:r>
              <a:rPr lang="en-US" dirty="0">
                <a:solidFill>
                  <a:srgbClr val="0070C0"/>
                </a:solidFill>
              </a:rPr>
              <a:t> expires with X = S { a: 10, b: 20, c: Y}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967B7-9C7A-64D2-CF6E-FF03079AEC48}"/>
              </a:ext>
            </a:extLst>
          </p:cNvPr>
          <p:cNvSpPr txBox="1"/>
          <p:nvPr/>
        </p:nvSpPr>
        <p:spPr>
          <a:xfrm>
            <a:off x="4517136" y="4789960"/>
            <a:ext cx="11400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 = (30, 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C64B86-DF44-392E-0B55-859DB0FC411E}"/>
              </a:ext>
            </a:extLst>
          </p:cNvPr>
          <p:cNvSpPr txBox="1"/>
          <p:nvPr/>
        </p:nvSpPr>
        <p:spPr>
          <a:xfrm>
            <a:off x="4513024" y="5238476"/>
            <a:ext cx="11400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 = (31, 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05EFE-954D-F44E-0F55-EF8FA61955F5}"/>
              </a:ext>
            </a:extLst>
          </p:cNvPr>
          <p:cNvSpPr txBox="1"/>
          <p:nvPr/>
        </p:nvSpPr>
        <p:spPr>
          <a:xfrm>
            <a:off x="4513024" y="6058646"/>
            <a:ext cx="453630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Knowing X = S { a: 10, b: 20, c: Y} and Y = 31</a:t>
            </a:r>
          </a:p>
          <a:p>
            <a:r>
              <a:rPr lang="en-US" dirty="0">
                <a:solidFill>
                  <a:srgbClr val="0070C0"/>
                </a:solidFill>
              </a:rPr>
              <a:t>allows g to conclude: s = S { a: 10, b: 20, c: 31}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72228-3CA5-9ED0-133A-23A6E1276937}"/>
              </a:ext>
            </a:extLst>
          </p:cNvPr>
          <p:cNvSpPr txBox="1"/>
          <p:nvPr/>
        </p:nvSpPr>
        <p:spPr>
          <a:xfrm>
            <a:off x="4513024" y="5656207"/>
            <a:ext cx="21566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 expires with Y = 31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A8AE0A-5B2A-6C06-C0DB-5094B4B16547}"/>
              </a:ext>
            </a:extLst>
          </p:cNvPr>
          <p:cNvCxnSpPr/>
          <p:nvPr/>
        </p:nvCxnSpPr>
        <p:spPr>
          <a:xfrm flipH="1" flipV="1">
            <a:off x="838200" y="3061060"/>
            <a:ext cx="4126992" cy="1236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081DAC-BA99-B949-6940-90E60DBE6F9C}"/>
              </a:ext>
            </a:extLst>
          </p:cNvPr>
          <p:cNvCxnSpPr/>
          <p:nvPr/>
        </p:nvCxnSpPr>
        <p:spPr>
          <a:xfrm flipH="1" flipV="1">
            <a:off x="2834640" y="3785616"/>
            <a:ext cx="2459736" cy="438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D747B0-F928-F954-569B-DA8383708750}"/>
              </a:ext>
            </a:extLst>
          </p:cNvPr>
          <p:cNvCxnSpPr/>
          <p:nvPr/>
        </p:nvCxnSpPr>
        <p:spPr>
          <a:xfrm>
            <a:off x="1938528" y="2907792"/>
            <a:ext cx="3355848" cy="1014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096526-EDA6-4EBA-DE8D-ACC6BD738DED}"/>
              </a:ext>
            </a:extLst>
          </p:cNvPr>
          <p:cNvCxnSpPr/>
          <p:nvPr/>
        </p:nvCxnSpPr>
        <p:spPr>
          <a:xfrm>
            <a:off x="1545336" y="3931920"/>
            <a:ext cx="5687568" cy="109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02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8BC2-2F62-ED59-8A6A-67DE6F4A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7FEC-67DC-C490-8321-17AF1FE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encoding of &amp;mut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6FE8E-19A9-FFB2-0242-56F5508AFA71}"/>
              </a:ext>
            </a:extLst>
          </p:cNvPr>
          <p:cNvSpPr txBox="1"/>
          <p:nvPr/>
        </p:nvSpPr>
        <p:spPr>
          <a:xfrm>
            <a:off x="111579" y="2245179"/>
            <a:ext cx="5381473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f(flag: bool, </a:t>
            </a:r>
            <a:r>
              <a:rPr lang="en-US" dirty="0" err="1"/>
              <a:t>sref</a:t>
            </a:r>
            <a:r>
              <a:rPr lang="en-US" dirty="0"/>
              <a:t>: &amp;mut S) -&gt; (r: &amp;mut u32)</a:t>
            </a:r>
          </a:p>
          <a:p>
            <a:r>
              <a:rPr lang="en-US" dirty="0"/>
              <a:t>    ensures</a:t>
            </a:r>
          </a:p>
          <a:p>
            <a:r>
              <a:rPr lang="en-US" dirty="0"/>
              <a:t>        *r == if flag { old(</a:t>
            </a:r>
            <a:r>
              <a:rPr lang="en-US" dirty="0" err="1"/>
              <a:t>sref</a:t>
            </a:r>
            <a:r>
              <a:rPr lang="en-US" dirty="0"/>
              <a:t>).b } else { old(</a:t>
            </a:r>
            <a:r>
              <a:rPr lang="en-US" dirty="0" err="1"/>
              <a:t>sref</a:t>
            </a:r>
            <a:r>
              <a:rPr lang="en-US" dirty="0"/>
              <a:t>).c },</a:t>
            </a:r>
          </a:p>
          <a:p>
            <a:r>
              <a:rPr lang="en-US" dirty="0"/>
              <a:t>        final(</a:t>
            </a:r>
            <a:r>
              <a:rPr lang="en-US" dirty="0" err="1"/>
              <a:t>sref</a:t>
            </a:r>
            <a:r>
              <a:rPr lang="en-US" dirty="0"/>
              <a:t>).a == old(</a:t>
            </a:r>
            <a:r>
              <a:rPr lang="en-US" dirty="0" err="1"/>
              <a:t>sref</a:t>
            </a:r>
            <a:r>
              <a:rPr lang="en-US" dirty="0"/>
              <a:t>).a,</a:t>
            </a:r>
          </a:p>
          <a:p>
            <a:r>
              <a:rPr lang="en-US" dirty="0"/>
              <a:t>        final(</a:t>
            </a:r>
            <a:r>
              <a:rPr lang="en-US" dirty="0" err="1"/>
              <a:t>sref</a:t>
            </a:r>
            <a:r>
              <a:rPr lang="en-US" dirty="0"/>
              <a:t>).b == if flag { *final(r) } else { old(</a:t>
            </a:r>
            <a:r>
              <a:rPr lang="en-US" dirty="0" err="1"/>
              <a:t>sref</a:t>
            </a:r>
            <a:r>
              <a:rPr lang="en-US" dirty="0"/>
              <a:t>).b },</a:t>
            </a:r>
          </a:p>
          <a:p>
            <a:r>
              <a:rPr lang="en-US" dirty="0"/>
              <a:t>        final(</a:t>
            </a:r>
            <a:r>
              <a:rPr lang="en-US" dirty="0" err="1"/>
              <a:t>sref</a:t>
            </a:r>
            <a:r>
              <a:rPr lang="en-US" dirty="0"/>
              <a:t>).c == if !flag { *final(r) } else { old(</a:t>
            </a:r>
            <a:r>
              <a:rPr lang="en-US" dirty="0" err="1"/>
              <a:t>sref</a:t>
            </a:r>
            <a:r>
              <a:rPr lang="en-US" dirty="0"/>
              <a:t>).c },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if flag { &amp;mut </a:t>
            </a:r>
            <a:r>
              <a:rPr lang="en-US" dirty="0" err="1"/>
              <a:t>sref.b</a:t>
            </a:r>
            <a:r>
              <a:rPr lang="en-US" dirty="0"/>
              <a:t> } else { &amp;mut </a:t>
            </a:r>
            <a:r>
              <a:rPr lang="en-US" dirty="0" err="1"/>
              <a:t>sref.c</a:t>
            </a:r>
            <a:r>
              <a:rPr lang="en-US" dirty="0"/>
              <a:t>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fn</a:t>
            </a:r>
            <a:r>
              <a:rPr lang="en-US" dirty="0"/>
              <a:t> g() {</a:t>
            </a:r>
          </a:p>
          <a:p>
            <a:r>
              <a:rPr lang="en-US" dirty="0"/>
              <a:t>    let mut s = S { a: 10, b: 20, c: 30 };</a:t>
            </a:r>
          </a:p>
          <a:p>
            <a:r>
              <a:rPr lang="en-US" dirty="0"/>
              <a:t>    let p = f(true, &amp;mut s);</a:t>
            </a:r>
          </a:p>
          <a:p>
            <a:r>
              <a:rPr lang="en-US" dirty="0"/>
              <a:t>    *p = *p + 1;</a:t>
            </a:r>
          </a:p>
          <a:p>
            <a:r>
              <a:rPr lang="en-US" dirty="0"/>
              <a:t>    assert(s == S { a: 10, b: 21, c: 30 });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674A-7CFD-12CA-0E69-06E1C602ECE9}"/>
              </a:ext>
            </a:extLst>
          </p:cNvPr>
          <p:cNvSpPr txBox="1"/>
          <p:nvPr/>
        </p:nvSpPr>
        <p:spPr>
          <a:xfrm>
            <a:off x="925384" y="1321602"/>
            <a:ext cx="5004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[[&amp;mut t]] = (     [[t]],             [[t]]                                 )</a:t>
            </a:r>
          </a:p>
          <a:p>
            <a:r>
              <a:rPr lang="en-US" dirty="0"/>
              <a:t>                      (current value, prophesized final value)</a:t>
            </a:r>
          </a:p>
        </p:txBody>
      </p:sp>
    </p:spTree>
    <p:extLst>
      <p:ext uri="{BB962C8B-B14F-4D97-AF65-F5344CB8AC3E}">
        <p14:creationId xmlns:p14="http://schemas.microsoft.com/office/powerpoint/2010/main" val="11065254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ACDA-5BBD-3128-6932-7D8B987E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Prophecy and soundness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EBBB5-9770-A089-A075-CEC10BA00BB4}"/>
              </a:ext>
            </a:extLst>
          </p:cNvPr>
          <p:cNvSpPr txBox="1"/>
          <p:nvPr/>
        </p:nvSpPr>
        <p:spPr>
          <a:xfrm>
            <a:off x="1527048" y="1599228"/>
            <a:ext cx="884524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Naive rules for prophecy can lead to unsoundness.</a:t>
            </a:r>
          </a:p>
          <a:p>
            <a:r>
              <a:rPr lang="en-US" sz="2400" dirty="0"/>
              <a:t>Example:</a:t>
            </a:r>
          </a:p>
          <a:p>
            <a:endParaRPr lang="en-US" sz="2400" dirty="0"/>
          </a:p>
          <a:p>
            <a:pPr lvl="1"/>
            <a:r>
              <a:rPr lang="en-US" sz="2400" dirty="0"/>
              <a:t>Let X be the name of a prophesized variable:</a:t>
            </a:r>
          </a:p>
          <a:p>
            <a:pPr lvl="1"/>
            <a:r>
              <a:rPr lang="en-US" sz="2400" dirty="0"/>
              <a:t>  (declare-const X Int)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Resolve X to the expression (Add X 1)</a:t>
            </a:r>
          </a:p>
          <a:p>
            <a:pPr lvl="1"/>
            <a:r>
              <a:rPr lang="en-US" sz="2400" dirty="0"/>
              <a:t>  (assume (= X (Add X 1)))</a:t>
            </a:r>
          </a:p>
          <a:p>
            <a:endParaRPr lang="en-US" sz="2400" dirty="0"/>
          </a:p>
          <a:p>
            <a:pPr lvl="1"/>
            <a:r>
              <a:rPr lang="en-US" sz="2400" dirty="0"/>
              <a:t>contradiction!</a:t>
            </a:r>
          </a:p>
          <a:p>
            <a:endParaRPr lang="en-US" sz="2400" dirty="0"/>
          </a:p>
          <a:p>
            <a:r>
              <a:rPr lang="en-US" sz="2400" dirty="0"/>
              <a:t>To prevent this, Verus limits use of prophetic variables to a few places</a:t>
            </a:r>
          </a:p>
          <a:p>
            <a:r>
              <a:rPr lang="en-US" sz="2400" dirty="0"/>
              <a:t>like requires, ensures, assert, and specially marked prophetic spec </a:t>
            </a:r>
            <a:r>
              <a:rPr lang="en-US" sz="2400" dirty="0" err="1"/>
              <a:t>fns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45850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7320-56BD-91EC-92F7-9ABDE0E14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Verifying Unsafe Rust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EC13C-4D20-7025-68AF-E1BFE447E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6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342F-DC9C-6AFE-3109-469C9F91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logic / Rust ownership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2D6D5-948A-52D3-69ED-CADD02E9B72A}"/>
              </a:ext>
            </a:extLst>
          </p:cNvPr>
          <p:cNvSpPr txBox="1"/>
          <p:nvPr/>
        </p:nvSpPr>
        <p:spPr>
          <a:xfrm>
            <a:off x="838200" y="1690688"/>
            <a:ext cx="1095222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Verus 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Rust ownership to express </a:t>
            </a:r>
            <a:r>
              <a:rPr lang="en-US" sz="2000" b="1" i="1" dirty="0"/>
              <a:t>separation</a:t>
            </a:r>
            <a:r>
              <a:rPr lang="en-US" sz="2000" dirty="0"/>
              <a:t> (non-aliasing)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SMT solvers (and higher-order extensions) to express </a:t>
            </a:r>
            <a:r>
              <a:rPr lang="en-US" sz="2000" b="1" i="1" dirty="0"/>
              <a:t>logic</a:t>
            </a:r>
          </a:p>
          <a:p>
            <a:endParaRPr lang="en-US" sz="2000" dirty="0"/>
          </a:p>
          <a:p>
            <a:r>
              <a:rPr lang="en-US" sz="2000" dirty="0"/>
              <a:t>“Separation logic” combines these and is the basis for much recent research in verification, particularly: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unsafe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concurrent code (e.g. Iris)</a:t>
            </a:r>
          </a:p>
          <a:p>
            <a:endParaRPr lang="en-US" sz="2000" dirty="0"/>
          </a:p>
          <a:p>
            <a:r>
              <a:rPr lang="en-US" sz="2000" dirty="0"/>
              <a:t>Unfortunately, SMT solvers don’t support separation logic well (at least compared to classical logic).</a:t>
            </a:r>
          </a:p>
          <a:p>
            <a:r>
              <a:rPr lang="en-US" sz="2000" dirty="0"/>
              <a:t>However, we can import separation logic ideas into Verus using Rust ownership and SMT-based logic.</a:t>
            </a:r>
          </a:p>
        </p:txBody>
      </p:sp>
    </p:spTree>
    <p:extLst>
      <p:ext uri="{BB962C8B-B14F-4D97-AF65-F5344CB8AC3E}">
        <p14:creationId xmlns:p14="http://schemas.microsoft.com/office/powerpoint/2010/main" val="34607662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BA40-40CE-13F2-F25D-0BB25E47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introduction to separation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CA988-7836-4E93-BBA3-D5B6CD753D15}"/>
              </a:ext>
            </a:extLst>
          </p:cNvPr>
          <p:cNvSpPr txBox="1"/>
          <p:nvPr/>
        </p:nvSpPr>
        <p:spPr>
          <a:xfrm>
            <a:off x="1828800" y="1543050"/>
            <a:ext cx="771018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Traditional classical logic applied to heaps h = { addr</a:t>
            </a:r>
            <a:r>
              <a:rPr lang="en-US" baseline="-25000" dirty="0"/>
              <a:t>1</a:t>
            </a:r>
            <a:r>
              <a:rPr lang="en-US" dirty="0"/>
              <a:t> -&gt; data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addr</a:t>
            </a:r>
            <a:r>
              <a:rPr lang="en-US" baseline="-25000" dirty="0" err="1"/>
              <a:t>n</a:t>
            </a:r>
            <a:r>
              <a:rPr lang="en-US" dirty="0"/>
              <a:t> -&gt; </a:t>
            </a:r>
            <a:r>
              <a:rPr lang="en-US" dirty="0" err="1"/>
              <a:t>data</a:t>
            </a:r>
            <a:r>
              <a:rPr lang="en-US" baseline="-25000" dirty="0" err="1"/>
              <a:t>n</a:t>
            </a:r>
            <a:r>
              <a:rPr lang="en-US" dirty="0"/>
              <a:t> 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Syntax: φ ::= true | false | </a:t>
            </a:r>
            <a:r>
              <a:rPr lang="en-US" dirty="0" err="1"/>
              <a:t>addr</a:t>
            </a:r>
            <a:r>
              <a:rPr lang="en-US" dirty="0"/>
              <a:t> ↦ value | φ /\ φ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 |= true</a:t>
            </a:r>
          </a:p>
          <a:p>
            <a:pPr lvl="1"/>
            <a:r>
              <a:rPr lang="en-US" dirty="0"/>
              <a:t>{ ..., </a:t>
            </a:r>
            <a:r>
              <a:rPr lang="en-US" dirty="0" err="1"/>
              <a:t>addr</a:t>
            </a:r>
            <a:r>
              <a:rPr lang="en-US" dirty="0"/>
              <a:t> -&gt; value, ... } |= </a:t>
            </a:r>
            <a:r>
              <a:rPr lang="en-US" dirty="0" err="1"/>
              <a:t>addr</a:t>
            </a:r>
            <a:r>
              <a:rPr lang="en-US" dirty="0"/>
              <a:t> ↦ value</a:t>
            </a:r>
          </a:p>
          <a:p>
            <a:pPr lvl="1"/>
            <a:r>
              <a:rPr lang="en-US" dirty="0"/>
              <a:t>(h |= φ</a:t>
            </a:r>
            <a:r>
              <a:rPr lang="en-US" baseline="-25000" dirty="0"/>
              <a:t>1</a:t>
            </a:r>
            <a:r>
              <a:rPr lang="en-US" dirty="0"/>
              <a:t> /\ φ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en-US" dirty="0" err="1"/>
              <a:t>iff</a:t>
            </a:r>
            <a:r>
              <a:rPr lang="en-US" dirty="0"/>
              <a:t> (h |= φ</a:t>
            </a:r>
            <a:r>
              <a:rPr lang="en-US" baseline="-25000" dirty="0"/>
              <a:t>1</a:t>
            </a:r>
            <a:r>
              <a:rPr lang="en-US" dirty="0"/>
              <a:t> and h |= φ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Separation logic applied to heaps h = { addr</a:t>
            </a:r>
            <a:r>
              <a:rPr lang="en-US" baseline="-25000" dirty="0"/>
              <a:t>1</a:t>
            </a:r>
            <a:r>
              <a:rPr lang="en-US" dirty="0"/>
              <a:t> -&gt; data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addr</a:t>
            </a:r>
            <a:r>
              <a:rPr lang="en-US" baseline="-25000" dirty="0" err="1"/>
              <a:t>n</a:t>
            </a:r>
            <a:r>
              <a:rPr lang="en-US" dirty="0"/>
              <a:t> -&gt; </a:t>
            </a:r>
            <a:r>
              <a:rPr lang="en-US" dirty="0" err="1"/>
              <a:t>data</a:t>
            </a:r>
            <a:r>
              <a:rPr lang="en-US" baseline="-25000" dirty="0" err="1"/>
              <a:t>n</a:t>
            </a:r>
            <a:r>
              <a:rPr lang="en-US" dirty="0"/>
              <a:t> }</a:t>
            </a:r>
          </a:p>
          <a:p>
            <a:endParaRPr lang="en-US" dirty="0"/>
          </a:p>
          <a:p>
            <a:pPr lvl="1"/>
            <a:r>
              <a:rPr lang="en-US" dirty="0"/>
              <a:t>Syntax: φ ::= true | false | empty | </a:t>
            </a:r>
            <a:r>
              <a:rPr lang="en-US" dirty="0" err="1"/>
              <a:t>addr</a:t>
            </a:r>
            <a:r>
              <a:rPr lang="en-US" dirty="0"/>
              <a:t> ↦ value | φ /\ φ | φ * φ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 |= true</a:t>
            </a:r>
          </a:p>
          <a:p>
            <a:pPr lvl="1"/>
            <a:r>
              <a:rPr lang="en-US" dirty="0"/>
              <a:t>{} |= empty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addr</a:t>
            </a:r>
            <a:r>
              <a:rPr lang="en-US" dirty="0"/>
              <a:t> -&gt; value} |= </a:t>
            </a:r>
            <a:r>
              <a:rPr lang="en-US" dirty="0" err="1"/>
              <a:t>addr</a:t>
            </a:r>
            <a:r>
              <a:rPr lang="en-US" dirty="0"/>
              <a:t> ↦ value</a:t>
            </a:r>
          </a:p>
          <a:p>
            <a:pPr lvl="1"/>
            <a:r>
              <a:rPr lang="en-US" dirty="0"/>
              <a:t>(h |= φ</a:t>
            </a:r>
            <a:r>
              <a:rPr lang="en-US" baseline="-25000" dirty="0"/>
              <a:t>1</a:t>
            </a:r>
            <a:r>
              <a:rPr lang="en-US" dirty="0"/>
              <a:t> /\ φ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en-US" dirty="0" err="1"/>
              <a:t>iff</a:t>
            </a:r>
            <a:r>
              <a:rPr lang="en-US" dirty="0"/>
              <a:t> (h |= φ</a:t>
            </a:r>
            <a:r>
              <a:rPr lang="en-US" baseline="-25000" dirty="0"/>
              <a:t>1</a:t>
            </a:r>
            <a:r>
              <a:rPr lang="en-US" dirty="0"/>
              <a:t> and h |= φ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(h |= φ</a:t>
            </a:r>
            <a:r>
              <a:rPr lang="en-US" baseline="-25000" dirty="0"/>
              <a:t>1</a:t>
            </a:r>
            <a:r>
              <a:rPr lang="en-US" dirty="0"/>
              <a:t> * φ</a:t>
            </a:r>
            <a:r>
              <a:rPr lang="en-US" baseline="-25000" dirty="0"/>
              <a:t>2</a:t>
            </a:r>
            <a:r>
              <a:rPr lang="en-US" dirty="0"/>
              <a:t>) </a:t>
            </a:r>
            <a:r>
              <a:rPr lang="en-US" dirty="0" err="1"/>
              <a:t>iff</a:t>
            </a:r>
            <a:r>
              <a:rPr lang="en-US" dirty="0"/>
              <a:t> exists disjoint h</a:t>
            </a:r>
            <a:r>
              <a:rPr lang="en-US" baseline="-25000" dirty="0"/>
              <a:t>1</a:t>
            </a:r>
            <a:r>
              <a:rPr lang="en-US" dirty="0"/>
              <a:t>, h</a:t>
            </a:r>
            <a:r>
              <a:rPr lang="en-US" baseline="-25000" dirty="0"/>
              <a:t>2</a:t>
            </a:r>
            <a:r>
              <a:rPr lang="en-US" dirty="0"/>
              <a:t>. (h = h</a:t>
            </a:r>
            <a:r>
              <a:rPr lang="en-US" baseline="-25000" dirty="0"/>
              <a:t>1</a:t>
            </a:r>
            <a:r>
              <a:rPr lang="en-US" dirty="0"/>
              <a:t> U h</a:t>
            </a:r>
            <a:r>
              <a:rPr lang="en-US" baseline="-25000" dirty="0"/>
              <a:t>2</a:t>
            </a:r>
            <a:r>
              <a:rPr lang="en-US" dirty="0"/>
              <a:t> and h</a:t>
            </a:r>
            <a:r>
              <a:rPr lang="en-US" baseline="-25000" dirty="0"/>
              <a:t>1</a:t>
            </a:r>
            <a:r>
              <a:rPr lang="en-US" dirty="0"/>
              <a:t> |= φ</a:t>
            </a:r>
            <a:r>
              <a:rPr lang="en-US" baseline="-25000" dirty="0"/>
              <a:t>1</a:t>
            </a:r>
            <a:r>
              <a:rPr lang="en-US" dirty="0"/>
              <a:t> and h</a:t>
            </a:r>
            <a:r>
              <a:rPr lang="en-US" baseline="-25000" dirty="0"/>
              <a:t>2</a:t>
            </a:r>
            <a:r>
              <a:rPr lang="en-US" dirty="0"/>
              <a:t> |= φ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DE686-4EE8-730B-6B96-8CB17F1A443A}"/>
              </a:ext>
            </a:extLst>
          </p:cNvPr>
          <p:cNvSpPr txBox="1"/>
          <p:nvPr/>
        </p:nvSpPr>
        <p:spPr>
          <a:xfrm>
            <a:off x="7541153" y="2302286"/>
            <a:ext cx="381264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f(x: </a:t>
            </a:r>
            <a:r>
              <a:rPr lang="en-US" dirty="0" err="1"/>
              <a:t>addr</a:t>
            </a:r>
            <a:r>
              <a:rPr lang="en-US" dirty="0"/>
              <a:t>, y: </a:t>
            </a:r>
            <a:r>
              <a:rPr lang="en-US" dirty="0" err="1"/>
              <a:t>addr</a:t>
            </a:r>
            <a:r>
              <a:rPr lang="en-US" dirty="0"/>
              <a:t>)</a:t>
            </a:r>
          </a:p>
          <a:p>
            <a:r>
              <a:rPr lang="en-US" dirty="0"/>
              <a:t>    requires x != y /\ x ↦ 100 /\ y ↦ 200</a:t>
            </a:r>
          </a:p>
          <a:p>
            <a:r>
              <a:rPr lang="en-US" dirty="0"/>
              <a:t>{ …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309F8-BFC6-FB6B-5C21-226ED807AE23}"/>
              </a:ext>
            </a:extLst>
          </p:cNvPr>
          <p:cNvSpPr txBox="1"/>
          <p:nvPr/>
        </p:nvSpPr>
        <p:spPr>
          <a:xfrm>
            <a:off x="7541153" y="4776107"/>
            <a:ext cx="302076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f(x: </a:t>
            </a:r>
            <a:r>
              <a:rPr lang="en-US" dirty="0" err="1"/>
              <a:t>addr</a:t>
            </a:r>
            <a:r>
              <a:rPr lang="en-US" dirty="0"/>
              <a:t>, y: </a:t>
            </a:r>
            <a:r>
              <a:rPr lang="en-US" dirty="0" err="1"/>
              <a:t>addr</a:t>
            </a:r>
            <a:r>
              <a:rPr lang="en-US" dirty="0"/>
              <a:t>)</a:t>
            </a:r>
          </a:p>
          <a:p>
            <a:r>
              <a:rPr lang="en-US" dirty="0"/>
              <a:t>    requires x ↦ 100 * y ↦ 200,</a:t>
            </a:r>
          </a:p>
          <a:p>
            <a:r>
              <a:rPr lang="en-US" dirty="0"/>
              <a:t>{ …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6D9B3-C753-F5B8-7F7D-7934147758F7}"/>
              </a:ext>
            </a:extLst>
          </p:cNvPr>
          <p:cNvSpPr txBox="1"/>
          <p:nvPr/>
        </p:nvSpPr>
        <p:spPr>
          <a:xfrm>
            <a:off x="9820114" y="6095702"/>
            <a:ext cx="174829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“*” tells us x != 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9CAD8D-3D43-C5E0-5916-6065E26EDBE7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538988" y="5314950"/>
            <a:ext cx="1155276" cy="780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5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95F5-3AF1-4A2F-5F8A-B39278C3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Logic ↦ and *</a:t>
            </a:r>
            <a:br>
              <a:rPr lang="en-US" dirty="0"/>
            </a:br>
            <a:r>
              <a:rPr lang="en-US" dirty="0"/>
              <a:t>is like “tracked </a:t>
            </a:r>
            <a:r>
              <a:rPr lang="en-US" dirty="0" err="1"/>
              <a:t>PointsTo</a:t>
            </a:r>
            <a:r>
              <a:rPr lang="en-US" dirty="0"/>
              <a:t>” and , in Verus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37529-73FF-95D2-AD54-0CE1C3A6550E}"/>
              </a:ext>
            </a:extLst>
          </p:cNvPr>
          <p:cNvSpPr txBox="1"/>
          <p:nvPr/>
        </p:nvSpPr>
        <p:spPr>
          <a:xfrm>
            <a:off x="601509" y="2278243"/>
            <a:ext cx="296305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proof </a:t>
            </a:r>
            <a:r>
              <a:rPr lang="en-US" dirty="0" err="1"/>
              <a:t>fn</a:t>
            </a:r>
            <a:r>
              <a:rPr lang="en-US" dirty="0"/>
              <a:t> f(x: </a:t>
            </a:r>
            <a:r>
              <a:rPr lang="en-US" dirty="0" err="1"/>
              <a:t>addr</a:t>
            </a:r>
            <a:r>
              <a:rPr lang="en-US" dirty="0"/>
              <a:t>, y: </a:t>
            </a:r>
            <a:r>
              <a:rPr lang="en-US" dirty="0" err="1"/>
              <a:t>addr</a:t>
            </a:r>
            <a:r>
              <a:rPr lang="en-US" dirty="0"/>
              <a:t>)</a:t>
            </a:r>
          </a:p>
          <a:p>
            <a:r>
              <a:rPr lang="en-US" dirty="0"/>
              <a:t>    requires x ↦ 100 * y ↦ 200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assert(x != y);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5EA42-F0FF-5821-CDBC-6D094AE59F7F}"/>
              </a:ext>
            </a:extLst>
          </p:cNvPr>
          <p:cNvSpPr txBox="1"/>
          <p:nvPr/>
        </p:nvSpPr>
        <p:spPr>
          <a:xfrm>
            <a:off x="4024994" y="2278243"/>
            <a:ext cx="7698922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proof </a:t>
            </a:r>
            <a:r>
              <a:rPr lang="en-US" dirty="0" err="1"/>
              <a:t>fn</a:t>
            </a:r>
            <a:r>
              <a:rPr lang="en-US" dirty="0"/>
              <a:t> f(</a:t>
            </a:r>
            <a:r>
              <a:rPr lang="en-US" b="1" dirty="0"/>
              <a:t>tracked</a:t>
            </a:r>
            <a:r>
              <a:rPr lang="en-US" dirty="0"/>
              <a:t> </a:t>
            </a:r>
            <a:r>
              <a:rPr lang="en-US" dirty="0" err="1"/>
              <a:t>px</a:t>
            </a:r>
            <a:r>
              <a:rPr lang="en-US" dirty="0"/>
              <a:t>: </a:t>
            </a:r>
            <a:r>
              <a:rPr lang="en-US" dirty="0" err="1"/>
              <a:t>PointsTo</a:t>
            </a:r>
            <a:r>
              <a:rPr lang="en-US" dirty="0"/>
              <a:t>&lt;u32&gt;, </a:t>
            </a:r>
            <a:r>
              <a:rPr lang="en-US" b="1" dirty="0"/>
              <a:t>tracked</a:t>
            </a:r>
            <a:r>
              <a:rPr lang="en-US" dirty="0"/>
              <a:t> </a:t>
            </a:r>
            <a:r>
              <a:rPr lang="en-US" dirty="0" err="1"/>
              <a:t>py</a:t>
            </a:r>
            <a:r>
              <a:rPr lang="en-US" dirty="0"/>
              <a:t>: </a:t>
            </a:r>
            <a:r>
              <a:rPr lang="en-US" dirty="0" err="1"/>
              <a:t>PointsTo</a:t>
            </a:r>
            <a:r>
              <a:rPr lang="en-US" dirty="0"/>
              <a:t>&lt;u32&gt;)</a:t>
            </a:r>
          </a:p>
          <a:p>
            <a:r>
              <a:rPr lang="en-US" dirty="0"/>
              <a:t>    requires</a:t>
            </a:r>
          </a:p>
          <a:p>
            <a:r>
              <a:rPr lang="en-US" dirty="0"/>
              <a:t>        </a:t>
            </a:r>
            <a:r>
              <a:rPr lang="en-US" dirty="0" err="1"/>
              <a:t>px.value</a:t>
            </a:r>
            <a:r>
              <a:rPr lang="en-US" dirty="0"/>
              <a:t>() == 100,</a:t>
            </a:r>
          </a:p>
          <a:p>
            <a:r>
              <a:rPr lang="en-US" dirty="0"/>
              <a:t>        </a:t>
            </a:r>
            <a:r>
              <a:rPr lang="en-US" dirty="0" err="1"/>
              <a:t>px.value</a:t>
            </a:r>
            <a:r>
              <a:rPr lang="en-US" dirty="0"/>
              <a:t>() == 200,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let </a:t>
            </a:r>
            <a:r>
              <a:rPr lang="en-US" b="1" dirty="0"/>
              <a:t>tracked</a:t>
            </a:r>
            <a:r>
              <a:rPr lang="en-US" dirty="0"/>
              <a:t> mut </a:t>
            </a:r>
            <a:r>
              <a:rPr lang="en-US" dirty="0" err="1"/>
              <a:t>px</a:t>
            </a:r>
            <a:r>
              <a:rPr lang="en-US" dirty="0"/>
              <a:t> = </a:t>
            </a:r>
            <a:r>
              <a:rPr lang="en-US" dirty="0" err="1"/>
              <a:t>px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px.is_disjoint</a:t>
            </a:r>
            <a:r>
              <a:rPr lang="en-US" dirty="0"/>
              <a:t>(&amp;</a:t>
            </a:r>
            <a:r>
              <a:rPr lang="en-US" dirty="0" err="1"/>
              <a:t>py</a:t>
            </a:r>
            <a:r>
              <a:rPr lang="en-US" dirty="0"/>
              <a:t>);</a:t>
            </a:r>
          </a:p>
          <a:p>
            <a:r>
              <a:rPr lang="en-US" dirty="0"/>
              <a:t>    assert(</a:t>
            </a:r>
            <a:r>
              <a:rPr lang="en-US" dirty="0" err="1"/>
              <a:t>px.ptr</a:t>
            </a:r>
            <a:r>
              <a:rPr lang="en-US" dirty="0"/>
              <a:t>() != </a:t>
            </a:r>
            <a:r>
              <a:rPr lang="en-US" dirty="0" err="1"/>
              <a:t>py.ptr</a:t>
            </a:r>
            <a:r>
              <a:rPr lang="en-US" dirty="0"/>
              <a:t>());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0A9F4-DFA5-CE14-6ADE-2205CECDDA15}"/>
              </a:ext>
            </a:extLst>
          </p:cNvPr>
          <p:cNvSpPr txBox="1"/>
          <p:nvPr/>
        </p:nvSpPr>
        <p:spPr>
          <a:xfrm>
            <a:off x="611833" y="1908911"/>
            <a:ext cx="299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Separation logic pseudo-code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9370F-FABD-B6BF-88B6-01E1AAEE9586}"/>
              </a:ext>
            </a:extLst>
          </p:cNvPr>
          <p:cNvSpPr txBox="1"/>
          <p:nvPr/>
        </p:nvSpPr>
        <p:spPr>
          <a:xfrm>
            <a:off x="4063916" y="1908911"/>
            <a:ext cx="6876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Actual Verus code for Rust unsafe raw pointers </a:t>
            </a:r>
            <a:r>
              <a:rPr lang="en-US" dirty="0"/>
              <a:t>(using </a:t>
            </a:r>
            <a:r>
              <a:rPr lang="en-US" dirty="0" err="1"/>
              <a:t>vstd</a:t>
            </a:r>
            <a:r>
              <a:rPr lang="en-US" dirty="0"/>
              <a:t>::</a:t>
            </a:r>
            <a:r>
              <a:rPr lang="en-US" dirty="0" err="1"/>
              <a:t>raw_ptr</a:t>
            </a:r>
            <a:r>
              <a:rPr lang="en-US" dirty="0"/>
              <a:t>::*)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6F706-B32A-1A73-4C96-35EEEABB8443}"/>
              </a:ext>
            </a:extLst>
          </p:cNvPr>
          <p:cNvSpPr txBox="1"/>
          <p:nvPr/>
        </p:nvSpPr>
        <p:spPr>
          <a:xfrm>
            <a:off x="5065776" y="5303520"/>
            <a:ext cx="64483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tracked</a:t>
            </a:r>
            <a:r>
              <a:rPr lang="en-US" dirty="0"/>
              <a:t> variables in proof code are:</a:t>
            </a:r>
          </a:p>
          <a:p>
            <a:pPr marL="285750" indent="-285750">
              <a:buFontTx/>
              <a:buChar char="-"/>
            </a:pPr>
            <a:r>
              <a:rPr lang="en-US" dirty="0"/>
              <a:t>checked for ownership (and thus are “separated” like “*”)</a:t>
            </a:r>
          </a:p>
          <a:p>
            <a:pPr marL="285750" indent="-285750">
              <a:buFontTx/>
              <a:buChar char="-"/>
            </a:pPr>
            <a:r>
              <a:rPr lang="en-US" dirty="0"/>
              <a:t>unforgeable (can’t just make up an arbitrary value of any type 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41A85-4D90-53F1-2E31-6138F254A289}"/>
              </a:ext>
            </a:extLst>
          </p:cNvPr>
          <p:cNvCxnSpPr/>
          <p:nvPr/>
        </p:nvCxnSpPr>
        <p:spPr>
          <a:xfrm flipH="1" flipV="1">
            <a:off x="8065008" y="2606040"/>
            <a:ext cx="493776" cy="2688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427F85-E4F4-EDD1-D2FB-B242E70007C3}"/>
              </a:ext>
            </a:extLst>
          </p:cNvPr>
          <p:cNvCxnSpPr/>
          <p:nvPr/>
        </p:nvCxnSpPr>
        <p:spPr>
          <a:xfrm flipH="1" flipV="1">
            <a:off x="5586984" y="2606040"/>
            <a:ext cx="2542032" cy="2697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0A680A-7906-1BD2-2D54-50F8A7295A21}"/>
              </a:ext>
            </a:extLst>
          </p:cNvPr>
          <p:cNvCxnSpPr/>
          <p:nvPr/>
        </p:nvCxnSpPr>
        <p:spPr>
          <a:xfrm flipH="1" flipV="1">
            <a:off x="5266944" y="3950208"/>
            <a:ext cx="2432304" cy="1353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3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95F5-3AF1-4A2F-5F8A-B39278C3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Separation Logic ↦ and *</a:t>
            </a:r>
            <a:br>
              <a:rPr lang="en-US" dirty="0"/>
            </a:br>
            <a:r>
              <a:rPr lang="en-US" dirty="0"/>
              <a:t>is like “tracked </a:t>
            </a:r>
            <a:r>
              <a:rPr lang="en-US" dirty="0" err="1"/>
              <a:t>PointsTo</a:t>
            </a:r>
            <a:r>
              <a:rPr lang="en-US" dirty="0"/>
              <a:t>” and , in Verus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37529-73FF-95D2-AD54-0CE1C3A6550E}"/>
              </a:ext>
            </a:extLst>
          </p:cNvPr>
          <p:cNvSpPr txBox="1"/>
          <p:nvPr/>
        </p:nvSpPr>
        <p:spPr>
          <a:xfrm>
            <a:off x="601509" y="2278243"/>
            <a:ext cx="2963055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f(x: </a:t>
            </a:r>
            <a:r>
              <a:rPr lang="en-US" dirty="0" err="1"/>
              <a:t>addr</a:t>
            </a:r>
            <a:r>
              <a:rPr lang="en-US" dirty="0"/>
              <a:t>, y: </a:t>
            </a:r>
            <a:r>
              <a:rPr lang="en-US" dirty="0" err="1"/>
              <a:t>addr</a:t>
            </a:r>
            <a:r>
              <a:rPr lang="en-US" dirty="0"/>
              <a:t>)</a:t>
            </a:r>
          </a:p>
          <a:p>
            <a:r>
              <a:rPr lang="en-US" dirty="0"/>
              <a:t>    requires x ↦ 100 * y ↦ 200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*x = *x + 1;</a:t>
            </a:r>
          </a:p>
          <a:p>
            <a:r>
              <a:rPr lang="en-US" dirty="0"/>
              <a:t>    assert(x ↦ 101);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5EA42-F0FF-5821-CDBC-6D094AE59F7F}"/>
              </a:ext>
            </a:extLst>
          </p:cNvPr>
          <p:cNvSpPr txBox="1"/>
          <p:nvPr/>
        </p:nvSpPr>
        <p:spPr>
          <a:xfrm>
            <a:off x="4024994" y="2278243"/>
            <a:ext cx="769892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f(x: *mut u32, </a:t>
            </a:r>
            <a:r>
              <a:rPr lang="en-US" b="1" dirty="0"/>
              <a:t>Tracked</a:t>
            </a:r>
            <a:r>
              <a:rPr lang="en-US" dirty="0"/>
              <a:t>(</a:t>
            </a:r>
            <a:r>
              <a:rPr lang="en-US" dirty="0" err="1"/>
              <a:t>px</a:t>
            </a:r>
            <a:r>
              <a:rPr lang="en-US" dirty="0"/>
              <a:t>): </a:t>
            </a:r>
            <a:r>
              <a:rPr lang="en-US" b="1" dirty="0"/>
              <a:t>Tracked</a:t>
            </a:r>
            <a:r>
              <a:rPr lang="en-US" dirty="0"/>
              <a:t>&lt;</a:t>
            </a:r>
            <a:r>
              <a:rPr lang="en-US" dirty="0" err="1"/>
              <a:t>PointsTo</a:t>
            </a:r>
            <a:r>
              <a:rPr lang="en-US" dirty="0"/>
              <a:t>&lt;u32&gt;&gt;,</a:t>
            </a:r>
          </a:p>
          <a:p>
            <a:r>
              <a:rPr lang="en-US" dirty="0"/>
              <a:t>       y: *mut u32, </a:t>
            </a:r>
            <a:r>
              <a:rPr lang="en-US" b="1" dirty="0"/>
              <a:t>Tracked</a:t>
            </a:r>
            <a:r>
              <a:rPr lang="en-US" dirty="0"/>
              <a:t>(</a:t>
            </a:r>
            <a:r>
              <a:rPr lang="en-US" dirty="0" err="1"/>
              <a:t>py</a:t>
            </a:r>
            <a:r>
              <a:rPr lang="en-US" dirty="0"/>
              <a:t>): </a:t>
            </a:r>
            <a:r>
              <a:rPr lang="en-US" b="1" dirty="0"/>
              <a:t>Tracked</a:t>
            </a:r>
            <a:r>
              <a:rPr lang="en-US" dirty="0"/>
              <a:t>&lt;</a:t>
            </a:r>
            <a:r>
              <a:rPr lang="en-US" dirty="0" err="1"/>
              <a:t>PointsTo</a:t>
            </a:r>
            <a:r>
              <a:rPr lang="en-US" dirty="0"/>
              <a:t>&lt;u32&gt;&gt;)</a:t>
            </a:r>
          </a:p>
          <a:p>
            <a:r>
              <a:rPr lang="en-US" dirty="0"/>
              <a:t>    requires</a:t>
            </a:r>
          </a:p>
          <a:p>
            <a:r>
              <a:rPr lang="en-US" dirty="0"/>
              <a:t>        </a:t>
            </a:r>
            <a:r>
              <a:rPr lang="en-US" dirty="0" err="1"/>
              <a:t>px.value</a:t>
            </a:r>
            <a:r>
              <a:rPr lang="en-US" dirty="0"/>
              <a:t>() == 100, </a:t>
            </a:r>
            <a:r>
              <a:rPr lang="en-US" dirty="0" err="1"/>
              <a:t>px.ptr</a:t>
            </a:r>
            <a:r>
              <a:rPr lang="en-US" dirty="0"/>
              <a:t>() == x, </a:t>
            </a:r>
            <a:r>
              <a:rPr lang="en-US" dirty="0" err="1"/>
              <a:t>px.is_init</a:t>
            </a:r>
            <a:r>
              <a:rPr lang="en-US" dirty="0"/>
              <a:t>(),</a:t>
            </a:r>
          </a:p>
          <a:p>
            <a:r>
              <a:rPr lang="en-US" dirty="0"/>
              <a:t>        </a:t>
            </a:r>
            <a:r>
              <a:rPr lang="en-US" dirty="0" err="1"/>
              <a:t>py.value</a:t>
            </a:r>
            <a:r>
              <a:rPr lang="en-US" dirty="0"/>
              <a:t>() == 200, </a:t>
            </a:r>
            <a:r>
              <a:rPr lang="en-US" dirty="0" err="1"/>
              <a:t>py.ptr</a:t>
            </a:r>
            <a:r>
              <a:rPr lang="en-US" dirty="0"/>
              <a:t>() == y, </a:t>
            </a:r>
            <a:r>
              <a:rPr lang="en-US" dirty="0" err="1"/>
              <a:t>py.is_init</a:t>
            </a:r>
            <a:r>
              <a:rPr lang="en-US" dirty="0"/>
              <a:t>(),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let tracked mut </a:t>
            </a:r>
            <a:r>
              <a:rPr lang="en-US" dirty="0" err="1"/>
              <a:t>px</a:t>
            </a:r>
            <a:r>
              <a:rPr lang="en-US" dirty="0"/>
              <a:t> = </a:t>
            </a:r>
            <a:r>
              <a:rPr lang="en-US" dirty="0" err="1"/>
              <a:t>px</a:t>
            </a:r>
            <a:r>
              <a:rPr lang="en-US" dirty="0"/>
              <a:t>;</a:t>
            </a:r>
          </a:p>
          <a:p>
            <a:r>
              <a:rPr lang="en-US" dirty="0"/>
              <a:t>    let n = </a:t>
            </a:r>
            <a:r>
              <a:rPr lang="en-US" dirty="0" err="1"/>
              <a:t>ptr_mut_read</a:t>
            </a:r>
            <a:r>
              <a:rPr lang="en-US" dirty="0"/>
              <a:t>(x, </a:t>
            </a:r>
            <a:r>
              <a:rPr lang="en-US" b="1" dirty="0"/>
              <a:t>Tracked</a:t>
            </a:r>
            <a:r>
              <a:rPr lang="en-US" dirty="0"/>
              <a:t>(&amp;mut </a:t>
            </a:r>
            <a:r>
              <a:rPr lang="en-US" dirty="0" err="1"/>
              <a:t>px</a:t>
            </a:r>
            <a:r>
              <a:rPr lang="en-US" dirty="0"/>
              <a:t>));</a:t>
            </a:r>
          </a:p>
          <a:p>
            <a:r>
              <a:rPr lang="en-US" dirty="0"/>
              <a:t>    </a:t>
            </a:r>
            <a:r>
              <a:rPr lang="en-US" dirty="0" err="1"/>
              <a:t>ptr_mut_write</a:t>
            </a:r>
            <a:r>
              <a:rPr lang="en-US" dirty="0"/>
              <a:t>(x, </a:t>
            </a:r>
            <a:r>
              <a:rPr lang="en-US" b="1" dirty="0"/>
              <a:t>Tracked</a:t>
            </a:r>
            <a:r>
              <a:rPr lang="en-US" dirty="0"/>
              <a:t>(&amp;mut </a:t>
            </a:r>
            <a:r>
              <a:rPr lang="en-US" dirty="0" err="1"/>
              <a:t>px</a:t>
            </a:r>
            <a:r>
              <a:rPr lang="en-US" dirty="0"/>
              <a:t>), n + 1);</a:t>
            </a:r>
          </a:p>
          <a:p>
            <a:r>
              <a:rPr lang="en-US" dirty="0"/>
              <a:t>    assert(</a:t>
            </a:r>
            <a:r>
              <a:rPr lang="en-US" dirty="0" err="1"/>
              <a:t>px.value</a:t>
            </a:r>
            <a:r>
              <a:rPr lang="en-US" dirty="0"/>
              <a:t>() == 101);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0A9F4-DFA5-CE14-6ADE-2205CECDDA15}"/>
              </a:ext>
            </a:extLst>
          </p:cNvPr>
          <p:cNvSpPr txBox="1"/>
          <p:nvPr/>
        </p:nvSpPr>
        <p:spPr>
          <a:xfrm>
            <a:off x="611833" y="1908911"/>
            <a:ext cx="299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Separation logic pseudo-code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9370F-FABD-B6BF-88B6-01E1AAEE9586}"/>
              </a:ext>
            </a:extLst>
          </p:cNvPr>
          <p:cNvSpPr txBox="1"/>
          <p:nvPr/>
        </p:nvSpPr>
        <p:spPr>
          <a:xfrm>
            <a:off x="4063916" y="1908911"/>
            <a:ext cx="6876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Actual Verus code for Rust unsafe raw pointers </a:t>
            </a:r>
            <a:r>
              <a:rPr lang="en-US" dirty="0"/>
              <a:t>(using </a:t>
            </a:r>
            <a:r>
              <a:rPr lang="en-US" dirty="0" err="1"/>
              <a:t>vstd</a:t>
            </a:r>
            <a:r>
              <a:rPr lang="en-US" dirty="0"/>
              <a:t>::</a:t>
            </a:r>
            <a:r>
              <a:rPr lang="en-US" dirty="0" err="1"/>
              <a:t>raw_ptr</a:t>
            </a:r>
            <a:r>
              <a:rPr lang="en-US" dirty="0"/>
              <a:t>::*)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DD8FB-AC44-5A87-2669-D31EC381671E}"/>
              </a:ext>
            </a:extLst>
          </p:cNvPr>
          <p:cNvSpPr txBox="1"/>
          <p:nvPr/>
        </p:nvSpPr>
        <p:spPr>
          <a:xfrm>
            <a:off x="3769502" y="5543454"/>
            <a:ext cx="7698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tracked</a:t>
            </a:r>
            <a:r>
              <a:rPr lang="en-US" dirty="0"/>
              <a:t> parameters and arguments in exec code must be wrapped in </a:t>
            </a:r>
            <a:r>
              <a:rPr lang="en-US" b="1" dirty="0"/>
              <a:t>Tracked(…)</a:t>
            </a:r>
          </a:p>
          <a:p>
            <a:r>
              <a:rPr lang="en-US" dirty="0"/>
              <a:t>(ugly, but it’s a way to cram proofs into Rust’s existing type system)</a:t>
            </a:r>
          </a:p>
          <a:p>
            <a:r>
              <a:rPr lang="en-US" b="1" dirty="0"/>
              <a:t>Tracked</a:t>
            </a:r>
            <a:r>
              <a:rPr lang="en-US" dirty="0"/>
              <a:t> is a “zero-size” type and is thus erased during compilation</a:t>
            </a:r>
            <a:endParaRPr lang="en-US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9D16F1-3E5F-AA24-5530-37F5BDE57916}"/>
              </a:ext>
            </a:extLst>
          </p:cNvPr>
          <p:cNvCxnSpPr>
            <a:cxnSpLocks/>
          </p:cNvCxnSpPr>
          <p:nvPr/>
        </p:nvCxnSpPr>
        <p:spPr>
          <a:xfrm flipH="1" flipV="1">
            <a:off x="6428232" y="2843784"/>
            <a:ext cx="1446223" cy="2778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D345CD-C268-BDF9-247E-DE565D1A77CC}"/>
              </a:ext>
            </a:extLst>
          </p:cNvPr>
          <p:cNvCxnSpPr>
            <a:cxnSpLocks/>
          </p:cNvCxnSpPr>
          <p:nvPr/>
        </p:nvCxnSpPr>
        <p:spPr>
          <a:xfrm flipH="1" flipV="1">
            <a:off x="6684264" y="4544568"/>
            <a:ext cx="1069848" cy="1077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B1CA766-E1D6-0C57-C7CB-1113E22354DD}"/>
              </a:ext>
            </a:extLst>
          </p:cNvPr>
          <p:cNvSpPr txBox="1"/>
          <p:nvPr/>
        </p:nvSpPr>
        <p:spPr>
          <a:xfrm>
            <a:off x="679297" y="4457658"/>
            <a:ext cx="30902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Rust raw pointer type “*mut t”</a:t>
            </a:r>
          </a:p>
          <a:p>
            <a:r>
              <a:rPr lang="en-US" dirty="0"/>
              <a:t>(like “&amp;mut t”, but without</a:t>
            </a:r>
          </a:p>
          <a:p>
            <a:r>
              <a:rPr lang="en-US" dirty="0"/>
              <a:t>the safeguards)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1AA1F1-CAA6-9266-34DF-932958788236}"/>
              </a:ext>
            </a:extLst>
          </p:cNvPr>
          <p:cNvCxnSpPr/>
          <p:nvPr/>
        </p:nvCxnSpPr>
        <p:spPr>
          <a:xfrm flipV="1">
            <a:off x="2980944" y="2843784"/>
            <a:ext cx="1755648" cy="160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5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DD96-63B9-43F0-BC9D-133888EF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Ownership checking in proof and exec code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DD9A9C-F424-47B5-BBBE-C5D96ADB703A}"/>
              </a:ext>
            </a:extLst>
          </p:cNvPr>
          <p:cNvCxnSpPr>
            <a:cxnSpLocks/>
          </p:cNvCxnSpPr>
          <p:nvPr/>
        </p:nvCxnSpPr>
        <p:spPr>
          <a:xfrm flipH="1">
            <a:off x="4974848" y="1833369"/>
            <a:ext cx="630921" cy="530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734FEA-30B5-42B6-B27B-4E9160840E80}"/>
              </a:ext>
            </a:extLst>
          </p:cNvPr>
          <p:cNvSpPr txBox="1"/>
          <p:nvPr/>
        </p:nvSpPr>
        <p:spPr>
          <a:xfrm>
            <a:off x="4341148" y="2363513"/>
            <a:ext cx="880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ghost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ADED4-FD58-4998-9FFA-7507CC112B2D}"/>
              </a:ext>
            </a:extLst>
          </p:cNvPr>
          <p:cNvSpPr txBox="1"/>
          <p:nvPr/>
        </p:nvSpPr>
        <p:spPr>
          <a:xfrm>
            <a:off x="7142025" y="3429000"/>
            <a:ext cx="752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A23BB9-2B13-4B6D-8C75-C9E04413422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641846" y="1833369"/>
            <a:ext cx="1876564" cy="1595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A2FEB0-497C-445C-B6BB-D18FA4808313}"/>
              </a:ext>
            </a:extLst>
          </p:cNvPr>
          <p:cNvCxnSpPr>
            <a:cxnSpLocks/>
          </p:cNvCxnSpPr>
          <p:nvPr/>
        </p:nvCxnSpPr>
        <p:spPr>
          <a:xfrm flipH="1">
            <a:off x="3760127" y="2842358"/>
            <a:ext cx="776954" cy="608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23AECF-DBCF-4B39-BD53-5B3E13DD7A91}"/>
              </a:ext>
            </a:extLst>
          </p:cNvPr>
          <p:cNvCxnSpPr>
            <a:cxnSpLocks/>
          </p:cNvCxnSpPr>
          <p:nvPr/>
        </p:nvCxnSpPr>
        <p:spPr>
          <a:xfrm>
            <a:off x="4957666" y="2842358"/>
            <a:ext cx="811313" cy="608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98DCAE-9302-4BDA-9594-B9C611F6F84B}"/>
              </a:ext>
            </a:extLst>
          </p:cNvPr>
          <p:cNvSpPr txBox="1"/>
          <p:nvPr/>
        </p:nvSpPr>
        <p:spPr>
          <a:xfrm>
            <a:off x="3361733" y="3443013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F3996C-D95E-4D0D-9ADE-3294F5611396}"/>
              </a:ext>
            </a:extLst>
          </p:cNvPr>
          <p:cNvSpPr txBox="1"/>
          <p:nvPr/>
        </p:nvSpPr>
        <p:spPr>
          <a:xfrm>
            <a:off x="5373835" y="3443013"/>
            <a:ext cx="882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proof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B2549-0D9E-4CCF-91D6-C157E804B416}"/>
              </a:ext>
            </a:extLst>
          </p:cNvPr>
          <p:cNvSpPr txBox="1"/>
          <p:nvPr/>
        </p:nvSpPr>
        <p:spPr>
          <a:xfrm>
            <a:off x="2947006" y="4189976"/>
            <a:ext cx="573665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type checker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DAA85B-DAC6-44CF-ACFC-395F4334D28E}"/>
              </a:ext>
            </a:extLst>
          </p:cNvPr>
          <p:cNvSpPr txBox="1"/>
          <p:nvPr/>
        </p:nvSpPr>
        <p:spPr>
          <a:xfrm>
            <a:off x="2947006" y="5046960"/>
            <a:ext cx="573665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ownership checker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0B9B1-6FCA-40D3-A98C-3ACB37F8AB54}"/>
              </a:ext>
            </a:extLst>
          </p:cNvPr>
          <p:cNvSpPr txBox="1"/>
          <p:nvPr/>
        </p:nvSpPr>
        <p:spPr>
          <a:xfrm>
            <a:off x="2947006" y="5897293"/>
            <a:ext cx="573665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Rust compiler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170F933E-D8A2-405D-8E2C-097F72C9D717}"/>
              </a:ext>
            </a:extLst>
          </p:cNvPr>
          <p:cNvSpPr/>
          <p:nvPr/>
        </p:nvSpPr>
        <p:spPr>
          <a:xfrm>
            <a:off x="3530053" y="3823501"/>
            <a:ext cx="413886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EEC914A-237C-4DF3-9A3E-5E016C2BDA49}"/>
              </a:ext>
            </a:extLst>
          </p:cNvPr>
          <p:cNvSpPr/>
          <p:nvPr/>
        </p:nvSpPr>
        <p:spPr>
          <a:xfrm>
            <a:off x="5562036" y="3823501"/>
            <a:ext cx="413886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EFC3C65-3B70-4216-AE00-678A1A77AC83}"/>
              </a:ext>
            </a:extLst>
          </p:cNvPr>
          <p:cNvSpPr/>
          <p:nvPr/>
        </p:nvSpPr>
        <p:spPr>
          <a:xfrm>
            <a:off x="7348968" y="3823501"/>
            <a:ext cx="413886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3350814-10D3-4CC1-B8D0-3BD8084E00A3}"/>
              </a:ext>
            </a:extLst>
          </p:cNvPr>
          <p:cNvSpPr/>
          <p:nvPr/>
        </p:nvSpPr>
        <p:spPr>
          <a:xfrm>
            <a:off x="5562036" y="4651640"/>
            <a:ext cx="413886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66EC14FE-52EE-4BFA-BF4D-FBF17DE9A238}"/>
              </a:ext>
            </a:extLst>
          </p:cNvPr>
          <p:cNvSpPr/>
          <p:nvPr/>
        </p:nvSpPr>
        <p:spPr>
          <a:xfrm>
            <a:off x="7348968" y="4651640"/>
            <a:ext cx="413886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A53C260-F4FD-4FA7-8196-118AEC092827}"/>
              </a:ext>
            </a:extLst>
          </p:cNvPr>
          <p:cNvSpPr/>
          <p:nvPr/>
        </p:nvSpPr>
        <p:spPr>
          <a:xfrm>
            <a:off x="7348968" y="5518666"/>
            <a:ext cx="413886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1020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FF90-ABFA-BC11-3F46-31092B25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E835-A1BE-46E3-0C32-5B86FAE1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Verus can verify safety of “unsafe” Rust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71FCE-990F-6647-3BC3-418657228BB1}"/>
              </a:ext>
            </a:extLst>
          </p:cNvPr>
          <p:cNvSpPr txBox="1"/>
          <p:nvPr/>
        </p:nvSpPr>
        <p:spPr>
          <a:xfrm>
            <a:off x="670881" y="1604853"/>
            <a:ext cx="3393301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Parent node "owns" child nodes;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Rust can check type safety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E6413-FD12-4D07-C2F8-D2AEE5696793}"/>
              </a:ext>
            </a:extLst>
          </p:cNvPr>
          <p:cNvSpPr txBox="1"/>
          <p:nvPr/>
        </p:nvSpPr>
        <p:spPr>
          <a:xfrm>
            <a:off x="5782775" y="1604853"/>
            <a:ext cx="4165371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Doubly linked lists: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next and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don't own each other,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 ordinary Rust can’t check type safety.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189E78-6411-EEF9-10F0-EF935D75439C}"/>
              </a:ext>
            </a:extLst>
          </p:cNvPr>
          <p:cNvSpPr/>
          <p:nvPr/>
        </p:nvSpPr>
        <p:spPr>
          <a:xfrm>
            <a:off x="1963270" y="2846799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E1E23F-9F3D-3DE1-527B-D7D28CB3FC9F}"/>
              </a:ext>
            </a:extLst>
          </p:cNvPr>
          <p:cNvSpPr/>
          <p:nvPr/>
        </p:nvSpPr>
        <p:spPr>
          <a:xfrm>
            <a:off x="1102658" y="4048069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4C0671-DCF8-8F6E-50B5-DFEC8B6348EF}"/>
              </a:ext>
            </a:extLst>
          </p:cNvPr>
          <p:cNvSpPr/>
          <p:nvPr/>
        </p:nvSpPr>
        <p:spPr>
          <a:xfrm>
            <a:off x="2779058" y="4048069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564075-DD6E-ADC9-FA15-B74966F6F430}"/>
              </a:ext>
            </a:extLst>
          </p:cNvPr>
          <p:cNvSpPr/>
          <p:nvPr/>
        </p:nvSpPr>
        <p:spPr>
          <a:xfrm>
            <a:off x="2070846" y="5303128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6186AF-F906-4D58-91B6-AC38402087E7}"/>
              </a:ext>
            </a:extLst>
          </p:cNvPr>
          <p:cNvSpPr/>
          <p:nvPr/>
        </p:nvSpPr>
        <p:spPr>
          <a:xfrm>
            <a:off x="3576917" y="5303128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75D05C-E10A-BA52-393B-FB056DD6E666}"/>
              </a:ext>
            </a:extLst>
          </p:cNvPr>
          <p:cNvSpPr/>
          <p:nvPr/>
        </p:nvSpPr>
        <p:spPr>
          <a:xfrm>
            <a:off x="6089046" y="4872622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370380-F7EE-4FD3-69C8-20E2BB8004D7}"/>
              </a:ext>
            </a:extLst>
          </p:cNvPr>
          <p:cNvSpPr/>
          <p:nvPr/>
        </p:nvSpPr>
        <p:spPr>
          <a:xfrm>
            <a:off x="7478575" y="4872621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B7688E-5B19-B99C-77CE-7EF16D5046F1}"/>
              </a:ext>
            </a:extLst>
          </p:cNvPr>
          <p:cNvSpPr/>
          <p:nvPr/>
        </p:nvSpPr>
        <p:spPr>
          <a:xfrm>
            <a:off x="8850175" y="4872622"/>
            <a:ext cx="968188" cy="887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9D746C-D72B-FD53-D06F-F828B73ADBAE}"/>
              </a:ext>
            </a:extLst>
          </p:cNvPr>
          <p:cNvCxnSpPr/>
          <p:nvPr/>
        </p:nvCxnSpPr>
        <p:spPr>
          <a:xfrm flipH="1">
            <a:off x="1757083" y="3635693"/>
            <a:ext cx="394446" cy="4571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180FD8-6197-84D6-6384-A1392FC82EC2}"/>
              </a:ext>
            </a:extLst>
          </p:cNvPr>
          <p:cNvCxnSpPr>
            <a:cxnSpLocks/>
          </p:cNvCxnSpPr>
          <p:nvPr/>
        </p:nvCxnSpPr>
        <p:spPr>
          <a:xfrm flipH="1">
            <a:off x="2617695" y="4881787"/>
            <a:ext cx="394446" cy="4571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DC93AA-0661-61F0-77A1-B79B72B49C0E}"/>
              </a:ext>
            </a:extLst>
          </p:cNvPr>
          <p:cNvCxnSpPr>
            <a:cxnSpLocks/>
          </p:cNvCxnSpPr>
          <p:nvPr/>
        </p:nvCxnSpPr>
        <p:spPr>
          <a:xfrm>
            <a:off x="2734235" y="3635692"/>
            <a:ext cx="394446" cy="4571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E2EC1A-6510-DE60-F447-9A9F4CDECECF}"/>
              </a:ext>
            </a:extLst>
          </p:cNvPr>
          <p:cNvCxnSpPr>
            <a:cxnSpLocks/>
          </p:cNvCxnSpPr>
          <p:nvPr/>
        </p:nvCxnSpPr>
        <p:spPr>
          <a:xfrm>
            <a:off x="3478305" y="4881786"/>
            <a:ext cx="394446" cy="4571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C9F3CC-0E33-4DF4-B2B2-93748977E0EF}"/>
              </a:ext>
            </a:extLst>
          </p:cNvPr>
          <p:cNvCxnSpPr>
            <a:cxnSpLocks/>
          </p:cNvCxnSpPr>
          <p:nvPr/>
        </p:nvCxnSpPr>
        <p:spPr>
          <a:xfrm>
            <a:off x="6985515" y="5096738"/>
            <a:ext cx="57374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0EFD10-FEA8-6997-45F5-AAEEADBCB831}"/>
              </a:ext>
            </a:extLst>
          </p:cNvPr>
          <p:cNvCxnSpPr>
            <a:cxnSpLocks/>
          </p:cNvCxnSpPr>
          <p:nvPr/>
        </p:nvCxnSpPr>
        <p:spPr>
          <a:xfrm>
            <a:off x="8375045" y="5096738"/>
            <a:ext cx="5737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19E780-D071-4230-632A-7398F40CE92C}"/>
              </a:ext>
            </a:extLst>
          </p:cNvPr>
          <p:cNvCxnSpPr>
            <a:cxnSpLocks/>
          </p:cNvCxnSpPr>
          <p:nvPr/>
        </p:nvCxnSpPr>
        <p:spPr>
          <a:xfrm flipH="1">
            <a:off x="8375045" y="5527044"/>
            <a:ext cx="5402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3ADAA7-BC2E-B255-725D-9F7DF582EF6D}"/>
              </a:ext>
            </a:extLst>
          </p:cNvPr>
          <p:cNvCxnSpPr>
            <a:cxnSpLocks/>
          </p:cNvCxnSpPr>
          <p:nvPr/>
        </p:nvCxnSpPr>
        <p:spPr>
          <a:xfrm flipH="1">
            <a:off x="6985515" y="5527044"/>
            <a:ext cx="5510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FE478D-4BE7-A476-7981-9B34DA282991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573140" y="3639840"/>
            <a:ext cx="887506" cy="123278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4B97F7BE-839C-46DE-57CB-366DB7857B48}"/>
              </a:ext>
            </a:extLst>
          </p:cNvPr>
          <p:cNvSpPr/>
          <p:nvPr/>
        </p:nvSpPr>
        <p:spPr>
          <a:xfrm>
            <a:off x="6737900" y="2850946"/>
            <a:ext cx="2551546" cy="88750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ghost owner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8C85CC-DDAB-2C17-2B09-815EA1298CB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515696" y="3639840"/>
            <a:ext cx="818573" cy="123278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61A562-30A9-72AD-7813-44932007103D}"/>
              </a:ext>
            </a:extLst>
          </p:cNvPr>
          <p:cNvCxnSpPr>
            <a:cxnSpLocks/>
            <a:stCxn id="25" idx="4"/>
            <a:endCxn id="12" idx="0"/>
          </p:cNvCxnSpPr>
          <p:nvPr/>
        </p:nvCxnSpPr>
        <p:spPr>
          <a:xfrm flipH="1">
            <a:off x="7962669" y="3738451"/>
            <a:ext cx="51004" cy="113417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2A3F1FF-50EF-C4D4-2CE0-B621E4A99443}"/>
              </a:ext>
            </a:extLst>
          </p:cNvPr>
          <p:cNvSpPr txBox="1"/>
          <p:nvPr/>
        </p:nvSpPr>
        <p:spPr>
          <a:xfrm>
            <a:off x="1296146" y="3549722"/>
            <a:ext cx="714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owns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2C70A9-D16B-E01D-C6E1-861F5422A082}"/>
              </a:ext>
            </a:extLst>
          </p:cNvPr>
          <p:cNvSpPr txBox="1"/>
          <p:nvPr/>
        </p:nvSpPr>
        <p:spPr>
          <a:xfrm>
            <a:off x="2987221" y="3543376"/>
            <a:ext cx="714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owns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41133D-3128-98AC-316D-CE7C19ADA3F3}"/>
              </a:ext>
            </a:extLst>
          </p:cNvPr>
          <p:cNvSpPr txBox="1"/>
          <p:nvPr/>
        </p:nvSpPr>
        <p:spPr>
          <a:xfrm>
            <a:off x="3765175" y="4864356"/>
            <a:ext cx="714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owns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5811E6-67EF-8637-1AC1-3F0A74B5B616}"/>
              </a:ext>
            </a:extLst>
          </p:cNvPr>
          <p:cNvSpPr txBox="1"/>
          <p:nvPr/>
        </p:nvSpPr>
        <p:spPr>
          <a:xfrm>
            <a:off x="2010221" y="4864356"/>
            <a:ext cx="714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owns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1ED618-B2C0-CEDA-CD65-43B720B72C38}"/>
              </a:ext>
            </a:extLst>
          </p:cNvPr>
          <p:cNvSpPr txBox="1"/>
          <p:nvPr/>
        </p:nvSpPr>
        <p:spPr>
          <a:xfrm>
            <a:off x="5773530" y="3828594"/>
            <a:ext cx="1156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owns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B050"/>
                </a:solidFill>
                <a:latin typeface="Aptos" panose="02110004020202020204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Aptos" panose="02110004020202020204"/>
              </a:rPr>
              <a:t>PointsTo</a:t>
            </a:r>
            <a:r>
              <a:rPr lang="en-US" dirty="0">
                <a:solidFill>
                  <a:srgbClr val="00B050"/>
                </a:solidFill>
                <a:latin typeface="Aptos" panose="02110004020202020204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F12710-36D8-D031-FEA0-3BB28D8DD4C1}"/>
              </a:ext>
            </a:extLst>
          </p:cNvPr>
          <p:cNvSpPr txBox="1"/>
          <p:nvPr/>
        </p:nvSpPr>
        <p:spPr>
          <a:xfrm>
            <a:off x="6874682" y="3994631"/>
            <a:ext cx="1156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00B050"/>
                </a:solidFill>
              </a:rPr>
              <a:t>owns</a:t>
            </a:r>
          </a:p>
          <a:p>
            <a:pPr lvl="0" algn="ctr">
              <a:defRPr/>
            </a:pP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PointsTo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1FD236-21A5-3BBC-E3EC-E6573D8FD62E}"/>
              </a:ext>
            </a:extLst>
          </p:cNvPr>
          <p:cNvSpPr txBox="1"/>
          <p:nvPr/>
        </p:nvSpPr>
        <p:spPr>
          <a:xfrm>
            <a:off x="7955165" y="4052118"/>
            <a:ext cx="1156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00B050"/>
                </a:solidFill>
              </a:rPr>
              <a:t>owns</a:t>
            </a:r>
          </a:p>
          <a:p>
            <a:pPr lvl="0" algn="ctr">
              <a:defRPr/>
            </a:pP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PointsTo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CC69E-4E53-C58B-9881-8A9BF902D84A}"/>
              </a:ext>
            </a:extLst>
          </p:cNvPr>
          <p:cNvSpPr txBox="1"/>
          <p:nvPr/>
        </p:nvSpPr>
        <p:spPr>
          <a:xfrm>
            <a:off x="6871961" y="557546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*mut 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E2B7C8-470B-C231-A03D-31D7D4DFBBEB}"/>
              </a:ext>
            </a:extLst>
          </p:cNvPr>
          <p:cNvSpPr txBox="1"/>
          <p:nvPr/>
        </p:nvSpPr>
        <p:spPr>
          <a:xfrm>
            <a:off x="8250236" y="557546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*mut 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663AE3-5E6C-62FC-9276-73874CC2034C}"/>
              </a:ext>
            </a:extLst>
          </p:cNvPr>
          <p:cNvSpPr txBox="1"/>
          <p:nvPr/>
        </p:nvSpPr>
        <p:spPr>
          <a:xfrm>
            <a:off x="6816736" y="467746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*mut 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C76811-1F01-886A-8F99-A6271C2F7D3D}"/>
              </a:ext>
            </a:extLst>
          </p:cNvPr>
          <p:cNvSpPr txBox="1"/>
          <p:nvPr/>
        </p:nvSpPr>
        <p:spPr>
          <a:xfrm>
            <a:off x="8195011" y="467746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*mut 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264E22-DE21-C508-C11B-29745D55A12F}"/>
              </a:ext>
            </a:extLst>
          </p:cNvPr>
          <p:cNvSpPr txBox="1"/>
          <p:nvPr/>
        </p:nvSpPr>
        <p:spPr>
          <a:xfrm>
            <a:off x="9289446" y="3033494"/>
            <a:ext cx="2869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u="sng" dirty="0">
                <a:solidFill>
                  <a:srgbClr val="00B050"/>
                </a:solidFill>
              </a:rPr>
              <a:t>tracked Map&lt;int, </a:t>
            </a:r>
            <a:r>
              <a:rPr lang="en-US" u="sng" dirty="0" err="1">
                <a:solidFill>
                  <a:srgbClr val="00B050"/>
                </a:solidFill>
              </a:rPr>
              <a:t>PointsTo</a:t>
            </a:r>
            <a:r>
              <a:rPr lang="en-US" u="sng" dirty="0">
                <a:solidFill>
                  <a:srgbClr val="00B05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3407591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FAF2-3377-9EAE-A5E4-FF489C4F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permissions in separation logic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EDCBE-8168-688A-8D35-3E9AB0BF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0FF75-5D37-3090-D21A-D62298B6F63A}"/>
              </a:ext>
            </a:extLst>
          </p:cNvPr>
          <p:cNvSpPr txBox="1"/>
          <p:nvPr/>
        </p:nvSpPr>
        <p:spPr>
          <a:xfrm>
            <a:off x="1519667" y="3083761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 ↦ 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ECECD-F7CF-1DD9-5901-413B01877B39}"/>
              </a:ext>
            </a:extLst>
          </p:cNvPr>
          <p:cNvSpPr txBox="1"/>
          <p:nvPr/>
        </p:nvSpPr>
        <p:spPr>
          <a:xfrm>
            <a:off x="3165587" y="3083761"/>
            <a:ext cx="2701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(x ↦</a:t>
            </a:r>
            <a:r>
              <a:rPr lang="en-US" sz="2400" baseline="30000" dirty="0"/>
              <a:t>0.5</a:t>
            </a:r>
            <a:r>
              <a:rPr lang="en-US" sz="2400" dirty="0"/>
              <a:t> v )* (x ↦</a:t>
            </a:r>
            <a:r>
              <a:rPr lang="en-US" sz="2400" baseline="30000" dirty="0"/>
              <a:t>0.5</a:t>
            </a:r>
            <a:r>
              <a:rPr lang="en-US" sz="2400" dirty="0"/>
              <a:t> v)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ADF52B64-23B5-D59E-BB13-CB6178042987}"/>
              </a:ext>
            </a:extLst>
          </p:cNvPr>
          <p:cNvSpPr/>
          <p:nvPr/>
        </p:nvSpPr>
        <p:spPr>
          <a:xfrm>
            <a:off x="2372786" y="3083761"/>
            <a:ext cx="792801" cy="46166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4B657-C527-446B-FD7E-7756A2D87886}"/>
              </a:ext>
            </a:extLst>
          </p:cNvPr>
          <p:cNvSpPr txBox="1"/>
          <p:nvPr/>
        </p:nvSpPr>
        <p:spPr>
          <a:xfrm>
            <a:off x="1223624" y="2120456"/>
            <a:ext cx="9477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Split mutable points-to into multiple “fractional” immutable points-to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35AA0-C5C6-BC9D-E433-DF783EEA2AED}"/>
              </a:ext>
            </a:extLst>
          </p:cNvPr>
          <p:cNvSpPr txBox="1"/>
          <p:nvPr/>
        </p:nvSpPr>
        <p:spPr>
          <a:xfrm>
            <a:off x="1223624" y="3860381"/>
            <a:ext cx="9535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Each fractional permission has a real-number fraction between 0 and 1</a:t>
            </a:r>
          </a:p>
          <a:p>
            <a:r>
              <a:rPr lang="en-US" sz="2400" dirty="0"/>
              <a:t>Together, the fractions add up to 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D2470-BDA9-E21B-277C-E5C800564333}"/>
              </a:ext>
            </a:extLst>
          </p:cNvPr>
          <p:cNvSpPr txBox="1"/>
          <p:nvPr/>
        </p:nvSpPr>
        <p:spPr>
          <a:xfrm>
            <a:off x="6659769" y="3082987"/>
            <a:ext cx="441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(x ↦</a:t>
            </a:r>
            <a:r>
              <a:rPr lang="en-US" sz="2400" baseline="30000" dirty="0"/>
              <a:t>0.5</a:t>
            </a:r>
            <a:r>
              <a:rPr lang="en-US" sz="2400" dirty="0"/>
              <a:t> v )* ((x ↦</a:t>
            </a:r>
            <a:r>
              <a:rPr lang="en-US" sz="2400" baseline="30000" dirty="0"/>
              <a:t>0.1</a:t>
            </a:r>
            <a:r>
              <a:rPr lang="en-US" sz="2400" dirty="0"/>
              <a:t> v) * (x ↦</a:t>
            </a:r>
            <a:r>
              <a:rPr lang="en-US" sz="2400" baseline="30000" dirty="0"/>
              <a:t>0.4</a:t>
            </a:r>
            <a:r>
              <a:rPr lang="en-US" sz="2400" dirty="0"/>
              <a:t> v))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B1B1290C-CBB4-606A-7690-E1968729EDC6}"/>
              </a:ext>
            </a:extLst>
          </p:cNvPr>
          <p:cNvSpPr/>
          <p:nvPr/>
        </p:nvSpPr>
        <p:spPr>
          <a:xfrm>
            <a:off x="5866968" y="3120337"/>
            <a:ext cx="792801" cy="46166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020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EFD0-5F44-26E5-9899-48ED82F9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permissions: Verus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15C6F-BC21-66EC-512E-F087D8D6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74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24F1-B7D5-1BEA-F119-926A316A0CAE}"/>
              </a:ext>
            </a:extLst>
          </p:cNvPr>
          <p:cNvSpPr txBox="1"/>
          <p:nvPr/>
        </p:nvSpPr>
        <p:spPr>
          <a:xfrm>
            <a:off x="619981" y="1327691"/>
            <a:ext cx="5922840" cy="53937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tracked struct </a:t>
            </a:r>
            <a:r>
              <a:rPr lang="en-US" dirty="0" err="1"/>
              <a:t>FracGhost</a:t>
            </a:r>
            <a:r>
              <a:rPr lang="en-US" dirty="0"/>
              <a:t>&lt;T&gt; { ... }</a:t>
            </a:r>
          </a:p>
          <a:p>
            <a:r>
              <a:rPr lang="en-US" dirty="0" err="1"/>
              <a:t>impl</a:t>
            </a:r>
            <a:r>
              <a:rPr lang="en-US" dirty="0"/>
              <a:t>&lt;T&gt; </a:t>
            </a:r>
            <a:r>
              <a:rPr lang="en-US" dirty="0" err="1"/>
              <a:t>FracGhost</a:t>
            </a:r>
            <a:r>
              <a:rPr lang="en-US" dirty="0"/>
              <a:t>&lt;T&gt; {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id(self) -&gt; Loc;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view(self) -&gt; T;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frac(self) -&gt; real;</a:t>
            </a:r>
          </a:p>
          <a:p>
            <a:endParaRPr lang="en-US" sz="1200" dirty="0"/>
          </a:p>
          <a:p>
            <a:r>
              <a:rPr lang="en-US" dirty="0"/>
              <a:t>    proof </a:t>
            </a:r>
            <a:r>
              <a:rPr lang="en-US" dirty="0" err="1"/>
              <a:t>fn</a:t>
            </a:r>
            <a:r>
              <a:rPr lang="en-US" dirty="0"/>
              <a:t> new(v: T) -&gt; (tracked r: </a:t>
            </a:r>
            <a:r>
              <a:rPr lang="en-US" dirty="0" err="1"/>
              <a:t>FracGhost</a:t>
            </a:r>
            <a:r>
              <a:rPr lang="en-US" dirty="0"/>
              <a:t>&lt;T&gt;)</a:t>
            </a:r>
          </a:p>
          <a:p>
            <a:r>
              <a:rPr lang="en-US" dirty="0"/>
              <a:t>        ensures </a:t>
            </a:r>
            <a:r>
              <a:rPr lang="en-US" dirty="0" err="1"/>
              <a:t>r.frac</a:t>
            </a:r>
            <a:r>
              <a:rPr lang="en-US" dirty="0"/>
              <a:t>() == 1.0real, r@ == v;</a:t>
            </a:r>
          </a:p>
          <a:p>
            <a:endParaRPr lang="en-US" sz="1400" dirty="0"/>
          </a:p>
          <a:p>
            <a:r>
              <a:rPr lang="en-US" dirty="0"/>
              <a:t>    proof </a:t>
            </a:r>
            <a:r>
              <a:rPr lang="en-US" dirty="0" err="1"/>
              <a:t>fn</a:t>
            </a:r>
            <a:r>
              <a:rPr lang="en-US" dirty="0"/>
              <a:t> split(tracked &amp;mut self) -&gt; (tracked r: Self)</a:t>
            </a:r>
          </a:p>
          <a:p>
            <a:r>
              <a:rPr lang="en-US" dirty="0"/>
              <a:t>        ensures</a:t>
            </a:r>
          </a:p>
          <a:p>
            <a:r>
              <a:rPr lang="en-US" dirty="0"/>
              <a:t>            final(self).frac() == old(self).frac() / 2.0real,</a:t>
            </a:r>
          </a:p>
          <a:p>
            <a:r>
              <a:rPr lang="en-US" dirty="0"/>
              <a:t>            </a:t>
            </a:r>
            <a:r>
              <a:rPr lang="en-US" dirty="0" err="1"/>
              <a:t>r.frac</a:t>
            </a:r>
            <a:r>
              <a:rPr lang="en-US" dirty="0"/>
              <a:t>() == old(self).frac() / 2.0real,</a:t>
            </a:r>
          </a:p>
          <a:p>
            <a:r>
              <a:rPr lang="en-US" dirty="0"/>
              <a:t>            …;</a:t>
            </a:r>
          </a:p>
          <a:p>
            <a:endParaRPr lang="en-US" sz="1050" dirty="0"/>
          </a:p>
          <a:p>
            <a:r>
              <a:rPr lang="en-US" dirty="0"/>
              <a:t>    proof </a:t>
            </a:r>
            <a:r>
              <a:rPr lang="en-US" dirty="0" err="1"/>
              <a:t>fn</a:t>
            </a:r>
            <a:r>
              <a:rPr lang="en-US" dirty="0"/>
              <a:t> combine(tracked &amp;mut self, tracked x: Self)</a:t>
            </a:r>
          </a:p>
          <a:p>
            <a:r>
              <a:rPr lang="en-US" dirty="0"/>
              <a:t>        requires old(self).id() == x.id(),</a:t>
            </a:r>
          </a:p>
          <a:p>
            <a:r>
              <a:rPr lang="en-US" dirty="0"/>
              <a:t>        ensures ..., final(self).frac() == old(self).frac() + </a:t>
            </a:r>
            <a:r>
              <a:rPr lang="en-US" dirty="0" err="1"/>
              <a:t>x.frac</a:t>
            </a:r>
            <a:r>
              <a:rPr lang="en-US" dirty="0"/>
              <a:t>(),</a:t>
            </a:r>
          </a:p>
          <a:p>
            <a:r>
              <a:rPr lang="en-US" dirty="0"/>
              <a:t>...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A4D95-3C13-8B81-7AF0-FCFA4B3AFD77}"/>
              </a:ext>
            </a:extLst>
          </p:cNvPr>
          <p:cNvSpPr txBox="1"/>
          <p:nvPr/>
        </p:nvSpPr>
        <p:spPr>
          <a:xfrm>
            <a:off x="6739128" y="1938528"/>
            <a:ext cx="5149423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proof </a:t>
            </a:r>
            <a:r>
              <a:rPr lang="en-US" sz="2000" dirty="0" err="1"/>
              <a:t>fn</a:t>
            </a:r>
            <a:r>
              <a:rPr lang="en-US" sz="2000" dirty="0"/>
              <a:t> test() {</a:t>
            </a:r>
          </a:p>
          <a:p>
            <a:r>
              <a:rPr lang="en-US" sz="2000" dirty="0"/>
              <a:t>    let tracked mut x = </a:t>
            </a:r>
            <a:r>
              <a:rPr lang="en-US" sz="2000" dirty="0" err="1"/>
              <a:t>FracGhost</a:t>
            </a:r>
            <a:r>
              <a:rPr lang="en-US" sz="2000" dirty="0"/>
              <a:t>::new(100int);</a:t>
            </a:r>
          </a:p>
          <a:p>
            <a:endParaRPr lang="en-US" sz="2000" dirty="0"/>
          </a:p>
          <a:p>
            <a:r>
              <a:rPr lang="en-US" sz="2000" dirty="0"/>
              <a:t>    let tracked y = </a:t>
            </a:r>
            <a:r>
              <a:rPr lang="en-US" sz="2000" dirty="0" err="1"/>
              <a:t>x.split</a:t>
            </a:r>
            <a:r>
              <a:rPr lang="en-US" sz="2000" dirty="0"/>
              <a:t>();</a:t>
            </a:r>
          </a:p>
          <a:p>
            <a:r>
              <a:rPr lang="en-US" sz="2000" dirty="0"/>
              <a:t>    assert(</a:t>
            </a:r>
            <a:r>
              <a:rPr lang="en-US" sz="2000" dirty="0" err="1"/>
              <a:t>x.frac</a:t>
            </a:r>
            <a:r>
              <a:rPr lang="en-US" sz="2000" dirty="0"/>
              <a:t>() == 0.5real);</a:t>
            </a:r>
          </a:p>
          <a:p>
            <a:r>
              <a:rPr lang="en-US" sz="2000" dirty="0"/>
              <a:t>    assert(</a:t>
            </a:r>
            <a:r>
              <a:rPr lang="en-US" sz="2000" dirty="0" err="1"/>
              <a:t>y.frac</a:t>
            </a:r>
            <a:r>
              <a:rPr lang="en-US" sz="2000" dirty="0"/>
              <a:t>() == 0.5real);</a:t>
            </a:r>
          </a:p>
          <a:p>
            <a:r>
              <a:rPr lang="en-US" sz="2000" dirty="0"/>
              <a:t>    assert(x@ == 100);</a:t>
            </a:r>
          </a:p>
          <a:p>
            <a:r>
              <a:rPr lang="en-US" sz="2000" dirty="0"/>
              <a:t>    assert(y@ == 100);</a:t>
            </a:r>
          </a:p>
          <a:p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err="1"/>
              <a:t>x.combine</a:t>
            </a:r>
            <a:r>
              <a:rPr lang="en-US" sz="2000" dirty="0"/>
              <a:t>(y);</a:t>
            </a:r>
          </a:p>
          <a:p>
            <a:r>
              <a:rPr lang="en-US" sz="2000" dirty="0"/>
              <a:t>    assert(</a:t>
            </a:r>
            <a:r>
              <a:rPr lang="en-US" sz="2000" dirty="0" err="1"/>
              <a:t>x.frac</a:t>
            </a:r>
            <a:r>
              <a:rPr lang="en-US" sz="2000" dirty="0"/>
              <a:t>() == 1.0real);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1806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3243B-6251-7F6B-172A-B2161ABC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3382-5F11-CD7F-5E14-170FF15CB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Concurrency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E9BB2-EDED-84A7-4DE1-DBE0872D2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110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FD4F-5957-B802-EE9B-37F553D2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via ownership/separation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C8A45A-73C2-4F53-C32B-556DC860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E48AA-3AE4-4FE0-BC41-2F28C26397F8}" type="slidenum">
              <a:rPr lang="en-US" smtClean="0"/>
              <a:t>76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F76E9-190B-68EA-13D2-DD8F4DF37B54}"/>
              </a:ext>
            </a:extLst>
          </p:cNvPr>
          <p:cNvSpPr txBox="1"/>
          <p:nvPr/>
        </p:nvSpPr>
        <p:spPr>
          <a:xfrm>
            <a:off x="838200" y="1388936"/>
            <a:ext cx="558954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fn</a:t>
            </a:r>
            <a:r>
              <a:rPr lang="es-ES" dirty="0"/>
              <a:t> f(x: Vec&lt;u8&gt;, y: Vec&lt;u8&gt;) {</a:t>
            </a:r>
          </a:p>
          <a:p>
            <a:r>
              <a:rPr lang="en-US" dirty="0"/>
              <a:t>    let </a:t>
            </a:r>
            <a:r>
              <a:rPr lang="en-US" dirty="0" err="1"/>
              <a:t>thread_a</a:t>
            </a:r>
            <a:r>
              <a:rPr lang="en-US" dirty="0"/>
              <a:t> = std::thread::spawn(|| {</a:t>
            </a:r>
          </a:p>
          <a:p>
            <a:r>
              <a:rPr lang="en-US" dirty="0"/>
              <a:t>        let mut x = x;</a:t>
            </a:r>
          </a:p>
          <a:p>
            <a:r>
              <a:rPr lang="en-US" dirty="0"/>
              <a:t>        </a:t>
            </a:r>
            <a:r>
              <a:rPr lang="en-US" dirty="0" err="1"/>
              <a:t>x.push</a:t>
            </a:r>
            <a:r>
              <a:rPr lang="en-US" dirty="0"/>
              <a:t>(10);</a:t>
            </a:r>
          </a:p>
          <a:p>
            <a:r>
              <a:rPr lang="en-US" dirty="0"/>
              <a:t>        x</a:t>
            </a:r>
          </a:p>
          <a:p>
            <a:r>
              <a:rPr lang="en-US" dirty="0"/>
              <a:t>    });</a:t>
            </a:r>
          </a:p>
          <a:p>
            <a:endParaRPr lang="en-US" sz="1100" dirty="0"/>
          </a:p>
          <a:p>
            <a:r>
              <a:rPr lang="en-US" dirty="0"/>
              <a:t>    let </a:t>
            </a:r>
            <a:r>
              <a:rPr lang="en-US" dirty="0" err="1"/>
              <a:t>thread_b</a:t>
            </a:r>
            <a:r>
              <a:rPr lang="en-US" dirty="0"/>
              <a:t> = std::thread::spawn(|| {</a:t>
            </a:r>
          </a:p>
          <a:p>
            <a:r>
              <a:rPr lang="en-US" dirty="0"/>
              <a:t>        let mut y = y;</a:t>
            </a:r>
          </a:p>
          <a:p>
            <a:r>
              <a:rPr lang="en-US" dirty="0"/>
              <a:t>        </a:t>
            </a:r>
            <a:r>
              <a:rPr lang="en-US" dirty="0" err="1"/>
              <a:t>y.push</a:t>
            </a:r>
            <a:r>
              <a:rPr lang="en-US" dirty="0"/>
              <a:t>(20);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C00000"/>
                </a:solidFill>
              </a:rPr>
              <a:t>// let lx = </a:t>
            </a:r>
            <a:r>
              <a:rPr lang="en-US" dirty="0" err="1">
                <a:solidFill>
                  <a:srgbClr val="C00000"/>
                </a:solidFill>
              </a:rPr>
              <a:t>x.len</a:t>
            </a:r>
            <a:r>
              <a:rPr lang="en-US" dirty="0">
                <a:solidFill>
                  <a:srgbClr val="C00000"/>
                </a:solidFill>
              </a:rPr>
              <a:t>(); // error: x was moved into thread a</a:t>
            </a:r>
          </a:p>
          <a:p>
            <a:r>
              <a:rPr lang="en-US" dirty="0"/>
              <a:t>        y</a:t>
            </a:r>
          </a:p>
          <a:p>
            <a:r>
              <a:rPr lang="en-US" dirty="0"/>
              <a:t>    });</a:t>
            </a:r>
          </a:p>
          <a:p>
            <a:endParaRPr lang="en-US" sz="1100" dirty="0"/>
          </a:p>
          <a:p>
            <a:r>
              <a:rPr lang="en-US" dirty="0">
                <a:solidFill>
                  <a:srgbClr val="C00000"/>
                </a:solidFill>
              </a:rPr>
              <a:t>    // let lx = </a:t>
            </a:r>
            <a:r>
              <a:rPr lang="en-US" dirty="0" err="1">
                <a:solidFill>
                  <a:srgbClr val="C00000"/>
                </a:solidFill>
              </a:rPr>
              <a:t>x.len</a:t>
            </a:r>
            <a:r>
              <a:rPr lang="en-US" dirty="0">
                <a:solidFill>
                  <a:srgbClr val="C00000"/>
                </a:solidFill>
              </a:rPr>
              <a:t>(); // error: x was moved into thread a</a:t>
            </a:r>
          </a:p>
          <a:p>
            <a:r>
              <a:rPr lang="en-US" dirty="0"/>
              <a:t>    if let (Ok(x), Ok(y)) = (</a:t>
            </a:r>
            <a:r>
              <a:rPr lang="en-US" dirty="0" err="1"/>
              <a:t>thread_a.join</a:t>
            </a:r>
            <a:r>
              <a:rPr lang="en-US" dirty="0"/>
              <a:t>(), </a:t>
            </a:r>
            <a:r>
              <a:rPr lang="en-US" dirty="0" err="1"/>
              <a:t>thread_b.join</a:t>
            </a:r>
            <a:r>
              <a:rPr lang="en-US" dirty="0"/>
              <a:t>()) {</a:t>
            </a:r>
          </a:p>
          <a:p>
            <a:r>
              <a:rPr lang="en-US" dirty="0"/>
              <a:t>        let lx = </a:t>
            </a:r>
            <a:r>
              <a:rPr lang="en-US" dirty="0" err="1"/>
              <a:t>x.len</a:t>
            </a:r>
            <a:r>
              <a:rPr lang="en-US" dirty="0"/>
              <a:t>();</a:t>
            </a:r>
          </a:p>
          <a:p>
            <a:r>
              <a:rPr lang="en-US" dirty="0"/>
              <a:t>        let </a:t>
            </a:r>
            <a:r>
              <a:rPr lang="en-US" dirty="0" err="1"/>
              <a:t>ly</a:t>
            </a:r>
            <a:r>
              <a:rPr lang="en-US" dirty="0"/>
              <a:t> = </a:t>
            </a:r>
            <a:r>
              <a:rPr lang="en-US" dirty="0" err="1"/>
              <a:t>y.len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540FE23-7E50-33E6-C8DA-19E283E8C856}"/>
              </a:ext>
            </a:extLst>
          </p:cNvPr>
          <p:cNvSpPr/>
          <p:nvPr/>
        </p:nvSpPr>
        <p:spPr>
          <a:xfrm>
            <a:off x="9148689" y="3300984"/>
            <a:ext cx="269971" cy="1358972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E00CF-D5CE-D276-81F5-56B81AFEDF3A}"/>
              </a:ext>
            </a:extLst>
          </p:cNvPr>
          <p:cNvSpPr txBox="1"/>
          <p:nvPr/>
        </p:nvSpPr>
        <p:spPr>
          <a:xfrm>
            <a:off x="8737151" y="1841526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C4F50E6-354B-C8CE-445D-9A465B97FCDF}"/>
              </a:ext>
            </a:extLst>
          </p:cNvPr>
          <p:cNvSpPr/>
          <p:nvPr/>
        </p:nvSpPr>
        <p:spPr>
          <a:xfrm>
            <a:off x="10911995" y="3300984"/>
            <a:ext cx="269971" cy="1358972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D15F0-C3F4-9147-110A-1289A52C7159}"/>
              </a:ext>
            </a:extLst>
          </p:cNvPr>
          <p:cNvSpPr txBox="1"/>
          <p:nvPr/>
        </p:nvSpPr>
        <p:spPr>
          <a:xfrm>
            <a:off x="10437935" y="1841526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835B896-D11C-4482-0ED0-256512CEFDCB}"/>
              </a:ext>
            </a:extLst>
          </p:cNvPr>
          <p:cNvSpPr/>
          <p:nvPr/>
        </p:nvSpPr>
        <p:spPr>
          <a:xfrm>
            <a:off x="7295633" y="2444932"/>
            <a:ext cx="269971" cy="2913452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4C9C0-10D0-FD33-4C49-92C098B1D7B7}"/>
              </a:ext>
            </a:extLst>
          </p:cNvPr>
          <p:cNvSpPr txBox="1"/>
          <p:nvPr/>
        </p:nvSpPr>
        <p:spPr>
          <a:xfrm>
            <a:off x="6589898" y="1836977"/>
            <a:ext cx="1912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parent thread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AA991-89DB-3E83-9F1F-E6686B5B5095}"/>
              </a:ext>
            </a:extLst>
          </p:cNvPr>
          <p:cNvSpPr txBox="1"/>
          <p:nvPr/>
        </p:nvSpPr>
        <p:spPr>
          <a:xfrm>
            <a:off x="7735824" y="24449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4F791-EB0B-2C53-978B-86E40184767A}"/>
              </a:ext>
            </a:extLst>
          </p:cNvPr>
          <p:cNvSpPr txBox="1"/>
          <p:nvPr/>
        </p:nvSpPr>
        <p:spPr>
          <a:xfrm>
            <a:off x="8193302" y="24449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258955-CFEB-3B07-B63D-59DF46509891}"/>
              </a:ext>
            </a:extLst>
          </p:cNvPr>
          <p:cNvCxnSpPr>
            <a:stCxn id="11" idx="2"/>
          </p:cNvCxnSpPr>
          <p:nvPr/>
        </p:nvCxnSpPr>
        <p:spPr>
          <a:xfrm>
            <a:off x="7879453" y="2814264"/>
            <a:ext cx="1331758" cy="48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15DB7A-90DE-E854-3CFF-CE661F34E62F}"/>
              </a:ext>
            </a:extLst>
          </p:cNvPr>
          <p:cNvCxnSpPr>
            <a:stCxn id="12" idx="3"/>
          </p:cNvCxnSpPr>
          <p:nvPr/>
        </p:nvCxnSpPr>
        <p:spPr>
          <a:xfrm>
            <a:off x="8480560" y="2629598"/>
            <a:ext cx="2431435" cy="579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270C26-1522-5B03-07B5-A8D59F731CA8}"/>
              </a:ext>
            </a:extLst>
          </p:cNvPr>
          <p:cNvCxnSpPr/>
          <p:nvPr/>
        </p:nvCxnSpPr>
        <p:spPr>
          <a:xfrm flipH="1">
            <a:off x="7671816" y="4659956"/>
            <a:ext cx="1476873" cy="314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B13A07-DF4D-CF34-5DE0-7BF311F7BD86}"/>
              </a:ext>
            </a:extLst>
          </p:cNvPr>
          <p:cNvCxnSpPr/>
          <p:nvPr/>
        </p:nvCxnSpPr>
        <p:spPr>
          <a:xfrm flipH="1">
            <a:off x="7879453" y="4659956"/>
            <a:ext cx="2965331" cy="414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D84AFE4-AB8E-4099-56AF-CE859AD433C9}"/>
              </a:ext>
            </a:extLst>
          </p:cNvPr>
          <p:cNvSpPr txBox="1"/>
          <p:nvPr/>
        </p:nvSpPr>
        <p:spPr>
          <a:xfrm>
            <a:off x="9406128" y="324655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FB2CE4-E0B9-0D08-DFE5-ED5CA596C38B}"/>
              </a:ext>
            </a:extLst>
          </p:cNvPr>
          <p:cNvSpPr txBox="1"/>
          <p:nvPr/>
        </p:nvSpPr>
        <p:spPr>
          <a:xfrm>
            <a:off x="11143766" y="324655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F33811-A81E-52FB-533F-3F0920594276}"/>
              </a:ext>
            </a:extLst>
          </p:cNvPr>
          <p:cNvSpPr txBox="1"/>
          <p:nvPr/>
        </p:nvSpPr>
        <p:spPr>
          <a:xfrm>
            <a:off x="7668613" y="499091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E2516-0BDC-2103-AE3D-9AFA281ADB92}"/>
              </a:ext>
            </a:extLst>
          </p:cNvPr>
          <p:cNvSpPr txBox="1"/>
          <p:nvPr/>
        </p:nvSpPr>
        <p:spPr>
          <a:xfrm>
            <a:off x="7465853" y="483996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427FBC-7EAB-6FA5-F244-FCF19088EA02}"/>
              </a:ext>
            </a:extLst>
          </p:cNvPr>
          <p:cNvSpPr txBox="1"/>
          <p:nvPr/>
        </p:nvSpPr>
        <p:spPr>
          <a:xfrm>
            <a:off x="5635230" y="5925702"/>
            <a:ext cx="539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Concurrency is relatively easy when state is separate</a:t>
            </a:r>
          </a:p>
          <a:p>
            <a:r>
              <a:rPr lang="en-US" i="1" dirty="0"/>
              <a:t>But what if state is shared between threads?</a:t>
            </a:r>
          </a:p>
        </p:txBody>
      </p:sp>
    </p:spTree>
    <p:extLst>
      <p:ext uri="{BB962C8B-B14F-4D97-AF65-F5344CB8AC3E}">
        <p14:creationId xmlns:p14="http://schemas.microsoft.com/office/powerpoint/2010/main" val="15336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E82596B-E1A1-C3CA-B7CF-9B894314BB06}"/>
              </a:ext>
            </a:extLst>
          </p:cNvPr>
          <p:cNvSpPr/>
          <p:nvPr/>
        </p:nvSpPr>
        <p:spPr>
          <a:xfrm>
            <a:off x="7001691" y="1864178"/>
            <a:ext cx="2605218" cy="19580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A73D-AE54-CAA1-E7A8-50FF8EAC8D93}"/>
              </a:ext>
            </a:extLst>
          </p:cNvPr>
          <p:cNvSpPr/>
          <p:nvPr/>
        </p:nvSpPr>
        <p:spPr>
          <a:xfrm>
            <a:off x="1227909" y="1795299"/>
            <a:ext cx="2743200" cy="19580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CB787-02C0-455F-C7DB-1EABBDDB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with shared state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18319-B621-7677-6525-DB757FE38C62}"/>
              </a:ext>
            </a:extLst>
          </p:cNvPr>
          <p:cNvSpPr txBox="1"/>
          <p:nvPr/>
        </p:nvSpPr>
        <p:spPr>
          <a:xfrm>
            <a:off x="838200" y="1333635"/>
            <a:ext cx="385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Perspective #1: whole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1CF7F-B831-3FCE-0BF7-D039B74E52CD}"/>
              </a:ext>
            </a:extLst>
          </p:cNvPr>
          <p:cNvSpPr txBox="1"/>
          <p:nvPr/>
        </p:nvSpPr>
        <p:spPr>
          <a:xfrm>
            <a:off x="6716485" y="1333635"/>
            <a:ext cx="4358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Perspective #2: one thread’s view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5327BD9-CCDA-51E1-9A9A-80736B5AE628}"/>
              </a:ext>
            </a:extLst>
          </p:cNvPr>
          <p:cNvSpPr/>
          <p:nvPr/>
        </p:nvSpPr>
        <p:spPr>
          <a:xfrm>
            <a:off x="1523995" y="2508071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F942F4-DFD6-693E-CD68-08620D11755D}"/>
              </a:ext>
            </a:extLst>
          </p:cNvPr>
          <p:cNvSpPr/>
          <p:nvPr/>
        </p:nvSpPr>
        <p:spPr>
          <a:xfrm>
            <a:off x="1915881" y="2508071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0DD644-4337-3B0C-58A5-BA269A3579AF}"/>
              </a:ext>
            </a:extLst>
          </p:cNvPr>
          <p:cNvSpPr/>
          <p:nvPr/>
        </p:nvSpPr>
        <p:spPr>
          <a:xfrm>
            <a:off x="2307767" y="2508071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9637E2-FD7E-6439-BAA9-CFB2312DC850}"/>
              </a:ext>
            </a:extLst>
          </p:cNvPr>
          <p:cNvSpPr/>
          <p:nvPr/>
        </p:nvSpPr>
        <p:spPr>
          <a:xfrm>
            <a:off x="2963898" y="2739754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BACBAB-35A8-5050-25A8-EB058B812858}"/>
              </a:ext>
            </a:extLst>
          </p:cNvPr>
          <p:cNvSpPr/>
          <p:nvPr/>
        </p:nvSpPr>
        <p:spPr>
          <a:xfrm>
            <a:off x="3368855" y="2923540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5FEA47-3E01-C8FF-5889-3CA89F3E4157}"/>
              </a:ext>
            </a:extLst>
          </p:cNvPr>
          <p:cNvSpPr/>
          <p:nvPr/>
        </p:nvSpPr>
        <p:spPr>
          <a:xfrm>
            <a:off x="2881761" y="3151232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E956D5-FE2E-D2CF-B6D8-4DE2AD70F30D}"/>
              </a:ext>
            </a:extLst>
          </p:cNvPr>
          <p:cNvSpPr/>
          <p:nvPr/>
        </p:nvSpPr>
        <p:spPr>
          <a:xfrm>
            <a:off x="3233869" y="3299277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034E3A-8D84-9C1F-CED7-5A1658ECBF13}"/>
              </a:ext>
            </a:extLst>
          </p:cNvPr>
          <p:cNvSpPr txBox="1"/>
          <p:nvPr/>
        </p:nvSpPr>
        <p:spPr>
          <a:xfrm>
            <a:off x="1538595" y="2079914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350213-CB89-DCB0-E5CB-74367A729BA8}"/>
              </a:ext>
            </a:extLst>
          </p:cNvPr>
          <p:cNvSpPr txBox="1"/>
          <p:nvPr/>
        </p:nvSpPr>
        <p:spPr>
          <a:xfrm>
            <a:off x="3006220" y="2126081"/>
            <a:ext cx="82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D98058-1ED6-1E79-B2D9-AEE0F164C65D}"/>
              </a:ext>
            </a:extLst>
          </p:cNvPr>
          <p:cNvSpPr/>
          <p:nvPr/>
        </p:nvSpPr>
        <p:spPr>
          <a:xfrm>
            <a:off x="1227909" y="4280258"/>
            <a:ext cx="2743200" cy="19580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86C771-EAAC-7D50-6E80-3B9D29350863}"/>
              </a:ext>
            </a:extLst>
          </p:cNvPr>
          <p:cNvSpPr/>
          <p:nvPr/>
        </p:nvSpPr>
        <p:spPr>
          <a:xfrm>
            <a:off x="1523995" y="499303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C2CE852-D0B0-1DCA-8F38-040657BDCC2C}"/>
              </a:ext>
            </a:extLst>
          </p:cNvPr>
          <p:cNvSpPr/>
          <p:nvPr/>
        </p:nvSpPr>
        <p:spPr>
          <a:xfrm>
            <a:off x="1915881" y="499303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FA3A537-E990-CA37-3B0E-A73296E5229D}"/>
              </a:ext>
            </a:extLst>
          </p:cNvPr>
          <p:cNvSpPr/>
          <p:nvPr/>
        </p:nvSpPr>
        <p:spPr>
          <a:xfrm>
            <a:off x="2307767" y="499303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5F1CA41-5774-7D23-B816-3C7061EDAC50}"/>
              </a:ext>
            </a:extLst>
          </p:cNvPr>
          <p:cNvSpPr/>
          <p:nvPr/>
        </p:nvSpPr>
        <p:spPr>
          <a:xfrm>
            <a:off x="2963898" y="5224713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C382172-15CA-B472-3397-90A91F3687FC}"/>
              </a:ext>
            </a:extLst>
          </p:cNvPr>
          <p:cNvSpPr/>
          <p:nvPr/>
        </p:nvSpPr>
        <p:spPr>
          <a:xfrm>
            <a:off x="3368855" y="5408499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DDBC32B-1931-C72F-FBDE-CA90963D42E5}"/>
              </a:ext>
            </a:extLst>
          </p:cNvPr>
          <p:cNvSpPr/>
          <p:nvPr/>
        </p:nvSpPr>
        <p:spPr>
          <a:xfrm>
            <a:off x="2881761" y="5636191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F71C7DC-D6C4-B2F8-9620-15C119837A38}"/>
              </a:ext>
            </a:extLst>
          </p:cNvPr>
          <p:cNvSpPr/>
          <p:nvPr/>
        </p:nvSpPr>
        <p:spPr>
          <a:xfrm>
            <a:off x="3233869" y="5784236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94CFBF-886D-78F5-3D6B-8C91F0AAFA82}"/>
              </a:ext>
            </a:extLst>
          </p:cNvPr>
          <p:cNvSpPr txBox="1"/>
          <p:nvPr/>
        </p:nvSpPr>
        <p:spPr>
          <a:xfrm>
            <a:off x="1538595" y="4564873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692126-DFD8-3F2B-DB43-B2C57FEA1704}"/>
              </a:ext>
            </a:extLst>
          </p:cNvPr>
          <p:cNvSpPr txBox="1"/>
          <p:nvPr/>
        </p:nvSpPr>
        <p:spPr>
          <a:xfrm>
            <a:off x="3006220" y="4611040"/>
            <a:ext cx="82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FF9D7776-6EE5-B920-547C-33FD3834B44E}"/>
              </a:ext>
            </a:extLst>
          </p:cNvPr>
          <p:cNvSpPr/>
          <p:nvPr/>
        </p:nvSpPr>
        <p:spPr>
          <a:xfrm>
            <a:off x="2436790" y="3840478"/>
            <a:ext cx="358661" cy="3809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3F06A4-65B1-7C7C-E864-25E467F1A921}"/>
              </a:ext>
            </a:extLst>
          </p:cNvPr>
          <p:cNvSpPr txBox="1"/>
          <p:nvPr/>
        </p:nvSpPr>
        <p:spPr>
          <a:xfrm>
            <a:off x="2765555" y="3839708"/>
            <a:ext cx="92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steps to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09EF4A-C970-B43F-E635-CDF5B7BE0830}"/>
              </a:ext>
            </a:extLst>
          </p:cNvPr>
          <p:cNvSpPr/>
          <p:nvPr/>
        </p:nvSpPr>
        <p:spPr>
          <a:xfrm>
            <a:off x="10639136" y="1866111"/>
            <a:ext cx="1268720" cy="44640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684AB14-1C70-7B1E-CC5A-6BA091D51D6C}"/>
              </a:ext>
            </a:extLst>
          </p:cNvPr>
          <p:cNvSpPr/>
          <p:nvPr/>
        </p:nvSpPr>
        <p:spPr>
          <a:xfrm>
            <a:off x="10935222" y="354554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E22C54C-64EF-15B6-963D-B3821E590FD9}"/>
              </a:ext>
            </a:extLst>
          </p:cNvPr>
          <p:cNvSpPr/>
          <p:nvPr/>
        </p:nvSpPr>
        <p:spPr>
          <a:xfrm>
            <a:off x="11327108" y="354554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145FA8-86A9-5B15-0EB3-3B43117D5857}"/>
              </a:ext>
            </a:extLst>
          </p:cNvPr>
          <p:cNvSpPr/>
          <p:nvPr/>
        </p:nvSpPr>
        <p:spPr>
          <a:xfrm>
            <a:off x="7481729" y="242969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676D75-C027-72FC-A5DE-4D07A95041E8}"/>
              </a:ext>
            </a:extLst>
          </p:cNvPr>
          <p:cNvSpPr/>
          <p:nvPr/>
        </p:nvSpPr>
        <p:spPr>
          <a:xfrm>
            <a:off x="8552051" y="2810567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1B4373-F001-4318-FA44-1CC24145DD22}"/>
              </a:ext>
            </a:extLst>
          </p:cNvPr>
          <p:cNvSpPr/>
          <p:nvPr/>
        </p:nvSpPr>
        <p:spPr>
          <a:xfrm>
            <a:off x="8957008" y="2994353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910EA55-88E5-024C-F6BC-3AB78F5D9AC0}"/>
              </a:ext>
            </a:extLst>
          </p:cNvPr>
          <p:cNvSpPr/>
          <p:nvPr/>
        </p:nvSpPr>
        <p:spPr>
          <a:xfrm>
            <a:off x="8469914" y="3222045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B94941E-EBAA-4759-A8CA-1E63F4269D47}"/>
              </a:ext>
            </a:extLst>
          </p:cNvPr>
          <p:cNvSpPr/>
          <p:nvPr/>
        </p:nvSpPr>
        <p:spPr>
          <a:xfrm>
            <a:off x="8822022" y="3370090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3FD3D6-C27F-1B44-B542-99B62DDFB915}"/>
              </a:ext>
            </a:extLst>
          </p:cNvPr>
          <p:cNvSpPr txBox="1"/>
          <p:nvPr/>
        </p:nvSpPr>
        <p:spPr>
          <a:xfrm>
            <a:off x="10951102" y="2937380"/>
            <a:ext cx="898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27E815-532E-37FA-A898-5562AB3F8E59}"/>
              </a:ext>
            </a:extLst>
          </p:cNvPr>
          <p:cNvSpPr txBox="1"/>
          <p:nvPr/>
        </p:nvSpPr>
        <p:spPr>
          <a:xfrm>
            <a:off x="8594373" y="2196894"/>
            <a:ext cx="82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6DAA9F75-38DE-57B3-2256-B0D3075675E5}"/>
              </a:ext>
            </a:extLst>
          </p:cNvPr>
          <p:cNvSpPr/>
          <p:nvPr/>
        </p:nvSpPr>
        <p:spPr>
          <a:xfrm>
            <a:off x="7548624" y="3902689"/>
            <a:ext cx="358661" cy="3809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03C325-DE24-2AFE-B07D-5E8DA02AB262}"/>
              </a:ext>
            </a:extLst>
          </p:cNvPr>
          <p:cNvSpPr txBox="1"/>
          <p:nvPr/>
        </p:nvSpPr>
        <p:spPr>
          <a:xfrm>
            <a:off x="7877389" y="3901919"/>
            <a:ext cx="92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steps to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DE393D-027D-034F-A0C2-1DF7740400E0}"/>
              </a:ext>
            </a:extLst>
          </p:cNvPr>
          <p:cNvSpPr/>
          <p:nvPr/>
        </p:nvSpPr>
        <p:spPr>
          <a:xfrm>
            <a:off x="7001691" y="4372033"/>
            <a:ext cx="2605218" cy="19580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230954D-A6CE-B89B-F55A-B501371BD5C0}"/>
              </a:ext>
            </a:extLst>
          </p:cNvPr>
          <p:cNvSpPr/>
          <p:nvPr/>
        </p:nvSpPr>
        <p:spPr>
          <a:xfrm>
            <a:off x="7476148" y="4921653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7E44E26-46C5-BB1D-2292-5D68E13BB435}"/>
              </a:ext>
            </a:extLst>
          </p:cNvPr>
          <p:cNvSpPr/>
          <p:nvPr/>
        </p:nvSpPr>
        <p:spPr>
          <a:xfrm>
            <a:off x="8493492" y="5318422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BCCA4B9-8043-F02C-B7EB-6741D6E6F8A9}"/>
              </a:ext>
            </a:extLst>
          </p:cNvPr>
          <p:cNvSpPr/>
          <p:nvPr/>
        </p:nvSpPr>
        <p:spPr>
          <a:xfrm>
            <a:off x="8898449" y="5502208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89EFE16-D382-F82A-9BB0-32E393DF83B2}"/>
              </a:ext>
            </a:extLst>
          </p:cNvPr>
          <p:cNvSpPr/>
          <p:nvPr/>
        </p:nvSpPr>
        <p:spPr>
          <a:xfrm>
            <a:off x="8411355" y="5729900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046A610-783E-B063-3247-16C8E71A691B}"/>
              </a:ext>
            </a:extLst>
          </p:cNvPr>
          <p:cNvSpPr/>
          <p:nvPr/>
        </p:nvSpPr>
        <p:spPr>
          <a:xfrm>
            <a:off x="8763463" y="5877945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4AA30B-7977-6CD3-98A5-1595320C05F0}"/>
              </a:ext>
            </a:extLst>
          </p:cNvPr>
          <p:cNvSpPr txBox="1"/>
          <p:nvPr/>
        </p:nvSpPr>
        <p:spPr>
          <a:xfrm>
            <a:off x="8535814" y="4704749"/>
            <a:ext cx="82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330483A5-DC15-B40E-6761-FC39ADBB2D0D}"/>
              </a:ext>
            </a:extLst>
          </p:cNvPr>
          <p:cNvSpPr/>
          <p:nvPr/>
        </p:nvSpPr>
        <p:spPr>
          <a:xfrm flipH="1">
            <a:off x="9364417" y="3183189"/>
            <a:ext cx="1447799" cy="4195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BFE169-7BED-49E2-BBE3-58DF6C2D0962}"/>
              </a:ext>
            </a:extLst>
          </p:cNvPr>
          <p:cNvSpPr txBox="1"/>
          <p:nvPr/>
        </p:nvSpPr>
        <p:spPr>
          <a:xfrm>
            <a:off x="9708099" y="3440254"/>
            <a:ext cx="1000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interfere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32F454-46C9-4950-C935-AFC32192D93B}"/>
              </a:ext>
            </a:extLst>
          </p:cNvPr>
          <p:cNvSpPr txBox="1"/>
          <p:nvPr/>
        </p:nvSpPr>
        <p:spPr>
          <a:xfrm>
            <a:off x="6876503" y="6357824"/>
            <a:ext cx="2810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Rely-Guarantee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F83C5-24AC-86D6-36C8-F5D6AF5098CF}"/>
              </a:ext>
            </a:extLst>
          </p:cNvPr>
          <p:cNvSpPr txBox="1"/>
          <p:nvPr/>
        </p:nvSpPr>
        <p:spPr>
          <a:xfrm>
            <a:off x="582153" y="6317999"/>
            <a:ext cx="4426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Unwieldy for verifying large </a:t>
            </a:r>
            <a:r>
              <a:rPr lang="en-US" sz="2000" dirty="0"/>
              <a:t>systems</a:t>
            </a:r>
            <a:r>
              <a:rPr lang="en-US" dirty="0"/>
              <a:t>, though</a:t>
            </a:r>
          </a:p>
        </p:txBody>
      </p:sp>
    </p:spTree>
    <p:extLst>
      <p:ext uri="{BB962C8B-B14F-4D97-AF65-F5344CB8AC3E}">
        <p14:creationId xmlns:p14="http://schemas.microsoft.com/office/powerpoint/2010/main" val="20747425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E82596B-E1A1-C3CA-B7CF-9B894314BB06}"/>
              </a:ext>
            </a:extLst>
          </p:cNvPr>
          <p:cNvSpPr/>
          <p:nvPr/>
        </p:nvSpPr>
        <p:spPr>
          <a:xfrm>
            <a:off x="7001691" y="1864178"/>
            <a:ext cx="2605218" cy="19580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A73D-AE54-CAA1-E7A8-50FF8EAC8D93}"/>
              </a:ext>
            </a:extLst>
          </p:cNvPr>
          <p:cNvSpPr/>
          <p:nvPr/>
        </p:nvSpPr>
        <p:spPr>
          <a:xfrm>
            <a:off x="1227909" y="1795299"/>
            <a:ext cx="2743200" cy="19580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CB787-02C0-455F-C7DB-1EABBDDB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Concurrency: global protocol, local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18319-B621-7677-6525-DB757FE38C62}"/>
              </a:ext>
            </a:extLst>
          </p:cNvPr>
          <p:cNvSpPr txBox="1"/>
          <p:nvPr/>
        </p:nvSpPr>
        <p:spPr>
          <a:xfrm>
            <a:off x="838200" y="1333635"/>
            <a:ext cx="385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Perspective #1: whole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1CF7F-B831-3FCE-0BF7-D039B74E52CD}"/>
              </a:ext>
            </a:extLst>
          </p:cNvPr>
          <p:cNvSpPr txBox="1"/>
          <p:nvPr/>
        </p:nvSpPr>
        <p:spPr>
          <a:xfrm>
            <a:off x="6716485" y="1333635"/>
            <a:ext cx="4358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Perspective #2: one thread’s view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5327BD9-CCDA-51E1-9A9A-80736B5AE628}"/>
              </a:ext>
            </a:extLst>
          </p:cNvPr>
          <p:cNvSpPr/>
          <p:nvPr/>
        </p:nvSpPr>
        <p:spPr>
          <a:xfrm>
            <a:off x="1523995" y="2508071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F942F4-DFD6-693E-CD68-08620D11755D}"/>
              </a:ext>
            </a:extLst>
          </p:cNvPr>
          <p:cNvSpPr/>
          <p:nvPr/>
        </p:nvSpPr>
        <p:spPr>
          <a:xfrm>
            <a:off x="1915881" y="2508071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0DD644-4337-3B0C-58A5-BA269A3579AF}"/>
              </a:ext>
            </a:extLst>
          </p:cNvPr>
          <p:cNvSpPr/>
          <p:nvPr/>
        </p:nvSpPr>
        <p:spPr>
          <a:xfrm>
            <a:off x="2307767" y="2508071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9637E2-FD7E-6439-BAA9-CFB2312DC850}"/>
              </a:ext>
            </a:extLst>
          </p:cNvPr>
          <p:cNvSpPr/>
          <p:nvPr/>
        </p:nvSpPr>
        <p:spPr>
          <a:xfrm>
            <a:off x="2963898" y="2739754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BACBAB-35A8-5050-25A8-EB058B812858}"/>
              </a:ext>
            </a:extLst>
          </p:cNvPr>
          <p:cNvSpPr/>
          <p:nvPr/>
        </p:nvSpPr>
        <p:spPr>
          <a:xfrm>
            <a:off x="3368855" y="2923540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5FEA47-3E01-C8FF-5889-3CA89F3E4157}"/>
              </a:ext>
            </a:extLst>
          </p:cNvPr>
          <p:cNvSpPr/>
          <p:nvPr/>
        </p:nvSpPr>
        <p:spPr>
          <a:xfrm>
            <a:off x="2881761" y="3151232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E956D5-FE2E-D2CF-B6D8-4DE2AD70F30D}"/>
              </a:ext>
            </a:extLst>
          </p:cNvPr>
          <p:cNvSpPr/>
          <p:nvPr/>
        </p:nvSpPr>
        <p:spPr>
          <a:xfrm>
            <a:off x="3233869" y="3299277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034E3A-8D84-9C1F-CED7-5A1658ECBF13}"/>
              </a:ext>
            </a:extLst>
          </p:cNvPr>
          <p:cNvSpPr txBox="1"/>
          <p:nvPr/>
        </p:nvSpPr>
        <p:spPr>
          <a:xfrm>
            <a:off x="1538595" y="2079914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350213-CB89-DCB0-E5CB-74367A729BA8}"/>
              </a:ext>
            </a:extLst>
          </p:cNvPr>
          <p:cNvSpPr txBox="1"/>
          <p:nvPr/>
        </p:nvSpPr>
        <p:spPr>
          <a:xfrm>
            <a:off x="3006220" y="2126081"/>
            <a:ext cx="82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145FA8-86A9-5B15-0EB3-3B43117D5857}"/>
              </a:ext>
            </a:extLst>
          </p:cNvPr>
          <p:cNvSpPr/>
          <p:nvPr/>
        </p:nvSpPr>
        <p:spPr>
          <a:xfrm>
            <a:off x="7481729" y="242969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676D75-C027-72FC-A5DE-4D07A95041E8}"/>
              </a:ext>
            </a:extLst>
          </p:cNvPr>
          <p:cNvSpPr/>
          <p:nvPr/>
        </p:nvSpPr>
        <p:spPr>
          <a:xfrm>
            <a:off x="8552051" y="2810567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1B4373-F001-4318-FA44-1CC24145DD22}"/>
              </a:ext>
            </a:extLst>
          </p:cNvPr>
          <p:cNvSpPr/>
          <p:nvPr/>
        </p:nvSpPr>
        <p:spPr>
          <a:xfrm>
            <a:off x="8957008" y="2994353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910EA55-88E5-024C-F6BC-3AB78F5D9AC0}"/>
              </a:ext>
            </a:extLst>
          </p:cNvPr>
          <p:cNvSpPr/>
          <p:nvPr/>
        </p:nvSpPr>
        <p:spPr>
          <a:xfrm>
            <a:off x="8469914" y="3222045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B94941E-EBAA-4759-A8CA-1E63F4269D47}"/>
              </a:ext>
            </a:extLst>
          </p:cNvPr>
          <p:cNvSpPr/>
          <p:nvPr/>
        </p:nvSpPr>
        <p:spPr>
          <a:xfrm>
            <a:off x="8822022" y="3370090"/>
            <a:ext cx="269971" cy="296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27E815-532E-37FA-A898-5562AB3F8E59}"/>
              </a:ext>
            </a:extLst>
          </p:cNvPr>
          <p:cNvSpPr txBox="1"/>
          <p:nvPr/>
        </p:nvSpPr>
        <p:spPr>
          <a:xfrm>
            <a:off x="8594373" y="2196894"/>
            <a:ext cx="821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2E8CE-109D-121D-942A-B34F008C2654}"/>
              </a:ext>
            </a:extLst>
          </p:cNvPr>
          <p:cNvSpPr txBox="1"/>
          <p:nvPr/>
        </p:nvSpPr>
        <p:spPr>
          <a:xfrm>
            <a:off x="1063798" y="4252802"/>
            <a:ext cx="33436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Describe an abstract protocol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a whole 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43A70-52D6-753C-251E-FE238C74D73F}"/>
              </a:ext>
            </a:extLst>
          </p:cNvPr>
          <p:cNvSpPr txBox="1"/>
          <p:nvPr/>
        </p:nvSpPr>
        <p:spPr>
          <a:xfrm>
            <a:off x="6955974" y="4294367"/>
            <a:ext cx="42758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Describe each thread’s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the protocol locally.</a:t>
            </a:r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1AC0D0EC-CE3A-3992-5C5C-5518F7441F59}"/>
              </a:ext>
            </a:extLst>
          </p:cNvPr>
          <p:cNvSpPr/>
          <p:nvPr/>
        </p:nvSpPr>
        <p:spPr>
          <a:xfrm>
            <a:off x="5078860" y="2457593"/>
            <a:ext cx="815080" cy="771264"/>
          </a:xfrm>
          <a:prstGeom prst="plus">
            <a:avLst>
              <a:gd name="adj" fmla="val 432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07AE8-0A2F-29AE-93EF-E76511196167}"/>
              </a:ext>
            </a:extLst>
          </p:cNvPr>
          <p:cNvSpPr txBox="1"/>
          <p:nvPr/>
        </p:nvSpPr>
        <p:spPr>
          <a:xfrm>
            <a:off x="919120" y="5338578"/>
            <a:ext cx="4038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invariants and/or state machines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i="1" dirty="0">
                <a:solidFill>
                  <a:srgbClr val="0070C0"/>
                </a:solidFill>
                <a:latin typeface="Calibri" panose="020F0502020204030204"/>
              </a:rPr>
              <a:t>to describe global protocol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D050D-3BCE-AA4E-4AC9-58E10CB5B606}"/>
              </a:ext>
            </a:extLst>
          </p:cNvPr>
          <p:cNvSpPr txBox="1"/>
          <p:nvPr/>
        </p:nvSpPr>
        <p:spPr>
          <a:xfrm>
            <a:off x="6955974" y="5338578"/>
            <a:ext cx="36862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</a:t>
            </a:r>
            <a:r>
              <a:rPr lang="en-US" sz="2000" i="1" dirty="0">
                <a:solidFill>
                  <a:srgbClr val="0070C0"/>
                </a:solidFill>
                <a:latin typeface="Calibri" panose="020F0502020204030204"/>
              </a:rPr>
              <a:t>g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 permissions, ownership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perform local protocol steps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6588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44BA-5F1E-9945-CE79-AA510FB1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concurrent count-to-2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1853EBD-8927-B4B9-6FB9-98D93A7D9C35}"/>
              </a:ext>
            </a:extLst>
          </p:cNvPr>
          <p:cNvSpPr/>
          <p:nvPr/>
        </p:nvSpPr>
        <p:spPr>
          <a:xfrm>
            <a:off x="2536091" y="3417612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EE1EF-3914-AE41-81DF-765CB9AB3738}"/>
              </a:ext>
            </a:extLst>
          </p:cNvPr>
          <p:cNvSpPr txBox="1"/>
          <p:nvPr/>
        </p:nvSpPr>
        <p:spPr>
          <a:xfrm>
            <a:off x="2062031" y="2814206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8427D-7606-FD8B-34DC-D92AEE911CEB}"/>
              </a:ext>
            </a:extLst>
          </p:cNvPr>
          <p:cNvSpPr txBox="1"/>
          <p:nvPr/>
        </p:nvSpPr>
        <p:spPr>
          <a:xfrm>
            <a:off x="2806062" y="3722806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 panose="020B0604020202020204" pitchFamily="49" charset="0"/>
                <a:ea typeface="+mn-ea"/>
                <a:cs typeface="+mn-cs"/>
              </a:rPr>
              <a:t>counter.fetch_add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 panose="020B060402020202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21E00"/>
                </a:solidFill>
                <a:effectLst/>
                <a:uLnTx/>
                <a:uFillTx/>
                <a:latin typeface="Source Code Pro" panose="020B0604020202020204" pitchFamily="49" charset="0"/>
                <a:ea typeface="+mn-ea"/>
                <a:cs typeface="+mn-cs"/>
              </a:rPr>
              <a:t>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4AFE391-27B0-8ADB-6DDE-FF3A84AF59B0}"/>
              </a:ext>
            </a:extLst>
          </p:cNvPr>
          <p:cNvSpPr/>
          <p:nvPr/>
        </p:nvSpPr>
        <p:spPr>
          <a:xfrm>
            <a:off x="7283922" y="3417612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098D5-ED57-448E-F7B0-AFFB0AD702D7}"/>
              </a:ext>
            </a:extLst>
          </p:cNvPr>
          <p:cNvSpPr txBox="1"/>
          <p:nvPr/>
        </p:nvSpPr>
        <p:spPr>
          <a:xfrm>
            <a:off x="6809862" y="2814206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3924D-C273-76C1-E74D-23F8F7B62F1A}"/>
              </a:ext>
            </a:extLst>
          </p:cNvPr>
          <p:cNvSpPr txBox="1"/>
          <p:nvPr/>
        </p:nvSpPr>
        <p:spPr>
          <a:xfrm>
            <a:off x="7553893" y="3722806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 panose="020B0604020202020204" pitchFamily="49" charset="0"/>
                <a:ea typeface="+mn-ea"/>
                <a:cs typeface="+mn-cs"/>
              </a:rPr>
              <a:t>counter.fetch_add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Code Pro" panose="020B060402020202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21E00"/>
                </a:solidFill>
                <a:effectLst/>
                <a:uLnTx/>
                <a:uFillTx/>
                <a:latin typeface="Source Code Pro" panose="020B0604020202020204" pitchFamily="49" charset="0"/>
                <a:ea typeface="+mn-ea"/>
                <a:cs typeface="+mn-cs"/>
              </a:rPr>
              <a:t>1)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D7F6B-23CB-542E-11EA-F2341C9B2AB4}"/>
              </a:ext>
            </a:extLst>
          </p:cNvPr>
          <p:cNvSpPr txBox="1"/>
          <p:nvPr/>
        </p:nvSpPr>
        <p:spPr>
          <a:xfrm>
            <a:off x="573550" y="1832429"/>
            <a:ext cx="3283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state: counter ==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5BE79-CCB6-3FA0-8D6B-AF4B94DC8FD9}"/>
              </a:ext>
            </a:extLst>
          </p:cNvPr>
          <p:cNvSpPr txBox="1"/>
          <p:nvPr/>
        </p:nvSpPr>
        <p:spPr>
          <a:xfrm>
            <a:off x="573550" y="5138336"/>
            <a:ext cx="3134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final state: counter == 2</a:t>
            </a:r>
          </a:p>
        </p:txBody>
      </p:sp>
    </p:spTree>
    <p:extLst>
      <p:ext uri="{BB962C8B-B14F-4D97-AF65-F5344CB8AC3E}">
        <p14:creationId xmlns:p14="http://schemas.microsoft.com/office/powerpoint/2010/main" val="34041298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A612-5E32-42C4-4EBB-483C4AAC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count-to-2, unverified Rust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087CB-6D09-7161-6E30-ED6EADD70CB7}"/>
              </a:ext>
            </a:extLst>
          </p:cNvPr>
          <p:cNvSpPr txBox="1"/>
          <p:nvPr/>
        </p:nvSpPr>
        <p:spPr>
          <a:xfrm>
            <a:off x="2587752" y="1332071"/>
            <a:ext cx="5606791" cy="54322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fn</a:t>
            </a:r>
            <a:r>
              <a:rPr lang="en-US" dirty="0"/>
              <a:t> </a:t>
            </a:r>
            <a:r>
              <a:rPr lang="en-US" dirty="0" err="1"/>
              <a:t>unverified_test</a:t>
            </a:r>
            <a:r>
              <a:rPr lang="en-US" dirty="0"/>
              <a:t>() {</a:t>
            </a:r>
          </a:p>
          <a:p>
            <a:r>
              <a:rPr lang="en-US" dirty="0"/>
              <a:t>    let </a:t>
            </a:r>
            <a:r>
              <a:rPr lang="en-US" dirty="0" err="1"/>
              <a:t>ptr</a:t>
            </a:r>
            <a:r>
              <a:rPr lang="en-US" dirty="0"/>
              <a:t> = AtomicU32::new(0);</a:t>
            </a:r>
          </a:p>
          <a:p>
            <a:r>
              <a:rPr lang="en-US" dirty="0"/>
              <a:t>    let </a:t>
            </a:r>
            <a:r>
              <a:rPr lang="en-US" dirty="0" err="1"/>
              <a:t>ptr</a:t>
            </a:r>
            <a:r>
              <a:rPr lang="en-US" dirty="0"/>
              <a:t> = Arc::new(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r>
              <a:rPr lang="en-US" dirty="0"/>
              <a:t>    let </a:t>
            </a:r>
            <a:r>
              <a:rPr lang="en-US" dirty="0" err="1"/>
              <a:t>ptr_a</a:t>
            </a:r>
            <a:r>
              <a:rPr lang="en-US" dirty="0"/>
              <a:t> = </a:t>
            </a:r>
            <a:r>
              <a:rPr lang="en-US" dirty="0" err="1"/>
              <a:t>ptr.clone</a:t>
            </a:r>
            <a:r>
              <a:rPr lang="en-US" dirty="0"/>
              <a:t>();</a:t>
            </a:r>
          </a:p>
          <a:p>
            <a:r>
              <a:rPr lang="en-US" dirty="0"/>
              <a:t>    let </a:t>
            </a:r>
            <a:r>
              <a:rPr lang="en-US" dirty="0" err="1"/>
              <a:t>ptr_b</a:t>
            </a:r>
            <a:r>
              <a:rPr lang="en-US" dirty="0"/>
              <a:t> = </a:t>
            </a:r>
            <a:r>
              <a:rPr lang="en-US" dirty="0" err="1"/>
              <a:t>ptr.clone</a:t>
            </a:r>
            <a:r>
              <a:rPr lang="en-US" dirty="0"/>
              <a:t>();</a:t>
            </a:r>
          </a:p>
          <a:p>
            <a:endParaRPr lang="en-US" sz="700" dirty="0"/>
          </a:p>
          <a:p>
            <a:r>
              <a:rPr lang="en-US" dirty="0"/>
              <a:t>    let </a:t>
            </a:r>
            <a:r>
              <a:rPr lang="en-US" dirty="0" err="1"/>
              <a:t>thread_a</a:t>
            </a:r>
            <a:r>
              <a:rPr lang="en-US" dirty="0"/>
              <a:t> = std::thread::spawn(|| {</a:t>
            </a:r>
          </a:p>
          <a:p>
            <a:r>
              <a:rPr lang="en-US" dirty="0"/>
              <a:t>        let </a:t>
            </a:r>
            <a:r>
              <a:rPr lang="en-US" dirty="0" err="1"/>
              <a:t>ptr</a:t>
            </a:r>
            <a:r>
              <a:rPr lang="en-US" dirty="0"/>
              <a:t> = </a:t>
            </a:r>
            <a:r>
              <a:rPr lang="en-US" dirty="0" err="1"/>
              <a:t>ptr_a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  <a:r>
              <a:rPr lang="en-US" dirty="0" err="1"/>
              <a:t>ptr.fetch_add</a:t>
            </a:r>
            <a:r>
              <a:rPr lang="en-US" dirty="0"/>
              <a:t>(1, Ordering::</a:t>
            </a:r>
            <a:r>
              <a:rPr lang="en-US" dirty="0" err="1"/>
              <a:t>SeqCst</a:t>
            </a:r>
            <a:r>
              <a:rPr lang="en-US" dirty="0"/>
              <a:t>);</a:t>
            </a:r>
          </a:p>
          <a:p>
            <a:r>
              <a:rPr lang="en-US" dirty="0"/>
              <a:t>    });</a:t>
            </a:r>
          </a:p>
          <a:p>
            <a:endParaRPr lang="en-US" sz="700" dirty="0"/>
          </a:p>
          <a:p>
            <a:r>
              <a:rPr lang="en-US" dirty="0"/>
              <a:t>    let </a:t>
            </a:r>
            <a:r>
              <a:rPr lang="en-US" dirty="0" err="1"/>
              <a:t>thread_b</a:t>
            </a:r>
            <a:r>
              <a:rPr lang="en-US" dirty="0"/>
              <a:t> = std::thread::spawn(|| {</a:t>
            </a:r>
          </a:p>
          <a:p>
            <a:r>
              <a:rPr lang="en-US" dirty="0"/>
              <a:t>        let </a:t>
            </a:r>
            <a:r>
              <a:rPr lang="en-US" dirty="0" err="1"/>
              <a:t>ptr</a:t>
            </a:r>
            <a:r>
              <a:rPr lang="en-US" dirty="0"/>
              <a:t> = </a:t>
            </a:r>
            <a:r>
              <a:rPr lang="en-US" dirty="0" err="1"/>
              <a:t>ptr_b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  <a:r>
              <a:rPr lang="en-US" dirty="0" err="1"/>
              <a:t>ptr.fetch_add</a:t>
            </a:r>
            <a:r>
              <a:rPr lang="en-US" dirty="0"/>
              <a:t>(1, Ordering::</a:t>
            </a:r>
            <a:r>
              <a:rPr lang="en-US" dirty="0" err="1"/>
              <a:t>SeqCst</a:t>
            </a:r>
            <a:r>
              <a:rPr lang="en-US" dirty="0"/>
              <a:t>);</a:t>
            </a:r>
          </a:p>
          <a:p>
            <a:r>
              <a:rPr lang="en-US" dirty="0"/>
              <a:t>    });</a:t>
            </a:r>
          </a:p>
          <a:p>
            <a:endParaRPr lang="en-US" sz="700" dirty="0"/>
          </a:p>
          <a:p>
            <a:r>
              <a:rPr lang="en-US" dirty="0"/>
              <a:t>    if let (Ok(()), Ok(())) = (</a:t>
            </a:r>
            <a:r>
              <a:rPr lang="en-US" dirty="0" err="1"/>
              <a:t>thread_a.join</a:t>
            </a:r>
            <a:r>
              <a:rPr lang="en-US" dirty="0"/>
              <a:t>(), </a:t>
            </a:r>
            <a:r>
              <a:rPr lang="en-US" dirty="0" err="1"/>
              <a:t>thread_b.join</a:t>
            </a:r>
            <a:r>
              <a:rPr lang="en-US" dirty="0"/>
              <a:t>()) {</a:t>
            </a:r>
          </a:p>
          <a:p>
            <a:r>
              <a:rPr lang="en-US" dirty="0"/>
              <a:t>        let n = </a:t>
            </a:r>
            <a:r>
              <a:rPr lang="en-US" dirty="0" err="1"/>
              <a:t>ptr.load</a:t>
            </a:r>
            <a:r>
              <a:rPr lang="en-US" dirty="0"/>
              <a:t>(Ordering::</a:t>
            </a:r>
            <a:r>
              <a:rPr lang="en-US" dirty="0" err="1"/>
              <a:t>SeqCst</a:t>
            </a:r>
            <a:r>
              <a:rPr lang="en-US" dirty="0"/>
              <a:t>);</a:t>
            </a:r>
          </a:p>
          <a:p>
            <a:r>
              <a:rPr lang="en-US" dirty="0"/>
              <a:t>        assert!(n == 2);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79887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2589-891A-5ACE-1340-D1074305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1D7F-28E8-1779-3570-BEA312D9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E3594-A3BB-CEF6-585F-EEF2DE124EF2}"/>
              </a:ext>
            </a:extLst>
          </p:cNvPr>
          <p:cNvSpPr/>
          <p:nvPr/>
        </p:nvSpPr>
        <p:spPr>
          <a:xfrm>
            <a:off x="8925169" y="679938"/>
            <a:ext cx="1992923" cy="1383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2A176-B3A7-7A79-49CA-AEA96725D79C}"/>
              </a:ext>
            </a:extLst>
          </p:cNvPr>
          <p:cNvSpPr txBox="1"/>
          <p:nvPr/>
        </p:nvSpPr>
        <p:spPr>
          <a:xfrm>
            <a:off x="8815754" y="218273"/>
            <a:ext cx="144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B4EBB-49E7-3AB4-78DF-FC4517C5B6E7}"/>
              </a:ext>
            </a:extLst>
          </p:cNvPr>
          <p:cNvSpPr/>
          <p:nvPr/>
        </p:nvSpPr>
        <p:spPr>
          <a:xfrm>
            <a:off x="4267200" y="1837540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EC62F-569C-B370-922E-944ECC49BABD}"/>
              </a:ext>
            </a:extLst>
          </p:cNvPr>
          <p:cNvSpPr/>
          <p:nvPr/>
        </p:nvSpPr>
        <p:spPr>
          <a:xfrm>
            <a:off x="6609052" y="3429000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5DC5B-65A4-8EB7-F153-3E6C8831DCED}"/>
              </a:ext>
            </a:extLst>
          </p:cNvPr>
          <p:cNvSpPr/>
          <p:nvPr/>
        </p:nvSpPr>
        <p:spPr>
          <a:xfrm>
            <a:off x="1946030" y="3429000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3E2C1-E7E5-37EE-8207-B86822736E8A}"/>
              </a:ext>
            </a:extLst>
          </p:cNvPr>
          <p:cNvSpPr/>
          <p:nvPr/>
        </p:nvSpPr>
        <p:spPr>
          <a:xfrm>
            <a:off x="4267199" y="5036309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CF473B-E599-D658-F51C-CBC56AE7A526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6260123" y="2529202"/>
            <a:ext cx="1345391" cy="8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990F6F-D352-46E0-8676-0B3C78C8AB62}"/>
              </a:ext>
            </a:extLst>
          </p:cNvPr>
          <p:cNvCxnSpPr>
            <a:cxnSpLocks/>
            <a:stCxn id="7" idx="2"/>
            <a:endCxn id="9" idx="3"/>
          </p:cNvCxnSpPr>
          <p:nvPr/>
        </p:nvCxnSpPr>
        <p:spPr>
          <a:xfrm flipH="1">
            <a:off x="6260122" y="4812323"/>
            <a:ext cx="1345392" cy="91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D11089-6195-7A85-BA98-5CDF7C77DA2C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flipH="1">
            <a:off x="2942492" y="2529202"/>
            <a:ext cx="1324708" cy="8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B26CFD-EAE6-5ECC-A539-CE7B13E2A82B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>
            <a:off x="2942492" y="4812323"/>
            <a:ext cx="1324707" cy="91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13E571-E814-DBC2-EFAD-935852A0B460}"/>
              </a:ext>
            </a:extLst>
          </p:cNvPr>
          <p:cNvSpPr txBox="1"/>
          <p:nvPr/>
        </p:nvSpPr>
        <p:spPr>
          <a:xfrm>
            <a:off x="9025128" y="2529202"/>
            <a:ext cx="257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invariant:</a:t>
            </a:r>
          </a:p>
          <a:p>
            <a:r>
              <a:rPr lang="en-US" dirty="0"/>
              <a:t>    counter = </a:t>
            </a:r>
            <a:r>
              <a:rPr lang="en-US" dirty="0" err="1"/>
              <a:t>inc_a</a:t>
            </a:r>
            <a:r>
              <a:rPr lang="en-US" dirty="0"/>
              <a:t> + </a:t>
            </a:r>
            <a:r>
              <a:rPr lang="en-US" dirty="0" err="1"/>
              <a:t>inc_b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2665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2589-891A-5ACE-1340-D1074305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1D7F-28E8-1779-3570-BEA312D9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E3594-A3BB-CEF6-585F-EEF2DE124EF2}"/>
              </a:ext>
            </a:extLst>
          </p:cNvPr>
          <p:cNvSpPr/>
          <p:nvPr/>
        </p:nvSpPr>
        <p:spPr>
          <a:xfrm>
            <a:off x="8925169" y="679938"/>
            <a:ext cx="1992923" cy="1383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2A176-B3A7-7A79-49CA-AEA96725D79C}"/>
              </a:ext>
            </a:extLst>
          </p:cNvPr>
          <p:cNvSpPr txBox="1"/>
          <p:nvPr/>
        </p:nvSpPr>
        <p:spPr>
          <a:xfrm>
            <a:off x="8815754" y="218273"/>
            <a:ext cx="144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3E571-E814-DBC2-EFAD-935852A0B460}"/>
              </a:ext>
            </a:extLst>
          </p:cNvPr>
          <p:cNvSpPr txBox="1"/>
          <p:nvPr/>
        </p:nvSpPr>
        <p:spPr>
          <a:xfrm>
            <a:off x="9025128" y="2529202"/>
            <a:ext cx="257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invariant:</a:t>
            </a:r>
          </a:p>
          <a:p>
            <a:r>
              <a:rPr lang="en-US" dirty="0"/>
              <a:t>    counter = </a:t>
            </a:r>
            <a:r>
              <a:rPr lang="en-US" dirty="0" err="1"/>
              <a:t>inc_a</a:t>
            </a:r>
            <a:r>
              <a:rPr lang="en-US" dirty="0"/>
              <a:t> + </a:t>
            </a:r>
            <a:r>
              <a:rPr lang="en-US" dirty="0" err="1"/>
              <a:t>inc_b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D0878-890E-D269-1002-FDCBBB902F0C}"/>
              </a:ext>
            </a:extLst>
          </p:cNvPr>
          <p:cNvSpPr txBox="1"/>
          <p:nvPr/>
        </p:nvSpPr>
        <p:spPr>
          <a:xfrm>
            <a:off x="612648" y="2529202"/>
            <a:ext cx="979838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Globally, we have a protocol (a state machine) with an invariant</a:t>
            </a:r>
          </a:p>
          <a:p>
            <a:r>
              <a:rPr lang="en-US" sz="2400" dirty="0"/>
              <a:t>Locally: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thread_a</a:t>
            </a:r>
            <a:r>
              <a:rPr lang="en-US" sz="2400" dirty="0"/>
              <a:t> is in charge of </a:t>
            </a:r>
            <a:r>
              <a:rPr lang="en-US" sz="2400" dirty="0" err="1"/>
              <a:t>inc_a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thread_b</a:t>
            </a:r>
            <a:r>
              <a:rPr lang="en-US" sz="2400" dirty="0"/>
              <a:t> is in charge of </a:t>
            </a:r>
            <a:r>
              <a:rPr lang="en-US" sz="2400" dirty="0" err="1"/>
              <a:t>inc_b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Verus supports two different approaches to express global/local cooperation: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 separation-logic-style permissions (a la Iris)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dedicated macro-based state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30878229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8594-3099-A6D0-CACF-39E328FF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6203-0574-2EF1-1F5C-6E059778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002A9-7784-D65B-351B-DA5896F55843}"/>
              </a:ext>
            </a:extLst>
          </p:cNvPr>
          <p:cNvSpPr/>
          <p:nvPr/>
        </p:nvSpPr>
        <p:spPr>
          <a:xfrm>
            <a:off x="8925169" y="679938"/>
            <a:ext cx="1992923" cy="1383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EC82B-0B0F-DF1F-D0DE-A67D66AF91D9}"/>
              </a:ext>
            </a:extLst>
          </p:cNvPr>
          <p:cNvSpPr txBox="1"/>
          <p:nvPr/>
        </p:nvSpPr>
        <p:spPr>
          <a:xfrm>
            <a:off x="8815754" y="218273"/>
            <a:ext cx="144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C0686-EE37-3369-A28C-983F3EE447B4}"/>
              </a:ext>
            </a:extLst>
          </p:cNvPr>
          <p:cNvSpPr txBox="1"/>
          <p:nvPr/>
        </p:nvSpPr>
        <p:spPr>
          <a:xfrm>
            <a:off x="9025128" y="2529202"/>
            <a:ext cx="257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invariant:</a:t>
            </a:r>
          </a:p>
          <a:p>
            <a:r>
              <a:rPr lang="en-US" dirty="0"/>
              <a:t>    counter = </a:t>
            </a:r>
            <a:r>
              <a:rPr lang="en-US" dirty="0" err="1"/>
              <a:t>inc_a</a:t>
            </a:r>
            <a:r>
              <a:rPr lang="en-US" dirty="0"/>
              <a:t> + </a:t>
            </a:r>
            <a:r>
              <a:rPr lang="en-US" dirty="0" err="1"/>
              <a:t>inc_b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5112E-963F-1A36-D8B9-4B437EF7A3A3}"/>
              </a:ext>
            </a:extLst>
          </p:cNvPr>
          <p:cNvSpPr txBox="1"/>
          <p:nvPr/>
        </p:nvSpPr>
        <p:spPr>
          <a:xfrm>
            <a:off x="612648" y="2529202"/>
            <a:ext cx="979838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Globally, we have a protocol (a state machine) with an invariant</a:t>
            </a:r>
          </a:p>
          <a:p>
            <a:r>
              <a:rPr lang="en-US" sz="2400" dirty="0"/>
              <a:t>Locally: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thread_a</a:t>
            </a:r>
            <a:r>
              <a:rPr lang="en-US" sz="2400" dirty="0"/>
              <a:t> is in charge of </a:t>
            </a:r>
            <a:r>
              <a:rPr lang="en-US" sz="2400" dirty="0" err="1"/>
              <a:t>inc_a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thread_b</a:t>
            </a:r>
            <a:r>
              <a:rPr lang="en-US" sz="2400" dirty="0"/>
              <a:t> is in charge of </a:t>
            </a:r>
            <a:r>
              <a:rPr lang="en-US" sz="2400" dirty="0" err="1"/>
              <a:t>inc_b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Verus supports two different approaches to express global/local cooperation: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Individual separation-logic-style permissions (a la Iris)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dedicated macro-based state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3987235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3811-E91B-8CC7-78B9-52A47A9C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separation-logic-style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A3CD9-C128-22C4-B9BB-EC287E4F927D}"/>
              </a:ext>
            </a:extLst>
          </p:cNvPr>
          <p:cNvSpPr txBox="1"/>
          <p:nvPr/>
        </p:nvSpPr>
        <p:spPr>
          <a:xfrm>
            <a:off x="619981" y="1483139"/>
            <a:ext cx="3288464" cy="2477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tracked struct </a:t>
            </a:r>
            <a:r>
              <a:rPr lang="en-US" dirty="0" err="1"/>
              <a:t>FracGhost</a:t>
            </a:r>
            <a:r>
              <a:rPr lang="en-US" dirty="0"/>
              <a:t>&lt;T&gt; { ... }</a:t>
            </a:r>
          </a:p>
          <a:p>
            <a:r>
              <a:rPr lang="en-US" dirty="0" err="1"/>
              <a:t>impl</a:t>
            </a:r>
            <a:r>
              <a:rPr lang="en-US" dirty="0"/>
              <a:t>&lt;T&gt; </a:t>
            </a:r>
            <a:r>
              <a:rPr lang="en-US" dirty="0" err="1"/>
              <a:t>FracGhost</a:t>
            </a:r>
            <a:r>
              <a:rPr lang="en-US" dirty="0"/>
              <a:t>&lt;T&gt; {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id(self) -&gt; Loc;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view(self) -&gt; T;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frac(self) -&gt; real;</a:t>
            </a:r>
          </a:p>
          <a:p>
            <a:endParaRPr lang="en-US" sz="800" dirty="0"/>
          </a:p>
          <a:p>
            <a:r>
              <a:rPr lang="en-US" dirty="0"/>
              <a:t>    proof </a:t>
            </a:r>
            <a:r>
              <a:rPr lang="en-US" dirty="0" err="1"/>
              <a:t>fn</a:t>
            </a:r>
            <a:r>
              <a:rPr lang="en-US" dirty="0"/>
              <a:t> split(…) -&gt; …;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41333F2-E1BD-7022-9A62-63739862D05B}"/>
              </a:ext>
            </a:extLst>
          </p:cNvPr>
          <p:cNvSpPr/>
          <p:nvPr/>
        </p:nvSpPr>
        <p:spPr>
          <a:xfrm>
            <a:off x="2024027" y="459718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651AC-4C9A-E1D1-542E-0C3F813B6534}"/>
              </a:ext>
            </a:extLst>
          </p:cNvPr>
          <p:cNvSpPr txBox="1"/>
          <p:nvPr/>
        </p:nvSpPr>
        <p:spPr>
          <a:xfrm>
            <a:off x="1549967" y="399378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0B2CE-E737-2DD8-4B3C-BC4F510BCD21}"/>
              </a:ext>
            </a:extLst>
          </p:cNvPr>
          <p:cNvSpPr txBox="1"/>
          <p:nvPr/>
        </p:nvSpPr>
        <p:spPr>
          <a:xfrm>
            <a:off x="2390688" y="4728530"/>
            <a:ext cx="1504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F833930-ECBB-F3A1-8DA7-56305FE59D94}"/>
              </a:ext>
            </a:extLst>
          </p:cNvPr>
          <p:cNvSpPr/>
          <p:nvPr/>
        </p:nvSpPr>
        <p:spPr>
          <a:xfrm>
            <a:off x="5153370" y="459718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4A2EC-51D4-8606-9690-21E57F1DF723}"/>
              </a:ext>
            </a:extLst>
          </p:cNvPr>
          <p:cNvSpPr txBox="1"/>
          <p:nvPr/>
        </p:nvSpPr>
        <p:spPr>
          <a:xfrm>
            <a:off x="4679310" y="399378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4E5BD-CC59-3F17-A4F7-2A54EA6967EC}"/>
              </a:ext>
            </a:extLst>
          </p:cNvPr>
          <p:cNvSpPr txBox="1"/>
          <p:nvPr/>
        </p:nvSpPr>
        <p:spPr>
          <a:xfrm>
            <a:off x="5606221" y="4766056"/>
            <a:ext cx="1504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E7B93-D999-6F18-FC3C-64220F8A69D1}"/>
              </a:ext>
            </a:extLst>
          </p:cNvPr>
          <p:cNvSpPr txBox="1"/>
          <p:nvPr/>
        </p:nvSpPr>
        <p:spPr>
          <a:xfrm>
            <a:off x="5149128" y="1483139"/>
            <a:ext cx="1640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view() == 0 or 1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1.0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0877C-1BFC-814D-294D-E95AC422FDA2}"/>
              </a:ext>
            </a:extLst>
          </p:cNvPr>
          <p:cNvSpPr txBox="1"/>
          <p:nvPr/>
        </p:nvSpPr>
        <p:spPr>
          <a:xfrm>
            <a:off x="8656950" y="380911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B6B61-0438-0903-30ED-08F8C0010DA5}"/>
              </a:ext>
            </a:extLst>
          </p:cNvPr>
          <p:cNvSpPr txBox="1"/>
          <p:nvPr/>
        </p:nvSpPr>
        <p:spPr>
          <a:xfrm>
            <a:off x="9049215" y="4597188"/>
            <a:ext cx="13084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AEA255-D745-7F58-0038-F2E35DB58282}"/>
              </a:ext>
            </a:extLst>
          </p:cNvPr>
          <p:cNvSpPr txBox="1"/>
          <p:nvPr/>
        </p:nvSpPr>
        <p:spPr>
          <a:xfrm>
            <a:off x="7910616" y="1483139"/>
            <a:ext cx="1640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view() == 0 or 1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1.0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9DBC53-5FE3-F2C2-D252-375EFE226C04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flipH="1">
            <a:off x="3142785" y="2406469"/>
            <a:ext cx="2826664" cy="2322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217D76-2BA8-3B08-FBB4-C038BB660050}"/>
              </a:ext>
            </a:extLst>
          </p:cNvPr>
          <p:cNvCxnSpPr>
            <a:stCxn id="10" idx="2"/>
          </p:cNvCxnSpPr>
          <p:nvPr/>
        </p:nvCxnSpPr>
        <p:spPr>
          <a:xfrm>
            <a:off x="5969449" y="2406469"/>
            <a:ext cx="3079766" cy="250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4E046F-5FCC-2E7E-1122-46CF87E4755E}"/>
              </a:ext>
            </a:extLst>
          </p:cNvPr>
          <p:cNvCxnSpPr>
            <a:stCxn id="13" idx="2"/>
            <a:endCxn id="9" idx="0"/>
          </p:cNvCxnSpPr>
          <p:nvPr/>
        </p:nvCxnSpPr>
        <p:spPr>
          <a:xfrm flipH="1">
            <a:off x="6358318" y="2406469"/>
            <a:ext cx="2372619" cy="2359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0D52E33-8E62-9988-34D7-04A584A82C5A}"/>
              </a:ext>
            </a:extLst>
          </p:cNvPr>
          <p:cNvCxnSpPr>
            <a:stCxn id="13" idx="2"/>
          </p:cNvCxnSpPr>
          <p:nvPr/>
        </p:nvCxnSpPr>
        <p:spPr>
          <a:xfrm>
            <a:off x="8730937" y="2406469"/>
            <a:ext cx="820321" cy="310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EC5AFF-EE88-6625-6D5D-FED8A75BDDF8}"/>
              </a:ext>
            </a:extLst>
          </p:cNvPr>
          <p:cNvSpPr txBox="1"/>
          <p:nvPr/>
        </p:nvSpPr>
        <p:spPr>
          <a:xfrm>
            <a:off x="5677076" y="2444657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3FE9E-8464-3662-5E37-944A315B9A04}"/>
              </a:ext>
            </a:extLst>
          </p:cNvPr>
          <p:cNvSpPr txBox="1"/>
          <p:nvPr/>
        </p:nvSpPr>
        <p:spPr>
          <a:xfrm>
            <a:off x="8339847" y="2553794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951D1F-79B3-3190-CE11-E103E573570D}"/>
              </a:ext>
            </a:extLst>
          </p:cNvPr>
          <p:cNvSpPr txBox="1"/>
          <p:nvPr/>
        </p:nvSpPr>
        <p:spPr>
          <a:xfrm>
            <a:off x="1122251" y="6038182"/>
            <a:ext cx="7854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the fractions between the thread and the shared state to coordinate updates</a:t>
            </a:r>
          </a:p>
          <a:p>
            <a:r>
              <a:rPr lang="en-US" dirty="0"/>
              <a:t>(make sure each thread’s view() agrees with the shared </a:t>
            </a:r>
            <a:r>
              <a:rPr lang="en-US" dirty="0" err="1"/>
              <a:t>states’s</a:t>
            </a:r>
            <a:r>
              <a:rPr lang="en-US" dirty="0"/>
              <a:t> view())</a:t>
            </a:r>
          </a:p>
        </p:txBody>
      </p:sp>
    </p:spTree>
    <p:extLst>
      <p:ext uri="{BB962C8B-B14F-4D97-AF65-F5344CB8AC3E}">
        <p14:creationId xmlns:p14="http://schemas.microsoft.com/office/powerpoint/2010/main" val="127556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23" grpId="0"/>
      <p:bldP spid="2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F96D-F45D-3B71-6323-64AFEA0A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9339-08A5-4135-E515-F6F4035A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separation-logic-style permissions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F1F46-FA00-33C2-F7EB-27BE2517D10E}"/>
              </a:ext>
            </a:extLst>
          </p:cNvPr>
          <p:cNvSpPr txBox="1"/>
          <p:nvPr/>
        </p:nvSpPr>
        <p:spPr>
          <a:xfrm>
            <a:off x="619981" y="1483139"/>
            <a:ext cx="3288464" cy="24776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tracked struct </a:t>
            </a:r>
            <a:r>
              <a:rPr lang="en-US" dirty="0" err="1"/>
              <a:t>FracGhost</a:t>
            </a:r>
            <a:r>
              <a:rPr lang="en-US" dirty="0"/>
              <a:t>&lt;T&gt; { ... }</a:t>
            </a:r>
          </a:p>
          <a:p>
            <a:r>
              <a:rPr lang="en-US" dirty="0" err="1"/>
              <a:t>impl</a:t>
            </a:r>
            <a:r>
              <a:rPr lang="en-US" dirty="0"/>
              <a:t>&lt;T&gt; </a:t>
            </a:r>
            <a:r>
              <a:rPr lang="en-US" dirty="0" err="1"/>
              <a:t>FracGhost</a:t>
            </a:r>
            <a:r>
              <a:rPr lang="en-US" dirty="0"/>
              <a:t>&lt;T&gt; {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id(self) -&gt; Loc;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view(self) -&gt; T;</a:t>
            </a:r>
          </a:p>
          <a:p>
            <a:r>
              <a:rPr lang="en-US" dirty="0"/>
              <a:t>    spec </a:t>
            </a:r>
            <a:r>
              <a:rPr lang="en-US" dirty="0" err="1"/>
              <a:t>fn</a:t>
            </a:r>
            <a:r>
              <a:rPr lang="en-US" dirty="0"/>
              <a:t> frac(self) -&gt; real;</a:t>
            </a:r>
          </a:p>
          <a:p>
            <a:endParaRPr lang="en-US" sz="800" dirty="0"/>
          </a:p>
          <a:p>
            <a:r>
              <a:rPr lang="en-US" dirty="0"/>
              <a:t>    proof </a:t>
            </a:r>
            <a:r>
              <a:rPr lang="en-US" dirty="0" err="1"/>
              <a:t>fn</a:t>
            </a:r>
            <a:r>
              <a:rPr lang="en-US" dirty="0"/>
              <a:t> split(…) -&gt; …;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4E4AEC-5E76-A073-067F-FD284C2DD0D1}"/>
              </a:ext>
            </a:extLst>
          </p:cNvPr>
          <p:cNvSpPr txBox="1"/>
          <p:nvPr/>
        </p:nvSpPr>
        <p:spPr>
          <a:xfrm>
            <a:off x="4126664" y="1294665"/>
            <a:ext cx="7756419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let (</a:t>
            </a:r>
            <a:r>
              <a:rPr lang="en-US" dirty="0" err="1"/>
              <a:t>ptr</a:t>
            </a:r>
            <a:r>
              <a:rPr lang="en-US" dirty="0"/>
              <a:t>, Tracked(atomicu32_perm)) = PAtomicU32::new(0);</a:t>
            </a:r>
          </a:p>
          <a:p>
            <a:r>
              <a:rPr lang="en-US" dirty="0"/>
              <a:t>let tracked </a:t>
            </a:r>
            <a:r>
              <a:rPr lang="en-US" dirty="0" err="1"/>
              <a:t>inv_frac_a</a:t>
            </a:r>
            <a:r>
              <a:rPr lang="en-US" dirty="0"/>
              <a:t> = </a:t>
            </a:r>
            <a:r>
              <a:rPr lang="en-US" dirty="0" err="1"/>
              <a:t>FracGhost</a:t>
            </a:r>
            <a:r>
              <a:rPr lang="en-US" dirty="0"/>
              <a:t>::new(0);</a:t>
            </a:r>
          </a:p>
          <a:p>
            <a:r>
              <a:rPr lang="en-US" dirty="0"/>
              <a:t>let tracked </a:t>
            </a:r>
            <a:r>
              <a:rPr lang="en-US" dirty="0" err="1"/>
              <a:t>inv_frac_b</a:t>
            </a:r>
            <a:r>
              <a:rPr lang="en-US" dirty="0"/>
              <a:t> = </a:t>
            </a:r>
            <a:r>
              <a:rPr lang="en-US" dirty="0" err="1"/>
              <a:t>FracGhost</a:t>
            </a:r>
            <a:r>
              <a:rPr lang="en-US" dirty="0"/>
              <a:t>::new(0);</a:t>
            </a:r>
          </a:p>
          <a:p>
            <a:r>
              <a:rPr lang="en-US" dirty="0"/>
              <a:t>let tracked </a:t>
            </a:r>
            <a:r>
              <a:rPr lang="en-US" dirty="0" err="1"/>
              <a:t>thread_frac_a</a:t>
            </a:r>
            <a:r>
              <a:rPr lang="en-US" dirty="0"/>
              <a:t> = </a:t>
            </a:r>
            <a:r>
              <a:rPr lang="en-US" dirty="0" err="1"/>
              <a:t>inv_frac_a.split</a:t>
            </a:r>
            <a:r>
              <a:rPr lang="en-US" dirty="0"/>
              <a:t>();</a:t>
            </a:r>
          </a:p>
          <a:p>
            <a:r>
              <a:rPr lang="en-US" dirty="0"/>
              <a:t>let tracked </a:t>
            </a:r>
            <a:r>
              <a:rPr lang="en-US" dirty="0" err="1"/>
              <a:t>thread_frac_b</a:t>
            </a:r>
            <a:r>
              <a:rPr lang="en-US" dirty="0"/>
              <a:t> = </a:t>
            </a:r>
            <a:r>
              <a:rPr lang="en-US" dirty="0" err="1"/>
              <a:t>inv_frac_b.split</a:t>
            </a:r>
            <a:r>
              <a:rPr lang="en-US" dirty="0"/>
              <a:t>();</a:t>
            </a:r>
          </a:p>
          <a:p>
            <a:r>
              <a:rPr lang="en-US" dirty="0"/>
              <a:t>let tracked </a:t>
            </a:r>
            <a:r>
              <a:rPr lang="en-US" dirty="0" err="1"/>
              <a:t>count_state</a:t>
            </a:r>
            <a:r>
              <a:rPr lang="en-US" dirty="0"/>
              <a:t> = </a:t>
            </a:r>
            <a:r>
              <a:rPr lang="en-US" dirty="0" err="1"/>
              <a:t>CountState</a:t>
            </a:r>
            <a:r>
              <a:rPr lang="en-US" dirty="0"/>
              <a:t> { </a:t>
            </a:r>
            <a:r>
              <a:rPr lang="en-US" dirty="0" err="1"/>
              <a:t>inv_frac_a</a:t>
            </a:r>
            <a:r>
              <a:rPr lang="en-US" dirty="0"/>
              <a:t>, </a:t>
            </a:r>
            <a:r>
              <a:rPr lang="en-US" dirty="0" err="1"/>
              <a:t>inv_frac_b</a:t>
            </a:r>
            <a:r>
              <a:rPr lang="en-US" dirty="0"/>
              <a:t>, atomicu32_perm };</a:t>
            </a:r>
          </a:p>
          <a:p>
            <a:r>
              <a:rPr lang="en-US" dirty="0"/>
              <a:t>let ghost </a:t>
            </a:r>
            <a:r>
              <a:rPr lang="en-US" dirty="0" err="1"/>
              <a:t>inv_fn</a:t>
            </a:r>
            <a:r>
              <a:rPr lang="en-US" dirty="0"/>
              <a:t> = |cs: </a:t>
            </a:r>
            <a:r>
              <a:rPr lang="en-US" dirty="0" err="1"/>
              <a:t>CountState</a:t>
            </a:r>
            <a:r>
              <a:rPr lang="en-US" dirty="0"/>
              <a:t>| {</a:t>
            </a:r>
          </a:p>
          <a:p>
            <a:r>
              <a:rPr lang="en-US" dirty="0"/>
              <a:t>    … cs.atomicu32_perm.value() == </a:t>
            </a:r>
            <a:r>
              <a:rPr lang="en-US" dirty="0" err="1"/>
              <a:t>cs.inv_frac_a</a:t>
            </a:r>
            <a:r>
              <a:rPr lang="en-US" dirty="0"/>
              <a:t>@ + </a:t>
            </a:r>
            <a:r>
              <a:rPr lang="en-US" dirty="0" err="1"/>
              <a:t>cs.inv_frac_b</a:t>
            </a:r>
            <a:r>
              <a:rPr lang="en-US" dirty="0"/>
              <a:t>@ };</a:t>
            </a:r>
          </a:p>
          <a:p>
            <a:r>
              <a:rPr lang="en-US" dirty="0"/>
              <a:t>let tracked </a:t>
            </a:r>
            <a:r>
              <a:rPr lang="en-US" dirty="0" err="1"/>
              <a:t>atomic_inv</a:t>
            </a:r>
            <a:r>
              <a:rPr lang="en-US" dirty="0"/>
              <a:t> = </a:t>
            </a:r>
            <a:r>
              <a:rPr lang="en-US" dirty="0" err="1"/>
              <a:t>AtomicInvariant</a:t>
            </a:r>
            <a:r>
              <a:rPr lang="en-US" dirty="0"/>
              <a:t>::new(</a:t>
            </a:r>
            <a:r>
              <a:rPr lang="en-US" dirty="0" err="1"/>
              <a:t>inv_fn</a:t>
            </a:r>
            <a:r>
              <a:rPr lang="en-US" dirty="0"/>
              <a:t>, </a:t>
            </a:r>
            <a:r>
              <a:rPr lang="en-US" dirty="0" err="1"/>
              <a:t>count_state</a:t>
            </a:r>
            <a:r>
              <a:rPr lang="en-US" dirty="0"/>
              <a:t>, …);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EFBF4D-A89D-22ED-4FA5-122B85C7EEDA}"/>
              </a:ext>
            </a:extLst>
          </p:cNvPr>
          <p:cNvSpPr/>
          <p:nvPr/>
        </p:nvSpPr>
        <p:spPr>
          <a:xfrm>
            <a:off x="2024027" y="459718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85CD7-E8B1-6CB3-BA46-0435B240ACC0}"/>
              </a:ext>
            </a:extLst>
          </p:cNvPr>
          <p:cNvSpPr txBox="1"/>
          <p:nvPr/>
        </p:nvSpPr>
        <p:spPr>
          <a:xfrm>
            <a:off x="1549967" y="399378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0765D2-9F08-8964-4FC6-A06F8088B775}"/>
              </a:ext>
            </a:extLst>
          </p:cNvPr>
          <p:cNvSpPr txBox="1"/>
          <p:nvPr/>
        </p:nvSpPr>
        <p:spPr>
          <a:xfrm>
            <a:off x="2390688" y="4728530"/>
            <a:ext cx="1504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D9A80E9-8888-EE9F-242C-2674D4A7A626}"/>
              </a:ext>
            </a:extLst>
          </p:cNvPr>
          <p:cNvSpPr/>
          <p:nvPr/>
        </p:nvSpPr>
        <p:spPr>
          <a:xfrm>
            <a:off x="5153370" y="459718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35FC9E-BEFA-7C62-3CC3-6E83EC7F4D3D}"/>
              </a:ext>
            </a:extLst>
          </p:cNvPr>
          <p:cNvSpPr txBox="1"/>
          <p:nvPr/>
        </p:nvSpPr>
        <p:spPr>
          <a:xfrm>
            <a:off x="4679310" y="399378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65619-4CCB-734E-6844-EFCE5740BC11}"/>
              </a:ext>
            </a:extLst>
          </p:cNvPr>
          <p:cNvSpPr txBox="1"/>
          <p:nvPr/>
        </p:nvSpPr>
        <p:spPr>
          <a:xfrm>
            <a:off x="5606221" y="4766056"/>
            <a:ext cx="1504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DD9A75-B09F-4663-30D0-C5E01E219A92}"/>
              </a:ext>
            </a:extLst>
          </p:cNvPr>
          <p:cNvSpPr txBox="1"/>
          <p:nvPr/>
        </p:nvSpPr>
        <p:spPr>
          <a:xfrm>
            <a:off x="8656950" y="380911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97FA47-3F09-81DD-DAAB-A64FB118A6F2}"/>
              </a:ext>
            </a:extLst>
          </p:cNvPr>
          <p:cNvSpPr txBox="1"/>
          <p:nvPr/>
        </p:nvSpPr>
        <p:spPr>
          <a:xfrm>
            <a:off x="9049215" y="4597188"/>
            <a:ext cx="13084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</p:txBody>
      </p:sp>
    </p:spTree>
    <p:extLst>
      <p:ext uri="{BB962C8B-B14F-4D97-AF65-F5344CB8AC3E}">
        <p14:creationId xmlns:p14="http://schemas.microsoft.com/office/powerpoint/2010/main" val="36643104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51D79-9475-A0BB-D8A0-9F9D69BF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D140-75F5-D75F-B7B1-21D572D7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separation-logic-style permissions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E743E-DF0E-6E44-D65C-0A6C0BB668A5}"/>
              </a:ext>
            </a:extLst>
          </p:cNvPr>
          <p:cNvSpPr txBox="1"/>
          <p:nvPr/>
        </p:nvSpPr>
        <p:spPr>
          <a:xfrm>
            <a:off x="4126664" y="1294665"/>
            <a:ext cx="7756419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let (</a:t>
            </a:r>
            <a:r>
              <a:rPr lang="en-US" dirty="0" err="1"/>
              <a:t>ptr</a:t>
            </a:r>
            <a:r>
              <a:rPr lang="en-US" dirty="0"/>
              <a:t>, Tracked(atomicu32_perm)) = PAtomicU32::new(0);</a:t>
            </a:r>
          </a:p>
          <a:p>
            <a:r>
              <a:rPr lang="en-US" dirty="0"/>
              <a:t>let tracked </a:t>
            </a:r>
            <a:r>
              <a:rPr lang="en-US" dirty="0" err="1"/>
              <a:t>inv_frac_a</a:t>
            </a:r>
            <a:r>
              <a:rPr lang="en-US" dirty="0"/>
              <a:t> = </a:t>
            </a:r>
            <a:r>
              <a:rPr lang="en-US" dirty="0" err="1"/>
              <a:t>FracGhost</a:t>
            </a:r>
            <a:r>
              <a:rPr lang="en-US" dirty="0"/>
              <a:t>::new(0);</a:t>
            </a:r>
          </a:p>
          <a:p>
            <a:r>
              <a:rPr lang="en-US" dirty="0"/>
              <a:t>let tracked </a:t>
            </a:r>
            <a:r>
              <a:rPr lang="en-US" dirty="0" err="1"/>
              <a:t>inv_frac_b</a:t>
            </a:r>
            <a:r>
              <a:rPr lang="en-US" dirty="0"/>
              <a:t> = </a:t>
            </a:r>
            <a:r>
              <a:rPr lang="en-US" dirty="0" err="1"/>
              <a:t>FracGhost</a:t>
            </a:r>
            <a:r>
              <a:rPr lang="en-US" dirty="0"/>
              <a:t>::new(0);</a:t>
            </a:r>
          </a:p>
          <a:p>
            <a:r>
              <a:rPr lang="en-US" dirty="0"/>
              <a:t>let tracked </a:t>
            </a:r>
            <a:r>
              <a:rPr lang="en-US" dirty="0" err="1"/>
              <a:t>thread_frac_a</a:t>
            </a:r>
            <a:r>
              <a:rPr lang="en-US" dirty="0"/>
              <a:t> = </a:t>
            </a:r>
            <a:r>
              <a:rPr lang="en-US" dirty="0" err="1"/>
              <a:t>inv_frac_a.split</a:t>
            </a:r>
            <a:r>
              <a:rPr lang="en-US" dirty="0"/>
              <a:t>();</a:t>
            </a:r>
          </a:p>
          <a:p>
            <a:r>
              <a:rPr lang="en-US" dirty="0"/>
              <a:t>let tracked </a:t>
            </a:r>
            <a:r>
              <a:rPr lang="en-US" dirty="0" err="1"/>
              <a:t>thread_frac_b</a:t>
            </a:r>
            <a:r>
              <a:rPr lang="en-US" dirty="0"/>
              <a:t> = </a:t>
            </a:r>
            <a:r>
              <a:rPr lang="en-US" dirty="0" err="1"/>
              <a:t>inv_frac_b.split</a:t>
            </a:r>
            <a:r>
              <a:rPr lang="en-US" dirty="0"/>
              <a:t>();</a:t>
            </a:r>
          </a:p>
          <a:p>
            <a:r>
              <a:rPr lang="en-US" dirty="0"/>
              <a:t>let tracked </a:t>
            </a:r>
            <a:r>
              <a:rPr lang="en-US" dirty="0" err="1"/>
              <a:t>count_state</a:t>
            </a:r>
            <a:r>
              <a:rPr lang="en-US" dirty="0"/>
              <a:t> = </a:t>
            </a:r>
            <a:r>
              <a:rPr lang="en-US" dirty="0" err="1"/>
              <a:t>CountState</a:t>
            </a:r>
            <a:r>
              <a:rPr lang="en-US" dirty="0"/>
              <a:t> { </a:t>
            </a:r>
            <a:r>
              <a:rPr lang="en-US" dirty="0" err="1"/>
              <a:t>inv_frac_a</a:t>
            </a:r>
            <a:r>
              <a:rPr lang="en-US" dirty="0"/>
              <a:t>, </a:t>
            </a:r>
            <a:r>
              <a:rPr lang="en-US" dirty="0" err="1"/>
              <a:t>inv_frac_b</a:t>
            </a:r>
            <a:r>
              <a:rPr lang="en-US" dirty="0"/>
              <a:t>, atomicu32_perm };</a:t>
            </a:r>
          </a:p>
          <a:p>
            <a:r>
              <a:rPr lang="en-US" dirty="0"/>
              <a:t>let ghost </a:t>
            </a:r>
            <a:r>
              <a:rPr lang="en-US" dirty="0" err="1"/>
              <a:t>inv_fn</a:t>
            </a:r>
            <a:r>
              <a:rPr lang="en-US" dirty="0"/>
              <a:t> = |cs: </a:t>
            </a:r>
            <a:r>
              <a:rPr lang="en-US" dirty="0" err="1"/>
              <a:t>CountState</a:t>
            </a:r>
            <a:r>
              <a:rPr lang="en-US" dirty="0"/>
              <a:t>| {</a:t>
            </a:r>
          </a:p>
          <a:p>
            <a:r>
              <a:rPr lang="en-US" dirty="0"/>
              <a:t>    … cs.atomicu32_perm.value() == </a:t>
            </a:r>
            <a:r>
              <a:rPr lang="en-US" dirty="0" err="1"/>
              <a:t>cs.inv_frac_a</a:t>
            </a:r>
            <a:r>
              <a:rPr lang="en-US" dirty="0"/>
              <a:t>@ + </a:t>
            </a:r>
            <a:r>
              <a:rPr lang="en-US" dirty="0" err="1"/>
              <a:t>cs.inv_frac_b</a:t>
            </a:r>
            <a:r>
              <a:rPr lang="en-US" dirty="0"/>
              <a:t>@ };</a:t>
            </a:r>
          </a:p>
          <a:p>
            <a:r>
              <a:rPr lang="en-US" dirty="0"/>
              <a:t>let tracked </a:t>
            </a:r>
            <a:r>
              <a:rPr lang="en-US" dirty="0" err="1"/>
              <a:t>atomic_inv</a:t>
            </a:r>
            <a:r>
              <a:rPr lang="en-US" dirty="0"/>
              <a:t> = </a:t>
            </a:r>
            <a:r>
              <a:rPr lang="en-US" dirty="0" err="1"/>
              <a:t>AtomicInvariant</a:t>
            </a:r>
            <a:r>
              <a:rPr lang="en-US" dirty="0"/>
              <a:t>::new(</a:t>
            </a:r>
            <a:r>
              <a:rPr lang="en-US" dirty="0" err="1"/>
              <a:t>inv_fn</a:t>
            </a:r>
            <a:r>
              <a:rPr lang="en-US" dirty="0"/>
              <a:t>, </a:t>
            </a:r>
            <a:r>
              <a:rPr lang="en-US" dirty="0" err="1"/>
              <a:t>count_state</a:t>
            </a:r>
            <a:r>
              <a:rPr lang="en-US" dirty="0"/>
              <a:t>, …);</a:t>
            </a:r>
          </a:p>
          <a:p>
            <a:endParaRPr lang="en-US" dirty="0"/>
          </a:p>
          <a:p>
            <a:r>
              <a:rPr lang="en-US" dirty="0"/>
              <a:t>let </a:t>
            </a:r>
            <a:r>
              <a:rPr lang="en-US" dirty="0" err="1"/>
              <a:t>thread_a</a:t>
            </a:r>
            <a:r>
              <a:rPr lang="en-US" dirty="0"/>
              <a:t> = </a:t>
            </a:r>
            <a:r>
              <a:rPr lang="en-US" dirty="0" err="1"/>
              <a:t>vstd</a:t>
            </a:r>
            <a:r>
              <a:rPr lang="en-US" dirty="0"/>
              <a:t>::thread::spawn(|| {</a:t>
            </a:r>
          </a:p>
          <a:p>
            <a:r>
              <a:rPr lang="en-US" dirty="0"/>
              <a:t>    … 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atomic_inv</a:t>
            </a:r>
            <a:r>
              <a:rPr lang="en-US" dirty="0"/>
              <a:t>, </a:t>
            </a:r>
            <a:r>
              <a:rPr lang="en-US" dirty="0" err="1"/>
              <a:t>thread_frac_a</a:t>
            </a:r>
            <a:r>
              <a:rPr lang="en-US" dirty="0"/>
              <a:t> …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let </a:t>
            </a:r>
            <a:r>
              <a:rPr lang="en-US" dirty="0" err="1"/>
              <a:t>thread_b</a:t>
            </a:r>
            <a:r>
              <a:rPr lang="en-US" dirty="0"/>
              <a:t> = </a:t>
            </a:r>
            <a:r>
              <a:rPr lang="en-US" dirty="0" err="1"/>
              <a:t>vstd</a:t>
            </a:r>
            <a:r>
              <a:rPr lang="en-US" dirty="0"/>
              <a:t>::thread::spawn(|| {</a:t>
            </a:r>
          </a:p>
          <a:p>
            <a:r>
              <a:rPr lang="en-US" dirty="0"/>
              <a:t>    … 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atomic_inv</a:t>
            </a:r>
            <a:r>
              <a:rPr lang="en-US" dirty="0"/>
              <a:t>, </a:t>
            </a:r>
            <a:r>
              <a:rPr lang="en-US" dirty="0" err="1"/>
              <a:t>thread_frac_b</a:t>
            </a:r>
            <a:r>
              <a:rPr lang="en-US" dirty="0"/>
              <a:t> …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if let (Ok(</a:t>
            </a:r>
            <a:r>
              <a:rPr lang="en-US" dirty="0" err="1"/>
              <a:t>join_a</a:t>
            </a:r>
            <a:r>
              <a:rPr lang="en-US" dirty="0"/>
              <a:t>), Ok(</a:t>
            </a:r>
            <a:r>
              <a:rPr lang="en-US" dirty="0" err="1"/>
              <a:t>join_b</a:t>
            </a:r>
            <a:r>
              <a:rPr lang="en-US" dirty="0"/>
              <a:t>)) = (</a:t>
            </a:r>
            <a:r>
              <a:rPr lang="en-US" dirty="0" err="1"/>
              <a:t>thread_a.join</a:t>
            </a:r>
            <a:r>
              <a:rPr lang="en-US" dirty="0"/>
              <a:t>(), </a:t>
            </a:r>
            <a:r>
              <a:rPr lang="en-US" dirty="0" err="1"/>
              <a:t>thread_b.join</a:t>
            </a:r>
            <a:r>
              <a:rPr lang="en-US" dirty="0"/>
              <a:t>()) { … }</a:t>
            </a:r>
          </a:p>
        </p:txBody>
      </p:sp>
    </p:spTree>
    <p:extLst>
      <p:ext uri="{BB962C8B-B14F-4D97-AF65-F5344CB8AC3E}">
        <p14:creationId xmlns:p14="http://schemas.microsoft.com/office/powerpoint/2010/main" val="32114496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E98C-99A1-8AEF-8442-B91AE5D1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C91B-92D2-5A40-84C6-A0681346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b performs </a:t>
            </a:r>
            <a:r>
              <a:rPr lang="en-US" dirty="0" err="1"/>
              <a:t>fetch_add</a:t>
            </a:r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502D31-7F03-2CA7-29D1-3D1677A8F77E}"/>
              </a:ext>
            </a:extLst>
          </p:cNvPr>
          <p:cNvSpPr/>
          <p:nvPr/>
        </p:nvSpPr>
        <p:spPr>
          <a:xfrm>
            <a:off x="1411379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AC1A3-25ED-F250-5F3F-6263C88FBBAA}"/>
              </a:ext>
            </a:extLst>
          </p:cNvPr>
          <p:cNvSpPr txBox="1"/>
          <p:nvPr/>
        </p:nvSpPr>
        <p:spPr>
          <a:xfrm>
            <a:off x="937319" y="225642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B60F6-2B86-6898-74CF-41DE9B1B529C}"/>
              </a:ext>
            </a:extLst>
          </p:cNvPr>
          <p:cNvSpPr txBox="1"/>
          <p:nvPr/>
        </p:nvSpPr>
        <p:spPr>
          <a:xfrm>
            <a:off x="1783775" y="2902752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0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1A9C03-43BC-C9A1-D9BF-9C4A8F8AD573}"/>
              </a:ext>
            </a:extLst>
          </p:cNvPr>
          <p:cNvSpPr/>
          <p:nvPr/>
        </p:nvSpPr>
        <p:spPr>
          <a:xfrm>
            <a:off x="4540722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AE8D4-EA27-65AF-9076-DBFD34EC8828}"/>
              </a:ext>
            </a:extLst>
          </p:cNvPr>
          <p:cNvSpPr txBox="1"/>
          <p:nvPr/>
        </p:nvSpPr>
        <p:spPr>
          <a:xfrm>
            <a:off x="4066662" y="225642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3BCFC-AF29-FF57-C770-8B382B310685}"/>
              </a:ext>
            </a:extLst>
          </p:cNvPr>
          <p:cNvSpPr txBox="1"/>
          <p:nvPr/>
        </p:nvSpPr>
        <p:spPr>
          <a:xfrm>
            <a:off x="5000428" y="2852670"/>
            <a:ext cx="1515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69989-849D-7FDF-9952-5E5C06FD55E3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961818-50ED-DE8A-7297-5902CC31054B}"/>
              </a:ext>
            </a:extLst>
          </p:cNvPr>
          <p:cNvSpPr txBox="1"/>
          <p:nvPr/>
        </p:nvSpPr>
        <p:spPr>
          <a:xfrm>
            <a:off x="8436567" y="2859828"/>
            <a:ext cx="13084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0</a:t>
            </a:r>
          </a:p>
        </p:txBody>
      </p:sp>
    </p:spTree>
    <p:extLst>
      <p:ext uri="{BB962C8B-B14F-4D97-AF65-F5344CB8AC3E}">
        <p14:creationId xmlns:p14="http://schemas.microsoft.com/office/powerpoint/2010/main" val="172014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33333E-6 L 0.1875 0.121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FD28-07BE-F082-89AF-466D9FCC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FCD5-9AC5-E5FD-20E5-2DFD839C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b performs </a:t>
            </a:r>
            <a:r>
              <a:rPr lang="en-US" dirty="0" err="1"/>
              <a:t>fetch_add</a:t>
            </a:r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A190788-ECB2-BF42-0AB2-729B191F2089}"/>
              </a:ext>
            </a:extLst>
          </p:cNvPr>
          <p:cNvSpPr/>
          <p:nvPr/>
        </p:nvSpPr>
        <p:spPr>
          <a:xfrm>
            <a:off x="1411379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225A8-0E7E-099A-2FDF-D99B594BD41C}"/>
              </a:ext>
            </a:extLst>
          </p:cNvPr>
          <p:cNvSpPr txBox="1"/>
          <p:nvPr/>
        </p:nvSpPr>
        <p:spPr>
          <a:xfrm>
            <a:off x="937319" y="225642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C337F-B4E6-609A-0F6E-C64029F7A0D7}"/>
              </a:ext>
            </a:extLst>
          </p:cNvPr>
          <p:cNvSpPr txBox="1"/>
          <p:nvPr/>
        </p:nvSpPr>
        <p:spPr>
          <a:xfrm>
            <a:off x="1783775" y="2902752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0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81D72A7-30FE-D2AD-84A5-0A7B94780F0A}"/>
              </a:ext>
            </a:extLst>
          </p:cNvPr>
          <p:cNvSpPr/>
          <p:nvPr/>
        </p:nvSpPr>
        <p:spPr>
          <a:xfrm>
            <a:off x="4540722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680AB-BCBE-B333-9CEC-2C3BA32AE76E}"/>
              </a:ext>
            </a:extLst>
          </p:cNvPr>
          <p:cNvSpPr txBox="1"/>
          <p:nvPr/>
        </p:nvSpPr>
        <p:spPr>
          <a:xfrm>
            <a:off x="4066662" y="225642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9204A-DE71-220E-188E-E4FD271F0F75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AC9617-4122-BA26-AF6D-32347D6B73B5}"/>
              </a:ext>
            </a:extLst>
          </p:cNvPr>
          <p:cNvSpPr txBox="1"/>
          <p:nvPr/>
        </p:nvSpPr>
        <p:spPr>
          <a:xfrm>
            <a:off x="8436567" y="2859828"/>
            <a:ext cx="13084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1.0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49275-63A7-7821-5B0E-68FBCDC548BE}"/>
              </a:ext>
            </a:extLst>
          </p:cNvPr>
          <p:cNvSpPr txBox="1"/>
          <p:nvPr/>
        </p:nvSpPr>
        <p:spPr>
          <a:xfrm>
            <a:off x="10137267" y="3826082"/>
            <a:ext cx="100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368782413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E17E-4A1F-2426-32E2-F72B741ED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0455-EDBC-0F4B-0BA9-F9F492EF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b performs </a:t>
            </a:r>
            <a:r>
              <a:rPr lang="en-US" dirty="0" err="1"/>
              <a:t>fetch_add</a:t>
            </a:r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8866CA9-6B20-1CD6-A33B-E412CCCAB1A1}"/>
              </a:ext>
            </a:extLst>
          </p:cNvPr>
          <p:cNvSpPr/>
          <p:nvPr/>
        </p:nvSpPr>
        <p:spPr>
          <a:xfrm>
            <a:off x="1411379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89276-C7E5-8B76-44A4-5FA46F391BA1}"/>
              </a:ext>
            </a:extLst>
          </p:cNvPr>
          <p:cNvSpPr txBox="1"/>
          <p:nvPr/>
        </p:nvSpPr>
        <p:spPr>
          <a:xfrm>
            <a:off x="937319" y="225642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B3D22-6B08-4DFE-059F-B4760C8C7CC9}"/>
              </a:ext>
            </a:extLst>
          </p:cNvPr>
          <p:cNvSpPr txBox="1"/>
          <p:nvPr/>
        </p:nvSpPr>
        <p:spPr>
          <a:xfrm>
            <a:off x="1783775" y="2902752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0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CB5C152-27F9-6D7B-D451-D2F1353CA1F2}"/>
              </a:ext>
            </a:extLst>
          </p:cNvPr>
          <p:cNvSpPr/>
          <p:nvPr/>
        </p:nvSpPr>
        <p:spPr>
          <a:xfrm>
            <a:off x="4540722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D7C2C-559A-C578-DEFD-01139C8C46C4}"/>
              </a:ext>
            </a:extLst>
          </p:cNvPr>
          <p:cNvSpPr txBox="1"/>
          <p:nvPr/>
        </p:nvSpPr>
        <p:spPr>
          <a:xfrm>
            <a:off x="4066662" y="225642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E01A2-F2F9-E877-969A-5C4CDBEB0FCF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0ED52-CF0E-90E9-6C80-8A88C6467CF0}"/>
              </a:ext>
            </a:extLst>
          </p:cNvPr>
          <p:cNvSpPr txBox="1"/>
          <p:nvPr/>
        </p:nvSpPr>
        <p:spPr>
          <a:xfrm>
            <a:off x="8436567" y="2859828"/>
            <a:ext cx="13084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1.0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A39F1-CD1D-D6F6-E14C-DC7EE87D361D}"/>
              </a:ext>
            </a:extLst>
          </p:cNvPr>
          <p:cNvSpPr txBox="1"/>
          <p:nvPr/>
        </p:nvSpPr>
        <p:spPr>
          <a:xfrm>
            <a:off x="10137267" y="3826082"/>
            <a:ext cx="1507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update view()</a:t>
            </a:r>
          </a:p>
        </p:txBody>
      </p:sp>
    </p:spTree>
    <p:extLst>
      <p:ext uri="{BB962C8B-B14F-4D97-AF65-F5344CB8AC3E}">
        <p14:creationId xmlns:p14="http://schemas.microsoft.com/office/powerpoint/2010/main" val="36651224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7856-CAEB-EB37-2566-57400AB3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62C6-2792-E3BB-68AB-4B16E37E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b performs </a:t>
            </a:r>
            <a:r>
              <a:rPr lang="en-US" dirty="0" err="1"/>
              <a:t>fetch_add</a:t>
            </a:r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7EE2455-0952-91D8-DC56-12C9C144D642}"/>
              </a:ext>
            </a:extLst>
          </p:cNvPr>
          <p:cNvSpPr/>
          <p:nvPr/>
        </p:nvSpPr>
        <p:spPr>
          <a:xfrm>
            <a:off x="1411379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27064-97FC-F076-85CB-E22E8230BD6E}"/>
              </a:ext>
            </a:extLst>
          </p:cNvPr>
          <p:cNvSpPr txBox="1"/>
          <p:nvPr/>
        </p:nvSpPr>
        <p:spPr>
          <a:xfrm>
            <a:off x="937319" y="225642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32CEE-6BA4-CCE2-373B-F4E3DCD1D3C9}"/>
              </a:ext>
            </a:extLst>
          </p:cNvPr>
          <p:cNvSpPr txBox="1"/>
          <p:nvPr/>
        </p:nvSpPr>
        <p:spPr>
          <a:xfrm>
            <a:off x="1783775" y="2902752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0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30B8E4B-67AD-3C1A-3093-A91DFA3C34B1}"/>
              </a:ext>
            </a:extLst>
          </p:cNvPr>
          <p:cNvSpPr/>
          <p:nvPr/>
        </p:nvSpPr>
        <p:spPr>
          <a:xfrm>
            <a:off x="4540722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8A5DB-46BF-0A05-B4B4-650D5BDC90E8}"/>
              </a:ext>
            </a:extLst>
          </p:cNvPr>
          <p:cNvSpPr txBox="1"/>
          <p:nvPr/>
        </p:nvSpPr>
        <p:spPr>
          <a:xfrm>
            <a:off x="4066662" y="225642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49A9D-E85B-07CA-87D8-604E465E9FBE}"/>
              </a:ext>
            </a:extLst>
          </p:cNvPr>
          <p:cNvSpPr txBox="1"/>
          <p:nvPr/>
        </p:nvSpPr>
        <p:spPr>
          <a:xfrm>
            <a:off x="7286594" y="3688580"/>
            <a:ext cx="1515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694E4-B6EB-1539-934B-A494E70461A3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76C214-4DF3-F42A-DD74-8AB09D637FE9}"/>
              </a:ext>
            </a:extLst>
          </p:cNvPr>
          <p:cNvSpPr txBox="1"/>
          <p:nvPr/>
        </p:nvSpPr>
        <p:spPr>
          <a:xfrm>
            <a:off x="8436567" y="2859828"/>
            <a:ext cx="13084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664FE-5B00-13BA-BCBE-E80EDC534D6A}"/>
              </a:ext>
            </a:extLst>
          </p:cNvPr>
          <p:cNvSpPr txBox="1"/>
          <p:nvPr/>
        </p:nvSpPr>
        <p:spPr>
          <a:xfrm>
            <a:off x="10137267" y="3826082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282738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-0.19401 -0.121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01" y="-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12E30-A354-F281-DC18-E1934F84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3F13-2C70-ABF3-6295-101B2303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b performs </a:t>
            </a:r>
            <a:r>
              <a:rPr lang="en-US" dirty="0" err="1"/>
              <a:t>fetch_add</a:t>
            </a:r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F6E43C-9AE1-EFFA-A2D3-78AB4AD5D9CE}"/>
              </a:ext>
            </a:extLst>
          </p:cNvPr>
          <p:cNvSpPr/>
          <p:nvPr/>
        </p:nvSpPr>
        <p:spPr>
          <a:xfrm>
            <a:off x="1411379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FFB80-F895-F650-FCDB-9B62C09EABF9}"/>
              </a:ext>
            </a:extLst>
          </p:cNvPr>
          <p:cNvSpPr txBox="1"/>
          <p:nvPr/>
        </p:nvSpPr>
        <p:spPr>
          <a:xfrm>
            <a:off x="937319" y="225642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4D048-79DD-6299-9C8D-3D7F2EDB1047}"/>
              </a:ext>
            </a:extLst>
          </p:cNvPr>
          <p:cNvSpPr txBox="1"/>
          <p:nvPr/>
        </p:nvSpPr>
        <p:spPr>
          <a:xfrm>
            <a:off x="1783775" y="2902752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0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0CE91C6-5CC6-BCC8-7BCC-38350EFCE425}"/>
              </a:ext>
            </a:extLst>
          </p:cNvPr>
          <p:cNvSpPr/>
          <p:nvPr/>
        </p:nvSpPr>
        <p:spPr>
          <a:xfrm>
            <a:off x="4540722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FB909-0217-ACC1-947E-104287331D3F}"/>
              </a:ext>
            </a:extLst>
          </p:cNvPr>
          <p:cNvSpPr txBox="1"/>
          <p:nvPr/>
        </p:nvSpPr>
        <p:spPr>
          <a:xfrm>
            <a:off x="4066662" y="225642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24552-792F-2F81-EF5B-129E5DBC502A}"/>
              </a:ext>
            </a:extLst>
          </p:cNvPr>
          <p:cNvSpPr txBox="1"/>
          <p:nvPr/>
        </p:nvSpPr>
        <p:spPr>
          <a:xfrm>
            <a:off x="4914959" y="2890197"/>
            <a:ext cx="1515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97473-051D-684A-24F4-3D15A64D8BCA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A2C7F-D24C-A020-2375-682C391B718A}"/>
              </a:ext>
            </a:extLst>
          </p:cNvPr>
          <p:cNvSpPr txBox="1"/>
          <p:nvPr/>
        </p:nvSpPr>
        <p:spPr>
          <a:xfrm>
            <a:off x="8436567" y="2859828"/>
            <a:ext cx="13084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6CDFD-D74A-C9DE-C6FB-B60CEABDAD64}"/>
              </a:ext>
            </a:extLst>
          </p:cNvPr>
          <p:cNvSpPr txBox="1"/>
          <p:nvPr/>
        </p:nvSpPr>
        <p:spPr>
          <a:xfrm>
            <a:off x="1840662" y="2859828"/>
            <a:ext cx="6532494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let </a:t>
            </a:r>
            <a:r>
              <a:rPr lang="en-US" dirty="0" err="1"/>
              <a:t>thread_b</a:t>
            </a:r>
            <a:r>
              <a:rPr lang="en-US" dirty="0"/>
              <a:t> = </a:t>
            </a:r>
            <a:r>
              <a:rPr lang="en-US" dirty="0" err="1"/>
              <a:t>vstd</a:t>
            </a:r>
            <a:r>
              <a:rPr lang="en-US" dirty="0"/>
              <a:t>::thread::spawn(|| { ...</a:t>
            </a:r>
          </a:p>
          <a:p>
            <a:r>
              <a:rPr lang="en-US" dirty="0"/>
              <a:t>    </a:t>
            </a:r>
            <a:r>
              <a:rPr lang="en-US" dirty="0" err="1"/>
              <a:t>open_atomic_invariant</a:t>
            </a:r>
            <a:r>
              <a:rPr lang="en-US" dirty="0"/>
              <a:t>!(</a:t>
            </a:r>
            <a:r>
              <a:rPr lang="en-US" dirty="0" err="1"/>
              <a:t>atomic_inv.borrow</a:t>
            </a:r>
            <a:r>
              <a:rPr lang="en-US" dirty="0"/>
              <a:t>() =&gt; </a:t>
            </a:r>
            <a:r>
              <a:rPr lang="en-US" dirty="0" err="1"/>
              <a:t>count_state</a:t>
            </a:r>
            <a:r>
              <a:rPr lang="en-US" dirty="0"/>
              <a:t> =&gt; {</a:t>
            </a:r>
          </a:p>
          <a:p>
            <a:r>
              <a:rPr lang="en-US" dirty="0"/>
              <a:t>        proof {</a:t>
            </a:r>
          </a:p>
          <a:p>
            <a:r>
              <a:rPr lang="en-US" dirty="0"/>
              <a:t>            </a:t>
            </a:r>
            <a:r>
              <a:rPr lang="en-US" dirty="0" err="1"/>
              <a:t>count_state.inv_frac_b.combine</a:t>
            </a:r>
            <a:r>
              <a:rPr lang="en-US" dirty="0"/>
              <a:t>(</a:t>
            </a:r>
            <a:r>
              <a:rPr lang="en-US" dirty="0" err="1"/>
              <a:t>thread_frac_b</a:t>
            </a:r>
            <a:r>
              <a:rPr lang="en-US" dirty="0"/>
              <a:t>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ptr.fetch_add</a:t>
            </a:r>
            <a:r>
              <a:rPr lang="en-US" dirty="0"/>
              <a:t>(Tracked(&amp;mut count_state.atomicu32_perm), 1);</a:t>
            </a:r>
          </a:p>
          <a:p>
            <a:r>
              <a:rPr lang="en-US" dirty="0"/>
              <a:t>        proof {</a:t>
            </a:r>
          </a:p>
          <a:p>
            <a:r>
              <a:rPr lang="en-US" dirty="0"/>
              <a:t>            </a:t>
            </a:r>
            <a:r>
              <a:rPr lang="en-US" dirty="0" err="1"/>
              <a:t>count_state.inv_frac_b.update</a:t>
            </a:r>
            <a:r>
              <a:rPr lang="en-US" dirty="0"/>
              <a:t>(1);</a:t>
            </a:r>
          </a:p>
          <a:p>
            <a:r>
              <a:rPr lang="en-US" dirty="0"/>
              <a:t>            </a:t>
            </a:r>
            <a:r>
              <a:rPr lang="en-US" dirty="0" err="1"/>
              <a:t>thread_frac_b</a:t>
            </a:r>
            <a:r>
              <a:rPr lang="en-US" dirty="0"/>
              <a:t> = </a:t>
            </a:r>
            <a:r>
              <a:rPr lang="en-US" dirty="0" err="1"/>
              <a:t>count_state.inv_frac_b.split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});</a:t>
            </a:r>
          </a:p>
          <a:p>
            <a:r>
              <a:rPr lang="en-US" dirty="0"/>
              <a:t>    Tracked(</a:t>
            </a:r>
            <a:r>
              <a:rPr lang="en-US" dirty="0" err="1"/>
              <a:t>thread_frac_b</a:t>
            </a:r>
            <a:r>
              <a:rPr lang="en-US" dirty="0"/>
              <a:t>)</a:t>
            </a:r>
          </a:p>
          <a:p>
            <a:r>
              <a:rPr lang="en-US" dirty="0"/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A81DC-9C70-4366-F5D1-BCF240F607FC}"/>
              </a:ext>
            </a:extLst>
          </p:cNvPr>
          <p:cNvSpPr txBox="1"/>
          <p:nvPr/>
        </p:nvSpPr>
        <p:spPr>
          <a:xfrm>
            <a:off x="8373156" y="5879384"/>
            <a:ext cx="3709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open_atomic_invariant</a:t>
            </a:r>
            <a:r>
              <a:rPr lang="en-US" dirty="0"/>
              <a:t> can perform</a:t>
            </a:r>
          </a:p>
          <a:p>
            <a:r>
              <a:rPr lang="en-US" dirty="0"/>
              <a:t>1 exec operation + n proof operations</a:t>
            </a:r>
          </a:p>
        </p:txBody>
      </p:sp>
    </p:spTree>
    <p:extLst>
      <p:ext uri="{BB962C8B-B14F-4D97-AF65-F5344CB8AC3E}">
        <p14:creationId xmlns:p14="http://schemas.microsoft.com/office/powerpoint/2010/main" val="40537850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4C09-BF14-8D20-39A5-E84B012E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5BBF-4A05-8253-B781-E810372B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Parent thread joins thread a, thread b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C75CD77-D912-C746-3179-B3A4E6EBFABA}"/>
              </a:ext>
            </a:extLst>
          </p:cNvPr>
          <p:cNvSpPr/>
          <p:nvPr/>
        </p:nvSpPr>
        <p:spPr>
          <a:xfrm>
            <a:off x="1411379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62AF9-2B4A-2915-7856-5A321F8154D2}"/>
              </a:ext>
            </a:extLst>
          </p:cNvPr>
          <p:cNvSpPr txBox="1"/>
          <p:nvPr/>
        </p:nvSpPr>
        <p:spPr>
          <a:xfrm>
            <a:off x="937319" y="2256422"/>
            <a:ext cx="123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6B745-9F39-0C37-7138-CEA9DAED1924}"/>
              </a:ext>
            </a:extLst>
          </p:cNvPr>
          <p:cNvSpPr txBox="1"/>
          <p:nvPr/>
        </p:nvSpPr>
        <p:spPr>
          <a:xfrm>
            <a:off x="1783775" y="2902752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1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CA00784-B4C1-6078-5D6D-9B9C1989E019}"/>
              </a:ext>
            </a:extLst>
          </p:cNvPr>
          <p:cNvSpPr/>
          <p:nvPr/>
        </p:nvSpPr>
        <p:spPr>
          <a:xfrm>
            <a:off x="4540722" y="2859828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02032-D5DF-D215-5CE4-373EE74AD7A1}"/>
              </a:ext>
            </a:extLst>
          </p:cNvPr>
          <p:cNvSpPr txBox="1"/>
          <p:nvPr/>
        </p:nvSpPr>
        <p:spPr>
          <a:xfrm>
            <a:off x="4066662" y="2256422"/>
            <a:ext cx="1246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C907D-28F7-113C-7E14-F58037DA1313}"/>
              </a:ext>
            </a:extLst>
          </p:cNvPr>
          <p:cNvSpPr txBox="1"/>
          <p:nvPr/>
        </p:nvSpPr>
        <p:spPr>
          <a:xfrm>
            <a:off x="5000428" y="2852670"/>
            <a:ext cx="1515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A60FC-9CD2-D41D-FCCF-ECB07597A0C5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DF7F2B-5717-3CC7-37C1-5478E6B06E1D}"/>
              </a:ext>
            </a:extLst>
          </p:cNvPr>
          <p:cNvSpPr txBox="1"/>
          <p:nvPr/>
        </p:nvSpPr>
        <p:spPr>
          <a:xfrm>
            <a:off x="8436567" y="2859828"/>
            <a:ext cx="13084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</a:rPr>
              <a:t>view() == ?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view() == ?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79EA5AB-075D-374A-E0FC-FAA7AD710EA5}"/>
              </a:ext>
            </a:extLst>
          </p:cNvPr>
          <p:cNvSpPr/>
          <p:nvPr/>
        </p:nvSpPr>
        <p:spPr>
          <a:xfrm>
            <a:off x="2535872" y="486846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37A09-95E9-2E9E-3FDA-ECCD42921213}"/>
              </a:ext>
            </a:extLst>
          </p:cNvPr>
          <p:cNvSpPr txBox="1"/>
          <p:nvPr/>
        </p:nvSpPr>
        <p:spPr>
          <a:xfrm>
            <a:off x="2029035" y="4277246"/>
            <a:ext cx="1912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parent thread</a:t>
            </a:r>
          </a:p>
        </p:txBody>
      </p:sp>
    </p:spTree>
    <p:extLst>
      <p:ext uri="{BB962C8B-B14F-4D97-AF65-F5344CB8AC3E}">
        <p14:creationId xmlns:p14="http://schemas.microsoft.com/office/powerpoint/2010/main" val="365648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33333E-6 L -0.0155 0.2967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14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7.40741E-7 L 0.10013 0.285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620C-4D1A-2D4A-3A36-C9134A02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7D2E-7D60-8501-7340-82E2EC66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Parent thread joins thread a, thread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58069-C16B-C43B-F0AD-72ECBE521BFF}"/>
              </a:ext>
            </a:extLst>
          </p:cNvPr>
          <p:cNvSpPr txBox="1"/>
          <p:nvPr/>
        </p:nvSpPr>
        <p:spPr>
          <a:xfrm>
            <a:off x="3023451" y="4867573"/>
            <a:ext cx="150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view() ==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23A00-46FA-21B6-F6A3-7D43063A3509}"/>
              </a:ext>
            </a:extLst>
          </p:cNvPr>
          <p:cNvSpPr txBox="1"/>
          <p:nvPr/>
        </p:nvSpPr>
        <p:spPr>
          <a:xfrm>
            <a:off x="4745253" y="4891153"/>
            <a:ext cx="1515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thread_frac_b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b="1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E853A3-0B39-92BC-731A-E869D7C7A454}"/>
              </a:ext>
            </a:extLst>
          </p:cNvPr>
          <p:cNvSpPr txBox="1"/>
          <p:nvPr/>
        </p:nvSpPr>
        <p:spPr>
          <a:xfrm>
            <a:off x="8044302" y="2071755"/>
            <a:ext cx="27886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</a:t>
            </a:r>
            <a:r>
              <a:rPr lang="en-US" sz="2400" dirty="0"/>
              <a:t>AtomicU32</a:t>
            </a:r>
          </a:p>
          <a:p>
            <a:pPr lvl="0"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AtomicI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nvariant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37CF5-24ED-BB0E-46E6-D16BBF826F21}"/>
              </a:ext>
            </a:extLst>
          </p:cNvPr>
          <p:cNvSpPr txBox="1"/>
          <p:nvPr/>
        </p:nvSpPr>
        <p:spPr>
          <a:xfrm>
            <a:off x="8436567" y="2859828"/>
            <a:ext cx="13084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inv_frac_a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b="1" dirty="0">
                <a:solidFill>
                  <a:srgbClr val="000000"/>
                </a:solidFill>
              </a:rPr>
              <a:t>view() == 1</a:t>
            </a:r>
          </a:p>
          <a:p>
            <a:pPr lvl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</a:rPr>
              <a:t>inv_frac_b</a:t>
            </a:r>
            <a:endParaRPr lang="en-US" dirty="0">
              <a:solidFill>
                <a:srgbClr val="000000"/>
              </a:solidFill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frac() == 0.5</a:t>
            </a:r>
          </a:p>
          <a:p>
            <a:pPr lvl="0">
              <a:defRPr/>
            </a:pPr>
            <a:r>
              <a:rPr lang="en-US" b="1" dirty="0">
                <a:solidFill>
                  <a:prstClr val="black"/>
                </a:solidFill>
              </a:rPr>
              <a:t>view() == 1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F7544D3-DF54-4583-222B-73FE323B7D49}"/>
              </a:ext>
            </a:extLst>
          </p:cNvPr>
          <p:cNvSpPr/>
          <p:nvPr/>
        </p:nvSpPr>
        <p:spPr>
          <a:xfrm>
            <a:off x="2535872" y="4868460"/>
            <a:ext cx="269971" cy="984068"/>
          </a:xfrm>
          <a:custGeom>
            <a:avLst/>
            <a:gdLst>
              <a:gd name="connsiteX0" fmla="*/ 304851 w 304851"/>
              <a:gd name="connsiteY0" fmla="*/ 0 h 966651"/>
              <a:gd name="connsiteX1" fmla="*/ 51 w 304851"/>
              <a:gd name="connsiteY1" fmla="*/ 130628 h 966651"/>
              <a:gd name="connsiteX2" fmla="*/ 278725 w 304851"/>
              <a:gd name="connsiteY2" fmla="*/ 261257 h 966651"/>
              <a:gd name="connsiteX3" fmla="*/ 43594 w 304851"/>
              <a:gd name="connsiteY3" fmla="*/ 409303 h 966651"/>
              <a:gd name="connsiteX4" fmla="*/ 243891 w 304851"/>
              <a:gd name="connsiteY4" fmla="*/ 600891 h 966651"/>
              <a:gd name="connsiteX5" fmla="*/ 78428 w 304851"/>
              <a:gd name="connsiteY5" fmla="*/ 731520 h 966651"/>
              <a:gd name="connsiteX6" fmla="*/ 235182 w 304851"/>
              <a:gd name="connsiteY6" fmla="*/ 870857 h 966651"/>
              <a:gd name="connsiteX7" fmla="*/ 78428 w 30485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191712 w 261381"/>
              <a:gd name="connsiteY6" fmla="*/ 870857 h 966651"/>
              <a:gd name="connsiteX7" fmla="*/ 34958 w 261381"/>
              <a:gd name="connsiteY7" fmla="*/ 966651 h 966651"/>
              <a:gd name="connsiteX0" fmla="*/ 261381 w 261381"/>
              <a:gd name="connsiteY0" fmla="*/ 0 h 966651"/>
              <a:gd name="connsiteX1" fmla="*/ 34958 w 261381"/>
              <a:gd name="connsiteY1" fmla="*/ 130628 h 966651"/>
              <a:gd name="connsiteX2" fmla="*/ 235255 w 261381"/>
              <a:gd name="connsiteY2" fmla="*/ 261257 h 966651"/>
              <a:gd name="connsiteX3" fmla="*/ 124 w 261381"/>
              <a:gd name="connsiteY3" fmla="*/ 409303 h 966651"/>
              <a:gd name="connsiteX4" fmla="*/ 200421 w 261381"/>
              <a:gd name="connsiteY4" fmla="*/ 600891 h 966651"/>
              <a:gd name="connsiteX5" fmla="*/ 34958 w 261381"/>
              <a:gd name="connsiteY5" fmla="*/ 731520 h 966651"/>
              <a:gd name="connsiteX6" fmla="*/ 217837 w 261381"/>
              <a:gd name="connsiteY6" fmla="*/ 862148 h 966651"/>
              <a:gd name="connsiteX7" fmla="*/ 34958 w 261381"/>
              <a:gd name="connsiteY7" fmla="*/ 966651 h 966651"/>
              <a:gd name="connsiteX0" fmla="*/ 269965 w 269965"/>
              <a:gd name="connsiteY0" fmla="*/ 0 h 984068"/>
              <a:gd name="connsiteX1" fmla="*/ 43542 w 269965"/>
              <a:gd name="connsiteY1" fmla="*/ 130628 h 984068"/>
              <a:gd name="connsiteX2" fmla="*/ 243839 w 269965"/>
              <a:gd name="connsiteY2" fmla="*/ 261257 h 984068"/>
              <a:gd name="connsiteX3" fmla="*/ 8708 w 269965"/>
              <a:gd name="connsiteY3" fmla="*/ 409303 h 984068"/>
              <a:gd name="connsiteX4" fmla="*/ 209005 w 269965"/>
              <a:gd name="connsiteY4" fmla="*/ 600891 h 984068"/>
              <a:gd name="connsiteX5" fmla="*/ 43542 w 269965"/>
              <a:gd name="connsiteY5" fmla="*/ 731520 h 984068"/>
              <a:gd name="connsiteX6" fmla="*/ 226421 w 269965"/>
              <a:gd name="connsiteY6" fmla="*/ 862148 h 984068"/>
              <a:gd name="connsiteX7" fmla="*/ 0 w 269965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09011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  <a:gd name="connsiteX0" fmla="*/ 269971 w 269971"/>
              <a:gd name="connsiteY0" fmla="*/ 0 h 984068"/>
              <a:gd name="connsiteX1" fmla="*/ 43548 w 269971"/>
              <a:gd name="connsiteY1" fmla="*/ 130628 h 984068"/>
              <a:gd name="connsiteX2" fmla="*/ 243845 w 269971"/>
              <a:gd name="connsiteY2" fmla="*/ 261257 h 984068"/>
              <a:gd name="connsiteX3" fmla="*/ 8714 w 269971"/>
              <a:gd name="connsiteY3" fmla="*/ 409303 h 984068"/>
              <a:gd name="connsiteX4" fmla="*/ 252554 w 269971"/>
              <a:gd name="connsiteY4" fmla="*/ 600891 h 984068"/>
              <a:gd name="connsiteX5" fmla="*/ 6 w 269971"/>
              <a:gd name="connsiteY5" fmla="*/ 731520 h 984068"/>
              <a:gd name="connsiteX6" fmla="*/ 226427 w 269971"/>
              <a:gd name="connsiteY6" fmla="*/ 862148 h 984068"/>
              <a:gd name="connsiteX7" fmla="*/ 6 w 269971"/>
              <a:gd name="connsiteY7" fmla="*/ 984068 h 984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1" h="984068">
                <a:moveTo>
                  <a:pt x="269971" y="0"/>
                </a:moveTo>
                <a:cubicBezTo>
                  <a:pt x="119748" y="43542"/>
                  <a:pt x="47902" y="87085"/>
                  <a:pt x="43548" y="130628"/>
                </a:cubicBezTo>
                <a:cubicBezTo>
                  <a:pt x="39194" y="174171"/>
                  <a:pt x="249651" y="214811"/>
                  <a:pt x="243845" y="261257"/>
                </a:cubicBezTo>
                <a:cubicBezTo>
                  <a:pt x="238039" y="307703"/>
                  <a:pt x="7263" y="352697"/>
                  <a:pt x="8714" y="409303"/>
                </a:cubicBezTo>
                <a:cubicBezTo>
                  <a:pt x="10165" y="465909"/>
                  <a:pt x="254005" y="547188"/>
                  <a:pt x="252554" y="600891"/>
                </a:cubicBezTo>
                <a:cubicBezTo>
                  <a:pt x="251103" y="654594"/>
                  <a:pt x="1457" y="686526"/>
                  <a:pt x="6" y="731520"/>
                </a:cubicBezTo>
                <a:cubicBezTo>
                  <a:pt x="-1446" y="776514"/>
                  <a:pt x="226427" y="822960"/>
                  <a:pt x="226427" y="862148"/>
                </a:cubicBezTo>
                <a:cubicBezTo>
                  <a:pt x="226427" y="901336"/>
                  <a:pt x="78383" y="955765"/>
                  <a:pt x="6" y="984068"/>
                </a:cubicBezTo>
              </a:path>
            </a:pathLst>
          </a:custGeom>
          <a:noFill/>
          <a:ln w="381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4EAEA-C9A7-9153-5774-053182375062}"/>
              </a:ext>
            </a:extLst>
          </p:cNvPr>
          <p:cNvSpPr txBox="1"/>
          <p:nvPr/>
        </p:nvSpPr>
        <p:spPr>
          <a:xfrm>
            <a:off x="2029035" y="4277246"/>
            <a:ext cx="1912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parent thread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1FFA4C-C949-705A-6385-83ABE439F7B2}"/>
              </a:ext>
            </a:extLst>
          </p:cNvPr>
          <p:cNvCxnSpPr>
            <a:stCxn id="6" idx="3"/>
          </p:cNvCxnSpPr>
          <p:nvPr/>
        </p:nvCxnSpPr>
        <p:spPr>
          <a:xfrm flipV="1">
            <a:off x="4527645" y="3346704"/>
            <a:ext cx="3908922" cy="1982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E6497A-DD95-0756-D5A8-0F6C195E6B75}"/>
              </a:ext>
            </a:extLst>
          </p:cNvPr>
          <p:cNvCxnSpPr>
            <a:stCxn id="9" idx="3"/>
          </p:cNvCxnSpPr>
          <p:nvPr/>
        </p:nvCxnSpPr>
        <p:spPr>
          <a:xfrm flipV="1">
            <a:off x="6260668" y="4517136"/>
            <a:ext cx="2175899" cy="835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9459D2-5CCD-BA6D-2D2D-19EF8963B78D}"/>
              </a:ext>
            </a:extLst>
          </p:cNvPr>
          <p:cNvSpPr txBox="1"/>
          <p:nvPr/>
        </p:nvSpPr>
        <p:spPr>
          <a:xfrm>
            <a:off x="6096000" y="3913632"/>
            <a:ext cx="712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agree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7F393-0FF2-342A-B179-6D1CA644EA67}"/>
              </a:ext>
            </a:extLst>
          </p:cNvPr>
          <p:cNvSpPr txBox="1"/>
          <p:nvPr/>
        </p:nvSpPr>
        <p:spPr>
          <a:xfrm>
            <a:off x="6772009" y="4521821"/>
            <a:ext cx="712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agree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0E595-4B7D-81F4-E447-E74AE89D6C76}"/>
              </a:ext>
            </a:extLst>
          </p:cNvPr>
          <p:cNvSpPr txBox="1"/>
          <p:nvPr/>
        </p:nvSpPr>
        <p:spPr>
          <a:xfrm>
            <a:off x="50810" y="1513374"/>
            <a:ext cx="743344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 if let (Ok(</a:t>
            </a:r>
            <a:r>
              <a:rPr lang="en-US" dirty="0" err="1"/>
              <a:t>join_a</a:t>
            </a:r>
            <a:r>
              <a:rPr lang="en-US" dirty="0"/>
              <a:t>), Ok(</a:t>
            </a:r>
            <a:r>
              <a:rPr lang="en-US" dirty="0" err="1"/>
              <a:t>join_b</a:t>
            </a:r>
            <a:r>
              <a:rPr lang="en-US" dirty="0"/>
              <a:t>)) = (</a:t>
            </a:r>
            <a:r>
              <a:rPr lang="en-US" dirty="0" err="1"/>
              <a:t>thread_a.join</a:t>
            </a:r>
            <a:r>
              <a:rPr lang="en-US" dirty="0"/>
              <a:t>(), </a:t>
            </a:r>
            <a:r>
              <a:rPr lang="en-US" dirty="0" err="1"/>
              <a:t>thread_b.join</a:t>
            </a:r>
            <a:r>
              <a:rPr lang="en-US" dirty="0"/>
              <a:t>()) {</a:t>
            </a:r>
          </a:p>
          <a:p>
            <a:r>
              <a:rPr lang="en-US" dirty="0"/>
              <a:t>        let Tracked(</a:t>
            </a:r>
            <a:r>
              <a:rPr lang="en-US" dirty="0" err="1"/>
              <a:t>thread_frac_a</a:t>
            </a:r>
            <a:r>
              <a:rPr lang="en-US" dirty="0"/>
              <a:t>) = </a:t>
            </a:r>
            <a:r>
              <a:rPr lang="en-US" dirty="0" err="1"/>
              <a:t>join_a</a:t>
            </a:r>
            <a:r>
              <a:rPr lang="en-US" dirty="0"/>
              <a:t>;</a:t>
            </a:r>
          </a:p>
          <a:p>
            <a:r>
              <a:rPr lang="en-US" dirty="0"/>
              <a:t>        let Tracked(</a:t>
            </a:r>
            <a:r>
              <a:rPr lang="en-US" dirty="0" err="1"/>
              <a:t>thread_frac_b</a:t>
            </a:r>
            <a:r>
              <a:rPr lang="en-US" dirty="0"/>
              <a:t>) = </a:t>
            </a:r>
            <a:r>
              <a:rPr lang="en-US" dirty="0" err="1"/>
              <a:t>join_b</a:t>
            </a:r>
            <a:r>
              <a:rPr lang="en-US" dirty="0"/>
              <a:t>;</a:t>
            </a:r>
          </a:p>
          <a:p>
            <a:r>
              <a:rPr lang="en-US" dirty="0"/>
              <a:t>        let n: u32;</a:t>
            </a:r>
          </a:p>
          <a:p>
            <a:r>
              <a:rPr lang="en-US" dirty="0"/>
              <a:t>        </a:t>
            </a:r>
            <a:r>
              <a:rPr lang="en-US" dirty="0" err="1"/>
              <a:t>open_atomic_invariant</a:t>
            </a:r>
            <a:r>
              <a:rPr lang="en-US" dirty="0"/>
              <a:t>!(</a:t>
            </a:r>
            <a:r>
              <a:rPr lang="en-US" dirty="0" err="1"/>
              <a:t>shared_atomic_inv.borrow</a:t>
            </a:r>
            <a:r>
              <a:rPr lang="en-US" dirty="0"/>
              <a:t>() =&gt; </a:t>
            </a:r>
            <a:r>
              <a:rPr lang="en-US" dirty="0" err="1"/>
              <a:t>count_state</a:t>
            </a:r>
            <a:r>
              <a:rPr lang="en-US" dirty="0"/>
              <a:t> =&gt; {</a:t>
            </a:r>
          </a:p>
          <a:p>
            <a:r>
              <a:rPr lang="en-US" dirty="0"/>
              <a:t>            n = </a:t>
            </a:r>
            <a:r>
              <a:rPr lang="en-US" dirty="0" err="1"/>
              <a:t>ptr.load</a:t>
            </a:r>
            <a:r>
              <a:rPr lang="en-US" dirty="0"/>
              <a:t>(Tracked(&amp;mut count_state.atomicu32_perm));</a:t>
            </a:r>
          </a:p>
          <a:p>
            <a:r>
              <a:rPr lang="en-US" dirty="0"/>
              <a:t>            proof {</a:t>
            </a:r>
          </a:p>
          <a:p>
            <a:r>
              <a:rPr lang="en-US" dirty="0"/>
              <a:t>                </a:t>
            </a:r>
            <a:r>
              <a:rPr lang="en-US" dirty="0" err="1"/>
              <a:t>count_state.inv_frac_a.</a:t>
            </a:r>
            <a:r>
              <a:rPr lang="en-US" b="1" dirty="0" err="1"/>
              <a:t>agree</a:t>
            </a:r>
            <a:r>
              <a:rPr lang="en-US" dirty="0"/>
              <a:t>(&amp;</a:t>
            </a:r>
            <a:r>
              <a:rPr lang="en-US" dirty="0" err="1"/>
              <a:t>thread_frac_a</a:t>
            </a:r>
            <a:r>
              <a:rPr lang="en-US" dirty="0"/>
              <a:t>);</a:t>
            </a:r>
          </a:p>
          <a:p>
            <a:r>
              <a:rPr lang="en-US" dirty="0"/>
              <a:t>                </a:t>
            </a:r>
            <a:r>
              <a:rPr lang="en-US" dirty="0" err="1"/>
              <a:t>count_state.inv_frac_b.</a:t>
            </a:r>
            <a:r>
              <a:rPr lang="en-US" b="1" dirty="0" err="1"/>
              <a:t>agree</a:t>
            </a:r>
            <a:r>
              <a:rPr lang="en-US" dirty="0"/>
              <a:t>(&amp;</a:t>
            </a:r>
            <a:r>
              <a:rPr lang="en-US" dirty="0" err="1"/>
              <a:t>thread_frac_b</a:t>
            </a:r>
            <a:r>
              <a:rPr lang="en-US" dirty="0"/>
              <a:t>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});</a:t>
            </a:r>
          </a:p>
          <a:p>
            <a:r>
              <a:rPr lang="en-US" b="1" dirty="0"/>
              <a:t>        assert(n == 2);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3CE08-35DE-F199-20BE-BEB348E4D47A}"/>
              </a:ext>
            </a:extLst>
          </p:cNvPr>
          <p:cNvSpPr txBox="1"/>
          <p:nvPr/>
        </p:nvSpPr>
        <p:spPr>
          <a:xfrm>
            <a:off x="7128132" y="5313060"/>
            <a:ext cx="389767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/>
              <a:t>// Invariant tells us 1 + 1 == 2:</a:t>
            </a:r>
          </a:p>
          <a:p>
            <a:r>
              <a:rPr lang="en-US" dirty="0"/>
              <a:t>let ghost </a:t>
            </a:r>
            <a:r>
              <a:rPr lang="en-US" dirty="0" err="1"/>
              <a:t>inv_fn</a:t>
            </a:r>
            <a:r>
              <a:rPr lang="en-US" dirty="0"/>
              <a:t> = |cs: </a:t>
            </a:r>
            <a:r>
              <a:rPr lang="en-US" dirty="0" err="1"/>
              <a:t>CountState</a:t>
            </a:r>
            <a:r>
              <a:rPr lang="en-US" dirty="0"/>
              <a:t>| { …</a:t>
            </a:r>
          </a:p>
          <a:p>
            <a:r>
              <a:rPr lang="en-US" dirty="0"/>
              <a:t>    cs.atomicu32_perm.value() ==</a:t>
            </a:r>
          </a:p>
          <a:p>
            <a:r>
              <a:rPr lang="en-US" dirty="0"/>
              <a:t>        </a:t>
            </a:r>
            <a:r>
              <a:rPr lang="en-US" dirty="0" err="1"/>
              <a:t>cs.inv_frac_a</a:t>
            </a:r>
            <a:r>
              <a:rPr lang="en-US" dirty="0"/>
              <a:t>@ + </a:t>
            </a:r>
            <a:r>
              <a:rPr lang="en-US" dirty="0" err="1"/>
              <a:t>cs.inv_frac_b</a:t>
            </a:r>
            <a:r>
              <a:rPr lang="en-US" dirty="0"/>
              <a:t>@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6768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B095-CE5F-66E5-7262-D3920290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E076-0B3C-D192-5714-F6550889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75D1D3-C11B-EA45-D7FA-5F1FFEC359BE}"/>
              </a:ext>
            </a:extLst>
          </p:cNvPr>
          <p:cNvSpPr/>
          <p:nvPr/>
        </p:nvSpPr>
        <p:spPr>
          <a:xfrm>
            <a:off x="8925169" y="679938"/>
            <a:ext cx="1992923" cy="1383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34B92-E55F-C70A-942C-8599C6AE955A}"/>
              </a:ext>
            </a:extLst>
          </p:cNvPr>
          <p:cNvSpPr txBox="1"/>
          <p:nvPr/>
        </p:nvSpPr>
        <p:spPr>
          <a:xfrm>
            <a:off x="8815754" y="218273"/>
            <a:ext cx="144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AC0FE-AC35-7FE1-BE2A-1C739E7A3D7F}"/>
              </a:ext>
            </a:extLst>
          </p:cNvPr>
          <p:cNvSpPr txBox="1"/>
          <p:nvPr/>
        </p:nvSpPr>
        <p:spPr>
          <a:xfrm>
            <a:off x="9025128" y="2529202"/>
            <a:ext cx="257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invariant:</a:t>
            </a:r>
          </a:p>
          <a:p>
            <a:r>
              <a:rPr lang="en-US" dirty="0"/>
              <a:t>    counter = </a:t>
            </a:r>
            <a:r>
              <a:rPr lang="en-US" dirty="0" err="1"/>
              <a:t>inc_a</a:t>
            </a:r>
            <a:r>
              <a:rPr lang="en-US" dirty="0"/>
              <a:t> + </a:t>
            </a:r>
            <a:r>
              <a:rPr lang="en-US" dirty="0" err="1"/>
              <a:t>inc_b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27E2F-98AA-9037-C588-AFC6C9F162DB}"/>
              </a:ext>
            </a:extLst>
          </p:cNvPr>
          <p:cNvSpPr txBox="1"/>
          <p:nvPr/>
        </p:nvSpPr>
        <p:spPr>
          <a:xfrm>
            <a:off x="612648" y="2529202"/>
            <a:ext cx="979838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Globally, we have a protocol (a state machine) with an invariant</a:t>
            </a:r>
          </a:p>
          <a:p>
            <a:r>
              <a:rPr lang="en-US" sz="2400" dirty="0"/>
              <a:t>Locally: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thread_a</a:t>
            </a:r>
            <a:r>
              <a:rPr lang="en-US" sz="2400" dirty="0"/>
              <a:t> is in charge of </a:t>
            </a:r>
            <a:r>
              <a:rPr lang="en-US" sz="2400" dirty="0" err="1"/>
              <a:t>inc_a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thread_b</a:t>
            </a:r>
            <a:r>
              <a:rPr lang="en-US" sz="2400" dirty="0"/>
              <a:t> is in charge of </a:t>
            </a:r>
            <a:r>
              <a:rPr lang="en-US" sz="2400" dirty="0" err="1"/>
              <a:t>inc_b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Verus supports two different approaches to express global/local cooperation: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 separation-logic-style permissions (a la Iris)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 dedicated macro-based state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33601827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B90C-01E3-0116-414B-AB21C05B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D37D53-4CD6-D362-66B3-AAE86E633757}"/>
              </a:ext>
            </a:extLst>
          </p:cNvPr>
          <p:cNvSpPr/>
          <p:nvPr/>
        </p:nvSpPr>
        <p:spPr>
          <a:xfrm>
            <a:off x="8925169" y="679938"/>
            <a:ext cx="1992923" cy="13833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832C0-C5B4-019D-DB06-A951DCAD5C4C}"/>
              </a:ext>
            </a:extLst>
          </p:cNvPr>
          <p:cNvSpPr txBox="1"/>
          <p:nvPr/>
        </p:nvSpPr>
        <p:spPr>
          <a:xfrm>
            <a:off x="8815754" y="218273"/>
            <a:ext cx="144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EEE8C0-2810-6470-53EB-17F3EE162B7C}"/>
              </a:ext>
            </a:extLst>
          </p:cNvPr>
          <p:cNvSpPr txBox="1"/>
          <p:nvPr/>
        </p:nvSpPr>
        <p:spPr>
          <a:xfrm>
            <a:off x="9025128" y="2529202"/>
            <a:ext cx="257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invariant:</a:t>
            </a:r>
          </a:p>
          <a:p>
            <a:r>
              <a:rPr lang="en-US" dirty="0"/>
              <a:t>    counter = </a:t>
            </a:r>
            <a:r>
              <a:rPr lang="en-US" dirty="0" err="1"/>
              <a:t>inc_a</a:t>
            </a:r>
            <a:r>
              <a:rPr lang="en-US" dirty="0"/>
              <a:t> + </a:t>
            </a:r>
            <a:r>
              <a:rPr lang="en-US" dirty="0" err="1"/>
              <a:t>inc_b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10CDD5-BF71-75B6-A0A2-037D9D5DD1E6}"/>
              </a:ext>
            </a:extLst>
          </p:cNvPr>
          <p:cNvSpPr/>
          <p:nvPr/>
        </p:nvSpPr>
        <p:spPr>
          <a:xfrm>
            <a:off x="2704227" y="1778337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A85272-2E7E-22A9-8C8D-2C5A9F232139}"/>
              </a:ext>
            </a:extLst>
          </p:cNvPr>
          <p:cNvSpPr txBox="1"/>
          <p:nvPr/>
        </p:nvSpPr>
        <p:spPr>
          <a:xfrm>
            <a:off x="3091643" y="1322141"/>
            <a:ext cx="1218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F0DE3F-89FF-F585-9473-6A146CB4DD63}"/>
              </a:ext>
            </a:extLst>
          </p:cNvPr>
          <p:cNvSpPr/>
          <p:nvPr/>
        </p:nvSpPr>
        <p:spPr>
          <a:xfrm>
            <a:off x="5046079" y="3369797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64F5BB-C767-FBF6-5B9B-1FC26BF1A025}"/>
              </a:ext>
            </a:extLst>
          </p:cNvPr>
          <p:cNvSpPr/>
          <p:nvPr/>
        </p:nvSpPr>
        <p:spPr>
          <a:xfrm>
            <a:off x="383057" y="3369797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229F49-ED02-7CEE-7452-7C69793AD0CA}"/>
              </a:ext>
            </a:extLst>
          </p:cNvPr>
          <p:cNvSpPr/>
          <p:nvPr/>
        </p:nvSpPr>
        <p:spPr>
          <a:xfrm>
            <a:off x="2704226" y="4977106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9024F3-9CA8-44FE-327E-7215A7E0F976}"/>
              </a:ext>
            </a:extLst>
          </p:cNvPr>
          <p:cNvSpPr txBox="1"/>
          <p:nvPr/>
        </p:nvSpPr>
        <p:spPr>
          <a:xfrm>
            <a:off x="2974413" y="6341039"/>
            <a:ext cx="1069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finalize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7599C3-E96B-48AB-2644-603826660216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>
            <a:off x="4697150" y="2469999"/>
            <a:ext cx="1345391" cy="8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B6EEE9-849F-915D-94D7-26B9D6207BA4}"/>
              </a:ext>
            </a:extLst>
          </p:cNvPr>
          <p:cNvCxnSpPr>
            <a:cxnSpLocks/>
            <a:stCxn id="18" idx="2"/>
            <a:endCxn id="20" idx="3"/>
          </p:cNvCxnSpPr>
          <p:nvPr/>
        </p:nvCxnSpPr>
        <p:spPr>
          <a:xfrm flipH="1">
            <a:off x="4697149" y="4753120"/>
            <a:ext cx="1345392" cy="91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32398E-C968-A073-B809-80B814B8989E}"/>
              </a:ext>
            </a:extLst>
          </p:cNvPr>
          <p:cNvCxnSpPr>
            <a:cxnSpLocks/>
            <a:stCxn id="16" idx="1"/>
            <a:endCxn id="19" idx="0"/>
          </p:cNvCxnSpPr>
          <p:nvPr/>
        </p:nvCxnSpPr>
        <p:spPr>
          <a:xfrm flipH="1">
            <a:off x="1379519" y="2469999"/>
            <a:ext cx="1324708" cy="8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86E3636-29F6-3CC8-F3C7-DA9A102414D5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>
            <a:off x="1379519" y="4753120"/>
            <a:ext cx="1324707" cy="91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7E30DB-7C01-061C-2107-3F8E8F3C2728}"/>
              </a:ext>
            </a:extLst>
          </p:cNvPr>
          <p:cNvSpPr txBox="1"/>
          <p:nvPr/>
        </p:nvSpPr>
        <p:spPr>
          <a:xfrm>
            <a:off x="823783" y="2323147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CA299C-E50C-551D-A885-E6947574DE6D}"/>
              </a:ext>
            </a:extLst>
          </p:cNvPr>
          <p:cNvSpPr txBox="1"/>
          <p:nvPr/>
        </p:nvSpPr>
        <p:spPr>
          <a:xfrm>
            <a:off x="5368868" y="2323146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5E0D2F-B659-1AA8-5376-7D13BD2CBFF8}"/>
              </a:ext>
            </a:extLst>
          </p:cNvPr>
          <p:cNvSpPr txBox="1"/>
          <p:nvPr/>
        </p:nvSpPr>
        <p:spPr>
          <a:xfrm>
            <a:off x="898872" y="5316861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E981A6-B7D1-D9D5-C212-63EA557D5253}"/>
              </a:ext>
            </a:extLst>
          </p:cNvPr>
          <p:cNvSpPr txBox="1"/>
          <p:nvPr/>
        </p:nvSpPr>
        <p:spPr>
          <a:xfrm>
            <a:off x="5436446" y="5316861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5007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F1CA-8E88-B3FE-646F-AC171C69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C665-E5EB-FBCD-D5A1-0EF62290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59D17-441E-20B5-4DDB-5438D9B33194}"/>
              </a:ext>
            </a:extLst>
          </p:cNvPr>
          <p:cNvSpPr txBox="1"/>
          <p:nvPr/>
        </p:nvSpPr>
        <p:spPr>
          <a:xfrm>
            <a:off x="7267204" y="1322141"/>
            <a:ext cx="4778744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/>
              <a:t>// Slightly simplified to fit on slide</a:t>
            </a:r>
          </a:p>
          <a:p>
            <a:r>
              <a:rPr lang="en-US" dirty="0" err="1"/>
              <a:t>tokenized_state_machine</a:t>
            </a:r>
            <a:r>
              <a:rPr lang="en-US" dirty="0"/>
              <a:t>!( Counter {</a:t>
            </a:r>
          </a:p>
          <a:p>
            <a:r>
              <a:rPr lang="en-US" dirty="0"/>
              <a:t>    fields {</a:t>
            </a:r>
          </a:p>
          <a:p>
            <a:r>
              <a:rPr lang="en-US" dirty="0"/>
              <a:t>        counter: int, </a:t>
            </a:r>
            <a:r>
              <a:rPr lang="en-US" dirty="0" err="1"/>
              <a:t>inc_a</a:t>
            </a:r>
            <a:r>
              <a:rPr lang="en-US" dirty="0"/>
              <a:t>: int, </a:t>
            </a:r>
            <a:r>
              <a:rPr lang="en-US" dirty="0" err="1"/>
              <a:t>inc_b</a:t>
            </a:r>
            <a:r>
              <a:rPr lang="en-US" dirty="0"/>
              <a:t>: int,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#[invariant] </a:t>
            </a:r>
            <a:r>
              <a:rPr lang="en-US" dirty="0" err="1"/>
              <a:t>fn</a:t>
            </a:r>
            <a:r>
              <a:rPr lang="en-US" dirty="0"/>
              <a:t> inv(&amp;self) -&gt; bool {</a:t>
            </a:r>
          </a:p>
          <a:p>
            <a:r>
              <a:rPr lang="en-US" dirty="0"/>
              <a:t>        &amp;&amp;&amp; 0 &lt;= </a:t>
            </a:r>
            <a:r>
              <a:rPr lang="en-US" dirty="0" err="1"/>
              <a:t>self.inc_a</a:t>
            </a:r>
            <a:r>
              <a:rPr lang="en-US" dirty="0"/>
              <a:t> &lt; 2</a:t>
            </a:r>
          </a:p>
          <a:p>
            <a:r>
              <a:rPr lang="en-US" dirty="0"/>
              <a:t>        &amp;&amp;&amp; 0 &lt;= </a:t>
            </a:r>
            <a:r>
              <a:rPr lang="en-US" dirty="0" err="1"/>
              <a:t>self.inc_b</a:t>
            </a:r>
            <a:r>
              <a:rPr lang="en-US" dirty="0"/>
              <a:t> &lt; 2</a:t>
            </a:r>
          </a:p>
          <a:p>
            <a:r>
              <a:rPr lang="en-US" dirty="0"/>
              <a:t>        &amp;&amp;&amp; </a:t>
            </a:r>
            <a:r>
              <a:rPr lang="en-US" dirty="0" err="1"/>
              <a:t>self.counter</a:t>
            </a:r>
            <a:r>
              <a:rPr lang="en-US" dirty="0"/>
              <a:t> == </a:t>
            </a:r>
            <a:r>
              <a:rPr lang="en-US" dirty="0" err="1"/>
              <a:t>self.inc_a</a:t>
            </a:r>
            <a:r>
              <a:rPr lang="en-US" dirty="0"/>
              <a:t> + </a:t>
            </a:r>
            <a:r>
              <a:rPr lang="en-US" dirty="0" err="1"/>
              <a:t>self.inc_b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init</a:t>
            </a:r>
            <a:r>
              <a:rPr lang="en-US" dirty="0"/>
              <a:t>!{ initialize() {</a:t>
            </a:r>
          </a:p>
          <a:p>
            <a:r>
              <a:rPr lang="en-US" dirty="0"/>
              <a:t>        </a:t>
            </a:r>
            <a:r>
              <a:rPr lang="en-US" dirty="0" err="1"/>
              <a:t>init</a:t>
            </a:r>
            <a:r>
              <a:rPr lang="en-US" dirty="0"/>
              <a:t> counter = 0;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inc_a</a:t>
            </a:r>
            <a:r>
              <a:rPr lang="en-US" dirty="0"/>
              <a:t> = 0;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inc_b</a:t>
            </a:r>
            <a:r>
              <a:rPr lang="en-US" dirty="0"/>
              <a:t> = 0;</a:t>
            </a:r>
          </a:p>
          <a:p>
            <a:r>
              <a:rPr lang="en-US" dirty="0"/>
              <a:t>    }}</a:t>
            </a:r>
          </a:p>
          <a:p>
            <a:r>
              <a:rPr lang="en-US" dirty="0"/>
              <a:t>    transition!{ </a:t>
            </a:r>
            <a:r>
              <a:rPr lang="en-US" dirty="0" err="1"/>
              <a:t>tr_inc_a</a:t>
            </a:r>
            <a:r>
              <a:rPr lang="en-US" dirty="0"/>
              <a:t>() {</a:t>
            </a:r>
          </a:p>
          <a:p>
            <a:r>
              <a:rPr lang="en-US" dirty="0"/>
              <a:t>        require(</a:t>
            </a:r>
            <a:r>
              <a:rPr lang="en-US" dirty="0" err="1"/>
              <a:t>pre.inc_a</a:t>
            </a:r>
            <a:r>
              <a:rPr lang="en-US" dirty="0"/>
              <a:t> == 0);</a:t>
            </a:r>
          </a:p>
          <a:p>
            <a:r>
              <a:rPr lang="en-US" dirty="0"/>
              <a:t>        update counter = </a:t>
            </a:r>
            <a:r>
              <a:rPr lang="en-US" dirty="0" err="1"/>
              <a:t>pre.counter</a:t>
            </a:r>
            <a:r>
              <a:rPr lang="en-US" dirty="0"/>
              <a:t> + 1;</a:t>
            </a:r>
          </a:p>
          <a:p>
            <a:r>
              <a:rPr lang="en-US" dirty="0"/>
              <a:t>        update </a:t>
            </a:r>
            <a:r>
              <a:rPr lang="en-US" dirty="0" err="1"/>
              <a:t>inc_a</a:t>
            </a:r>
            <a:r>
              <a:rPr lang="en-US" dirty="0"/>
              <a:t> = 1;</a:t>
            </a:r>
          </a:p>
          <a:p>
            <a:r>
              <a:rPr lang="en-US" dirty="0"/>
              <a:t>    }}</a:t>
            </a:r>
          </a:p>
          <a:p>
            <a:r>
              <a:rPr lang="en-US" dirty="0"/>
              <a:t>…}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FE5D28-EB20-DBD7-AAC2-34C4D85142D4}"/>
              </a:ext>
            </a:extLst>
          </p:cNvPr>
          <p:cNvSpPr/>
          <p:nvPr/>
        </p:nvSpPr>
        <p:spPr>
          <a:xfrm>
            <a:off x="2704227" y="1778337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F75D85-2F5B-6847-EE0A-3F22A3C6E271}"/>
              </a:ext>
            </a:extLst>
          </p:cNvPr>
          <p:cNvSpPr txBox="1"/>
          <p:nvPr/>
        </p:nvSpPr>
        <p:spPr>
          <a:xfrm>
            <a:off x="3091643" y="1322141"/>
            <a:ext cx="1218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ADD30B-C6F7-8C28-1D8C-FEC2AD1E2200}"/>
              </a:ext>
            </a:extLst>
          </p:cNvPr>
          <p:cNvSpPr/>
          <p:nvPr/>
        </p:nvSpPr>
        <p:spPr>
          <a:xfrm>
            <a:off x="5046079" y="3369797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A7772B-47D5-CA85-A718-C0C0E0F77B35}"/>
              </a:ext>
            </a:extLst>
          </p:cNvPr>
          <p:cNvSpPr/>
          <p:nvPr/>
        </p:nvSpPr>
        <p:spPr>
          <a:xfrm>
            <a:off x="383057" y="3369797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D5FBEF-B4D5-ED06-3730-306DD459E9FB}"/>
              </a:ext>
            </a:extLst>
          </p:cNvPr>
          <p:cNvSpPr/>
          <p:nvPr/>
        </p:nvSpPr>
        <p:spPr>
          <a:xfrm>
            <a:off x="2704226" y="4977106"/>
            <a:ext cx="1992923" cy="1383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counter: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inc_b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D2C583-3890-B2B0-9A6E-4561F56CC13A}"/>
              </a:ext>
            </a:extLst>
          </p:cNvPr>
          <p:cNvSpPr txBox="1"/>
          <p:nvPr/>
        </p:nvSpPr>
        <p:spPr>
          <a:xfrm>
            <a:off x="2974413" y="6341039"/>
            <a:ext cx="1069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finalize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CCF8F5-6242-8B01-FE15-2BE6C1117AA0}"/>
              </a:ext>
            </a:extLst>
          </p:cNvPr>
          <p:cNvCxnSpPr>
            <a:cxnSpLocks/>
            <a:stCxn id="11" idx="3"/>
            <a:endCxn id="18" idx="0"/>
          </p:cNvCxnSpPr>
          <p:nvPr/>
        </p:nvCxnSpPr>
        <p:spPr>
          <a:xfrm>
            <a:off x="4697150" y="2469999"/>
            <a:ext cx="1345391" cy="8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64960C-C68C-C53C-5A5F-D32027860234}"/>
              </a:ext>
            </a:extLst>
          </p:cNvPr>
          <p:cNvCxnSpPr>
            <a:cxnSpLocks/>
            <a:stCxn id="18" idx="2"/>
            <a:endCxn id="20" idx="3"/>
          </p:cNvCxnSpPr>
          <p:nvPr/>
        </p:nvCxnSpPr>
        <p:spPr>
          <a:xfrm flipH="1">
            <a:off x="4697149" y="4753120"/>
            <a:ext cx="1345392" cy="91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378C41-26D3-2E06-8DAC-482EDB02CF29}"/>
              </a:ext>
            </a:extLst>
          </p:cNvPr>
          <p:cNvCxnSpPr>
            <a:cxnSpLocks/>
            <a:stCxn id="11" idx="1"/>
            <a:endCxn id="19" idx="0"/>
          </p:cNvCxnSpPr>
          <p:nvPr/>
        </p:nvCxnSpPr>
        <p:spPr>
          <a:xfrm flipH="1">
            <a:off x="1379519" y="2469999"/>
            <a:ext cx="1324708" cy="8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6F471BE-EFCE-7960-C08A-87EF6EFA6AB0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>
            <a:off x="1379519" y="4753120"/>
            <a:ext cx="1324707" cy="91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A3B29AF-6D47-0C38-6269-4DDEC7F34EBA}"/>
              </a:ext>
            </a:extLst>
          </p:cNvPr>
          <p:cNvSpPr txBox="1"/>
          <p:nvPr/>
        </p:nvSpPr>
        <p:spPr>
          <a:xfrm>
            <a:off x="823783" y="2323147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D7CC85-3608-6719-27A0-98F3786CE006}"/>
              </a:ext>
            </a:extLst>
          </p:cNvPr>
          <p:cNvSpPr txBox="1"/>
          <p:nvPr/>
        </p:nvSpPr>
        <p:spPr>
          <a:xfrm>
            <a:off x="5368868" y="2323146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B95883-697E-E99A-150A-9CC7D19983D7}"/>
              </a:ext>
            </a:extLst>
          </p:cNvPr>
          <p:cNvSpPr txBox="1"/>
          <p:nvPr/>
        </p:nvSpPr>
        <p:spPr>
          <a:xfrm>
            <a:off x="898872" y="5316861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0CF513-20D4-8C53-7E8C-FBB70479EA8C}"/>
              </a:ext>
            </a:extLst>
          </p:cNvPr>
          <p:cNvSpPr txBox="1"/>
          <p:nvPr/>
        </p:nvSpPr>
        <p:spPr>
          <a:xfrm>
            <a:off x="5436446" y="5316861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tr_inc_a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93166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F1CA-8E88-B3FE-646F-AC171C69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C665-E5EB-FBCD-D5A1-0EF62290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machine for count-to-2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59D17-441E-20B5-4DDB-5438D9B33194}"/>
              </a:ext>
            </a:extLst>
          </p:cNvPr>
          <p:cNvSpPr txBox="1"/>
          <p:nvPr/>
        </p:nvSpPr>
        <p:spPr>
          <a:xfrm>
            <a:off x="7267204" y="1322141"/>
            <a:ext cx="4778744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/>
              <a:t>// Slightly simplified to fit on slide</a:t>
            </a:r>
          </a:p>
          <a:p>
            <a:r>
              <a:rPr lang="en-US" dirty="0" err="1"/>
              <a:t>tokenized_state_machine</a:t>
            </a:r>
            <a:r>
              <a:rPr lang="en-US" dirty="0"/>
              <a:t>!( </a:t>
            </a:r>
            <a:r>
              <a:rPr lang="en-US" b="1" dirty="0"/>
              <a:t>Counter</a:t>
            </a:r>
            <a:r>
              <a:rPr lang="en-US" dirty="0"/>
              <a:t> {</a:t>
            </a:r>
          </a:p>
          <a:p>
            <a:r>
              <a:rPr lang="en-US" dirty="0"/>
              <a:t>    fields {</a:t>
            </a:r>
          </a:p>
          <a:p>
            <a:r>
              <a:rPr lang="en-US" dirty="0"/>
              <a:t>        counter: int, </a:t>
            </a:r>
            <a:r>
              <a:rPr lang="en-US" dirty="0" err="1"/>
              <a:t>inc_a</a:t>
            </a:r>
            <a:r>
              <a:rPr lang="en-US" dirty="0"/>
              <a:t>: int, </a:t>
            </a:r>
            <a:r>
              <a:rPr lang="en-US" dirty="0" err="1"/>
              <a:t>inc_b</a:t>
            </a:r>
            <a:r>
              <a:rPr lang="en-US" dirty="0"/>
              <a:t>: int,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#[invariant] </a:t>
            </a:r>
            <a:r>
              <a:rPr lang="en-US" dirty="0" err="1"/>
              <a:t>fn</a:t>
            </a:r>
            <a:r>
              <a:rPr lang="en-US" dirty="0"/>
              <a:t> inv(&amp;self) -&gt; bool {</a:t>
            </a:r>
          </a:p>
          <a:p>
            <a:r>
              <a:rPr lang="en-US" dirty="0"/>
              <a:t>        &amp;&amp;&amp; 0 &lt;= </a:t>
            </a:r>
            <a:r>
              <a:rPr lang="en-US" dirty="0" err="1"/>
              <a:t>self.inc_a</a:t>
            </a:r>
            <a:r>
              <a:rPr lang="en-US" dirty="0"/>
              <a:t> &lt; 2</a:t>
            </a:r>
          </a:p>
          <a:p>
            <a:r>
              <a:rPr lang="en-US" dirty="0"/>
              <a:t>        &amp;&amp;&amp; 0 &lt;= </a:t>
            </a:r>
            <a:r>
              <a:rPr lang="en-US" dirty="0" err="1"/>
              <a:t>self.inc_b</a:t>
            </a:r>
            <a:r>
              <a:rPr lang="en-US" dirty="0"/>
              <a:t> &lt; 2</a:t>
            </a:r>
          </a:p>
          <a:p>
            <a:r>
              <a:rPr lang="en-US" dirty="0"/>
              <a:t>        &amp;&amp;&amp; </a:t>
            </a:r>
            <a:r>
              <a:rPr lang="en-US" dirty="0" err="1"/>
              <a:t>self.counter</a:t>
            </a:r>
            <a:r>
              <a:rPr lang="en-US" dirty="0"/>
              <a:t> == </a:t>
            </a:r>
            <a:r>
              <a:rPr lang="en-US" dirty="0" err="1"/>
              <a:t>self.inc_a</a:t>
            </a:r>
            <a:r>
              <a:rPr lang="en-US" dirty="0"/>
              <a:t> + </a:t>
            </a:r>
            <a:r>
              <a:rPr lang="en-US" dirty="0" err="1"/>
              <a:t>self.inc_b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init</a:t>
            </a:r>
            <a:r>
              <a:rPr lang="en-US" dirty="0"/>
              <a:t>!{ initialize() {</a:t>
            </a:r>
          </a:p>
          <a:p>
            <a:r>
              <a:rPr lang="en-US" dirty="0"/>
              <a:t>        </a:t>
            </a:r>
            <a:r>
              <a:rPr lang="en-US" dirty="0" err="1"/>
              <a:t>init</a:t>
            </a:r>
            <a:r>
              <a:rPr lang="en-US" dirty="0"/>
              <a:t> counter = 0;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inc_a</a:t>
            </a:r>
            <a:r>
              <a:rPr lang="en-US" dirty="0"/>
              <a:t> = 0;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inc_b</a:t>
            </a:r>
            <a:r>
              <a:rPr lang="en-US" dirty="0"/>
              <a:t> = 0;</a:t>
            </a:r>
          </a:p>
          <a:p>
            <a:r>
              <a:rPr lang="en-US" dirty="0"/>
              <a:t>    }}</a:t>
            </a:r>
          </a:p>
          <a:p>
            <a:r>
              <a:rPr lang="en-US" dirty="0"/>
              <a:t>    transition!{ </a:t>
            </a:r>
            <a:r>
              <a:rPr lang="en-US" dirty="0" err="1"/>
              <a:t>tr_inc_a</a:t>
            </a:r>
            <a:r>
              <a:rPr lang="en-US" dirty="0"/>
              <a:t>() {</a:t>
            </a:r>
          </a:p>
          <a:p>
            <a:r>
              <a:rPr lang="en-US" dirty="0"/>
              <a:t>        require(</a:t>
            </a:r>
            <a:r>
              <a:rPr lang="en-US" dirty="0" err="1"/>
              <a:t>pre.inc_a</a:t>
            </a:r>
            <a:r>
              <a:rPr lang="en-US" dirty="0"/>
              <a:t> == 0);</a:t>
            </a:r>
          </a:p>
          <a:p>
            <a:r>
              <a:rPr lang="en-US" dirty="0"/>
              <a:t>        update counter = </a:t>
            </a:r>
            <a:r>
              <a:rPr lang="en-US" dirty="0" err="1"/>
              <a:t>pre.counter</a:t>
            </a:r>
            <a:r>
              <a:rPr lang="en-US" dirty="0"/>
              <a:t> + 1;</a:t>
            </a:r>
          </a:p>
          <a:p>
            <a:r>
              <a:rPr lang="en-US" dirty="0"/>
              <a:t>        update </a:t>
            </a:r>
            <a:r>
              <a:rPr lang="en-US" dirty="0" err="1"/>
              <a:t>inc_a</a:t>
            </a:r>
            <a:r>
              <a:rPr lang="en-US" dirty="0"/>
              <a:t> = 1;</a:t>
            </a:r>
          </a:p>
          <a:p>
            <a:r>
              <a:rPr lang="en-US" dirty="0"/>
              <a:t>    }}</a:t>
            </a:r>
          </a:p>
          <a:p>
            <a:r>
              <a:rPr lang="en-US" dirty="0"/>
              <a:t>…}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A0BE5-05FF-6EE0-062F-D8F2F2795FBE}"/>
              </a:ext>
            </a:extLst>
          </p:cNvPr>
          <p:cNvSpPr txBox="1"/>
          <p:nvPr/>
        </p:nvSpPr>
        <p:spPr>
          <a:xfrm>
            <a:off x="2578608" y="2430136"/>
            <a:ext cx="3827715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  <a:p>
            <a:r>
              <a:rPr lang="en-US" dirty="0"/>
              <a:t>let tracked (</a:t>
            </a:r>
          </a:p>
          <a:p>
            <a:r>
              <a:rPr lang="en-US" dirty="0"/>
              <a:t>        Tracked(instance),</a:t>
            </a:r>
          </a:p>
          <a:p>
            <a:r>
              <a:rPr lang="en-US" dirty="0"/>
              <a:t>        Tracked(counter),</a:t>
            </a:r>
          </a:p>
          <a:p>
            <a:r>
              <a:rPr lang="en-US" dirty="0"/>
              <a:t>        Tracked(</a:t>
            </a:r>
            <a:r>
              <a:rPr lang="en-US" dirty="0" err="1"/>
              <a:t>inc_a</a:t>
            </a:r>
            <a:r>
              <a:rPr lang="en-US" dirty="0"/>
              <a:t>),</a:t>
            </a:r>
          </a:p>
          <a:p>
            <a:r>
              <a:rPr lang="en-US" dirty="0"/>
              <a:t>        Tracked(</a:t>
            </a:r>
            <a:r>
              <a:rPr lang="en-US" dirty="0" err="1"/>
              <a:t>inc_b</a:t>
            </a:r>
            <a:r>
              <a:rPr lang="en-US" dirty="0"/>
              <a:t>),</a:t>
            </a:r>
          </a:p>
          <a:p>
            <a:r>
              <a:rPr lang="en-US" dirty="0"/>
              <a:t>    ) = </a:t>
            </a:r>
            <a:r>
              <a:rPr lang="en-US" b="1" dirty="0"/>
              <a:t>Counter</a:t>
            </a:r>
            <a:r>
              <a:rPr lang="en-US" dirty="0"/>
              <a:t>::Instance::initialize();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let </a:t>
            </a:r>
            <a:r>
              <a:rPr lang="en-US" dirty="0" err="1"/>
              <a:t>thread_a</a:t>
            </a:r>
            <a:r>
              <a:rPr lang="en-US" dirty="0"/>
              <a:t> = </a:t>
            </a:r>
            <a:r>
              <a:rPr lang="en-US" dirty="0" err="1"/>
              <a:t>vstd</a:t>
            </a:r>
            <a:r>
              <a:rPr lang="en-US" dirty="0"/>
              <a:t>::thread::spawn(|| {</a:t>
            </a:r>
          </a:p>
          <a:p>
            <a:r>
              <a:rPr lang="en-US" dirty="0"/>
              <a:t>    … </a:t>
            </a:r>
            <a:r>
              <a:rPr lang="en-US" dirty="0" err="1"/>
              <a:t>inc_a</a:t>
            </a:r>
            <a:r>
              <a:rPr lang="en-US" dirty="0"/>
              <a:t> …</a:t>
            </a:r>
          </a:p>
          <a:p>
            <a:r>
              <a:rPr lang="en-US" dirty="0"/>
              <a:t>});</a:t>
            </a:r>
          </a:p>
          <a:p>
            <a:r>
              <a:rPr lang="en-US" dirty="0"/>
              <a:t>let </a:t>
            </a:r>
            <a:r>
              <a:rPr lang="en-US" dirty="0" err="1"/>
              <a:t>thread_b</a:t>
            </a:r>
            <a:r>
              <a:rPr lang="en-US" dirty="0"/>
              <a:t> = </a:t>
            </a:r>
            <a:r>
              <a:rPr lang="en-US" dirty="0" err="1"/>
              <a:t>vstd</a:t>
            </a:r>
            <a:r>
              <a:rPr lang="en-US" dirty="0"/>
              <a:t>::thread::spawn(|| {</a:t>
            </a:r>
          </a:p>
          <a:p>
            <a:r>
              <a:rPr lang="en-US" dirty="0"/>
              <a:t>    … </a:t>
            </a:r>
            <a:r>
              <a:rPr lang="en-US" dirty="0" err="1"/>
              <a:t>inc_b</a:t>
            </a:r>
            <a:r>
              <a:rPr lang="en-US" dirty="0"/>
              <a:t> …</a:t>
            </a:r>
          </a:p>
          <a:p>
            <a:r>
              <a:rPr lang="en-US" dirty="0"/>
              <a:t>});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79067-2F5A-9273-841D-3CFA802CA0F9}"/>
              </a:ext>
            </a:extLst>
          </p:cNvPr>
          <p:cNvSpPr txBox="1"/>
          <p:nvPr/>
        </p:nvSpPr>
        <p:spPr>
          <a:xfrm>
            <a:off x="2501765" y="1644914"/>
            <a:ext cx="4120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 machine generates</a:t>
            </a:r>
          </a:p>
          <a:p>
            <a:r>
              <a:rPr lang="en-US" sz="2400" dirty="0"/>
              <a:t>tracked permissions for threads</a:t>
            </a:r>
          </a:p>
        </p:txBody>
      </p:sp>
    </p:spTree>
    <p:extLst>
      <p:ext uri="{BB962C8B-B14F-4D97-AF65-F5344CB8AC3E}">
        <p14:creationId xmlns:p14="http://schemas.microsoft.com/office/powerpoint/2010/main" val="12918261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B968C-6ED2-A2B6-74B7-7FD26AB2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0E00-1E14-3797-4C94-97CF750EE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866B6-2D5D-CB9E-B7C1-517E804C3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01745"/>
      </p:ext>
    </p:extLst>
  </p:cSld>
  <p:clrMapOvr>
    <a:masterClrMapping/>
  </p:clrMapOvr>
</p:sld>
</file>

<file path=ppt/theme/theme1.xml><?xml version="1.0" encoding="utf-8"?>
<a:theme xmlns:a="http://schemas.openxmlformats.org/drawingml/2006/main" name="ParnoTheme">
  <a:themeElements>
    <a:clrScheme name="ParnoColors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000000"/>
      </a:accent1>
      <a:accent2>
        <a:srgbClr val="BF504D"/>
      </a:accent2>
      <a:accent3>
        <a:srgbClr val="1B587C"/>
      </a:accent3>
      <a:accent4>
        <a:srgbClr val="4E8542"/>
      </a:accent4>
      <a:accent5>
        <a:srgbClr val="604878"/>
      </a:accent5>
      <a:accent6>
        <a:srgbClr val="FF7C00"/>
      </a:accent6>
      <a:hlink>
        <a:srgbClr val="4433FF"/>
      </a:hlink>
      <a:folHlink>
        <a:srgbClr val="4433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/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7620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E9C60EF5-7114-0249-B0FB-EF094C1EE4CB}" vid="{7823EB03-3643-4144-9C99-9FBAD3E4E186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ParnoTheme</Template>
  <TotalTime>8481</TotalTime>
  <Words>14583</Words>
  <Application>Microsoft Office PowerPoint</Application>
  <PresentationFormat>Widescreen</PresentationFormat>
  <Paragraphs>2096</Paragraphs>
  <Slides>98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98</vt:i4>
      </vt:variant>
    </vt:vector>
  </HeadingPairs>
  <TitlesOfParts>
    <vt:vector size="111" baseType="lpstr">
      <vt:lpstr>Aptos</vt:lpstr>
      <vt:lpstr>Aptos Display</vt:lpstr>
      <vt:lpstr>Arial</vt:lpstr>
      <vt:lpstr>Calibri</vt:lpstr>
      <vt:lpstr>Calibri Light</vt:lpstr>
      <vt:lpstr>Cascadia Mono</vt:lpstr>
      <vt:lpstr>Source Code Pro</vt:lpstr>
      <vt:lpstr>Symbol</vt:lpstr>
      <vt:lpstr>System Font Regular</vt:lpstr>
      <vt:lpstr>ParnoTheme</vt:lpstr>
      <vt:lpstr>1_Office Theme</vt:lpstr>
      <vt:lpstr>Office Theme</vt:lpstr>
      <vt:lpstr>2_Office Theme</vt:lpstr>
      <vt:lpstr>Verifying Rust Code with Verus</vt:lpstr>
      <vt:lpstr>Verus: Floyd-Hoare Logic for Rust</vt:lpstr>
      <vt:lpstr>Verus demo</vt:lpstr>
      <vt:lpstr>Verus demo</vt:lpstr>
      <vt:lpstr>Why write systems code in Rust?</vt:lpstr>
      <vt:lpstr>Why write systems code in Rust?</vt:lpstr>
      <vt:lpstr>Goal: verification for systems programmers</vt:lpstr>
      <vt:lpstr>Outline of lectures</vt:lpstr>
      <vt:lpstr>Verification condition (VC) generation</vt:lpstr>
      <vt:lpstr>Verification condition generation</vt:lpstr>
      <vt:lpstr>Verification condition generation</vt:lpstr>
      <vt:lpstr>Weakest preconditions</vt:lpstr>
      <vt:lpstr>Weakest preconditions via SSA (single static assignment)</vt:lpstr>
      <vt:lpstr>Verification condition generation</vt:lpstr>
      <vt:lpstr>Using SMT solvers</vt:lpstr>
      <vt:lpstr>Decidable and undecidable theories</vt:lpstr>
      <vt:lpstr>SMT components used by Verus</vt:lpstr>
      <vt:lpstr>Congruence for uninterpreted functions</vt:lpstr>
      <vt:lpstr>Example: uninterp funcs + arithmetic</vt:lpstr>
      <vt:lpstr>Interpreted functions (nonrecursive)</vt:lpstr>
      <vt:lpstr>Interpreted functions (recursive)</vt:lpstr>
      <vt:lpstr>Assert-by for bit vector, nonlinear arith</vt:lpstr>
      <vt:lpstr>Assert-by for bit vector, nonlinear arith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Higher-order features: spec_fn</vt:lpstr>
      <vt:lpstr>Higher-order features, vstd library</vt:lpstr>
      <vt:lpstr>Verus’s vstd library: Seq, Set, Map, etc.</vt:lpstr>
      <vt:lpstr>Axioms and lemmas via function calls</vt:lpstr>
      <vt:lpstr>Axioms and lemmas via broadcast</vt:lpstr>
      <vt:lpstr>Broadcast groups and defaults</vt:lpstr>
      <vt:lpstr>Equality via extensionality</vt:lpstr>
      <vt:lpstr>Equality via extensionality</vt:lpstr>
      <vt:lpstr>Decidable and undecidable theories</vt:lpstr>
      <vt:lpstr>Decidability, undecidability, automation</vt:lpstr>
      <vt:lpstr>Generics and traits (briefly)</vt:lpstr>
      <vt:lpstr>Rust feature: generics</vt:lpstr>
      <vt:lpstr>Rust feature: traits (aka Haskell type classes)</vt:lpstr>
      <vt:lpstr>Verus View trait: exec value -&gt; spec value</vt:lpstr>
      <vt:lpstr>Ownership, &amp;, &amp;mut</vt:lpstr>
      <vt:lpstr>Why write systems code in Rust?</vt:lpstr>
      <vt:lpstr>Ownership in Rust</vt:lpstr>
      <vt:lpstr>Borrowing in Rust</vt:lpstr>
      <vt:lpstr>Borrowing in Rust</vt:lpstr>
      <vt:lpstr>Mutation in Rust</vt:lpstr>
      <vt:lpstr>Mutation + aliasing is annoying for verification</vt:lpstr>
      <vt:lpstr>Classical verification (e.g. Dafny): one big heap</vt:lpstr>
      <vt:lpstr>Rust verification: no heap needed</vt:lpstr>
      <vt:lpstr>Rust &amp;mut is powerful and complex</vt:lpstr>
      <vt:lpstr>SMT encoding of &amp;mut</vt:lpstr>
      <vt:lpstr>SMT encoding of &amp;mut</vt:lpstr>
      <vt:lpstr>SMT encoding of &amp;mut</vt:lpstr>
      <vt:lpstr>SMT encoding of &amp;mut</vt:lpstr>
      <vt:lpstr>SMT encoding of &amp;mut</vt:lpstr>
      <vt:lpstr>SMT encoding of &amp;mut</vt:lpstr>
      <vt:lpstr>Prophecy and soundness</vt:lpstr>
      <vt:lpstr>Verifying Unsafe Rust code</vt:lpstr>
      <vt:lpstr>Separation logic / Rust ownership</vt:lpstr>
      <vt:lpstr>Brief introduction to separation logic</vt:lpstr>
      <vt:lpstr>Separation Logic ↦ and * is like “tracked PointsTo” and , in Verus</vt:lpstr>
      <vt:lpstr>Separation Logic ↦ and * is like “tracked PointsTo” and , in Verus</vt:lpstr>
      <vt:lpstr>Ownership checking in proof and exec code</vt:lpstr>
      <vt:lpstr>Verus can verify safety of “unsafe” Rust code</vt:lpstr>
      <vt:lpstr>Fractional permissions in separation logic</vt:lpstr>
      <vt:lpstr>Fractional permissions: Verus example</vt:lpstr>
      <vt:lpstr>Concurrency</vt:lpstr>
      <vt:lpstr>Concurrency via ownership/separation</vt:lpstr>
      <vt:lpstr>Concurrency with shared state</vt:lpstr>
      <vt:lpstr>Concurrency: global protocol, local actions</vt:lpstr>
      <vt:lpstr>Example: concurrent count-to-2</vt:lpstr>
      <vt:lpstr>Concurrent count-to-2, unverified Rust code</vt:lpstr>
      <vt:lpstr>State machine for count-to-2</vt:lpstr>
      <vt:lpstr>State machine for count-to-2</vt:lpstr>
      <vt:lpstr>State machine for count-to-2</vt:lpstr>
      <vt:lpstr>Individual separation-logic-style permissions</vt:lpstr>
      <vt:lpstr>Individual separation-logic-style permissions</vt:lpstr>
      <vt:lpstr>Individual separation-logic-style permissions</vt:lpstr>
      <vt:lpstr>Thread b performs fetch_add</vt:lpstr>
      <vt:lpstr>Thread b performs fetch_add</vt:lpstr>
      <vt:lpstr>Thread b performs fetch_add</vt:lpstr>
      <vt:lpstr>Thread b performs fetch_add</vt:lpstr>
      <vt:lpstr>Thread b performs fetch_add</vt:lpstr>
      <vt:lpstr>Parent thread joins thread a, thread b</vt:lpstr>
      <vt:lpstr>Parent thread joins thread a, thread b</vt:lpstr>
      <vt:lpstr>State machine for count-to-2</vt:lpstr>
      <vt:lpstr>State machine for count-to-2</vt:lpstr>
      <vt:lpstr>State machine for count-to-2</vt:lpstr>
      <vt:lpstr>State machine for count-to-2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Chris Hawblitzel</cp:lastModifiedBy>
  <cp:revision>146</cp:revision>
  <dcterms:created xsi:type="dcterms:W3CDTF">2024-10-22T23:37:27Z</dcterms:created>
  <dcterms:modified xsi:type="dcterms:W3CDTF">2026-05-12T15:40:50Z</dcterms:modified>
</cp:coreProperties>
</file>